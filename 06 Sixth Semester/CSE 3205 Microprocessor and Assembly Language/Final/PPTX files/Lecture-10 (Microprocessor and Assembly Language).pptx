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79" r:id="rId4"/>
    <p:sldId id="281" r:id="rId5"/>
    <p:sldId id="280" r:id="rId6"/>
    <p:sldId id="283" r:id="rId7"/>
    <p:sldId id="282" r:id="rId8"/>
    <p:sldId id="285" r:id="rId9"/>
    <p:sldId id="284" r:id="rId10"/>
    <p:sldId id="287" r:id="rId11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86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8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01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63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7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14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90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9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Multiplication and </a:t>
            </a:r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Division Instructions (Chapter-9) 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  <a:endParaRPr lang="en-US" sz="2200" b="1" dirty="0">
              <a:solidFill>
                <a:srgbClr val="7030A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042219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MUL and IMUL.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Simple Applications of MUL and IMUL.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DIV and IDIV.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Sign Extension of the Dividend.  </a:t>
            </a:r>
          </a:p>
        </p:txBody>
      </p:sp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MUL and IMUL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MUL (multiply) for unsigned multiplication.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IMUL (integer multiply) for signed multiplication.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 syntax is,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5D9807-4D89-419D-8902-BC239B69B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88" y="2708567"/>
            <a:ext cx="2748062" cy="170825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327222468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MUL and IMUL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latin typeface="Cambria" panose="02040503050406030204" pitchFamily="18" charset="0"/>
              </a:rPr>
              <a:t>Byte Form: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For byte multiplication, one number is contained in the source and the other is assumed to be in AL. The 16-bit product will be in AX.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i="1" dirty="0">
                <a:latin typeface="Cambria" panose="02040503050406030204" pitchFamily="18" charset="0"/>
              </a:rPr>
              <a:t>Word Form: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For word multiplication, one number is contained in the source and the other is assumed to be in AX. </a:t>
            </a:r>
          </a:p>
        </p:txBody>
      </p:sp>
    </p:spTree>
    <p:extLst>
      <p:ext uri="{BB962C8B-B14F-4D97-AF65-F5344CB8AC3E}">
        <p14:creationId xmlns:p14="http://schemas.microsoft.com/office/powerpoint/2010/main" val="4236582885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Simple Applications of MUL and IMUL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835736"/>
                <a:ext cx="99060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Example 9.6:  </a:t>
                </a:r>
                <a:r>
                  <a:rPr lang="en-US" sz="2800" dirty="0">
                    <a:latin typeface="Cambria" panose="02040503050406030204" pitchFamily="18" charset="0"/>
                  </a:rPr>
                  <a:t>Translate the high-level language assignment statement A = 5 </a:t>
                </a:r>
                <a14:m>
                  <m:oMath xmlns:m="http://schemas.openxmlformats.org/officeDocument/2006/math"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A - 12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Cambria" panose="02040503050406030204" pitchFamily="18" charset="0"/>
                  </a:rPr>
                  <a:t> B into assembly code. Let A and B be word variables, and suppose there is no overflow. Use IMUL for multiplication.</a:t>
                </a:r>
              </a:p>
              <a:p>
                <a:pPr lvl="1"/>
                <a:endParaRPr lang="en-US" sz="2800" dirty="0">
                  <a:latin typeface="Cambria" panose="02040503050406030204" pitchFamily="18" charset="0"/>
                </a:endParaRPr>
              </a:p>
              <a:p>
                <a:pPr lvl="1"/>
                <a:r>
                  <a:rPr lang="en-US" sz="2800" b="1" dirty="0">
                    <a:latin typeface="Cambria" panose="02040503050406030204" pitchFamily="18" charset="0"/>
                  </a:rPr>
                  <a:t>Solution: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5736"/>
                <a:ext cx="9906000" cy="2677656"/>
              </a:xfrm>
              <a:prstGeom prst="rect">
                <a:avLst/>
              </a:prstGeom>
              <a:blipFill>
                <a:blip r:embed="rId3"/>
                <a:stretch>
                  <a:fillRect t="-2278" r="-800" b="-5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33B2949-90B7-4309-AC45-59B137783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90" y="3552633"/>
            <a:ext cx="8139873" cy="246721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48076555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76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Simple Applications of MUL and IMUL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0313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 9.7: </a:t>
            </a:r>
            <a:r>
              <a:rPr lang="en-US" sz="2800" dirty="0">
                <a:latin typeface="Cambria" panose="02040503050406030204" pitchFamily="18" charset="0"/>
              </a:rPr>
              <a:t>Write a procedure FACTORIAL that will compute N! for a positive integer N. The procedure should receive N in CX and return N! in AX. Suppose that overflow does not occur.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Solution:  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CX is both loop counter and term.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E21018-7A0A-47E0-815D-9BA43C7E2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63" y="2736707"/>
            <a:ext cx="6912439" cy="255247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600606446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DIV and IDIV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When division is performed, we obtain two results, </a:t>
            </a:r>
          </a:p>
          <a:p>
            <a:pPr marL="1428750" lvl="2" indent="-514350">
              <a:buFont typeface="+mj-lt"/>
              <a:buAutoNum type="arabicParenR"/>
            </a:pPr>
            <a:r>
              <a:rPr lang="en-US" sz="2800" dirty="0">
                <a:latin typeface="Cambria" panose="02040503050406030204" pitchFamily="18" charset="0"/>
              </a:rPr>
              <a:t>Quotient. </a:t>
            </a:r>
          </a:p>
          <a:p>
            <a:pPr marL="1428750" lvl="2" indent="-514350">
              <a:buFont typeface="+mj-lt"/>
              <a:buAutoNum type="arabicParenR"/>
            </a:pPr>
            <a:r>
              <a:rPr lang="en-US" sz="2800" dirty="0">
                <a:latin typeface="Cambria" panose="02040503050406030204" pitchFamily="18" charset="0"/>
              </a:rPr>
              <a:t>Remainder.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DIV (divide) is used for unsigned division.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IDIV (integer divide) for signed division.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 syntax is,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4C2A2D-DDB4-4CD4-9A3E-6E7E93607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664" y="4332962"/>
            <a:ext cx="2417459" cy="165502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55811561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DIV and IDIV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latin typeface="Cambria" panose="02040503050406030204" pitchFamily="18" charset="0"/>
              </a:rPr>
              <a:t>Byte Form: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In this form, the divisor is an 8-bit register or memory byte.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16-bit dividend is assumed to be in AX.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After division, the 8-bit quotient is in AL and the 8-bit remainder Is in AH.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i="1" dirty="0">
                <a:latin typeface="Cambria" panose="02040503050406030204" pitchFamily="18" charset="0"/>
              </a:rPr>
              <a:t>Word Form: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Here the divisor is a 16-bit register or memory word.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32-bit dividend is assumed to be in DX:AX.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After division, the 16-bit quotient is in AX and the 16-bit remainder is in DX. </a:t>
            </a:r>
          </a:p>
        </p:txBody>
      </p:sp>
    </p:spTree>
    <p:extLst>
      <p:ext uri="{BB962C8B-B14F-4D97-AF65-F5344CB8AC3E}">
        <p14:creationId xmlns:p14="http://schemas.microsoft.com/office/powerpoint/2010/main" val="834560645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Sign Extension of the Dividend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 9.12: </a:t>
            </a:r>
            <a:r>
              <a:rPr lang="en-US" sz="2800" dirty="0">
                <a:latin typeface="Cambria" panose="02040503050406030204" pitchFamily="18" charset="0"/>
              </a:rPr>
              <a:t>Divide -1250 by 7.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Solution: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BB7CCF-C1BA-4593-BCB7-4F09A6316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4" y="2217768"/>
            <a:ext cx="9073119" cy="14961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05406946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11/18/2025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Sign Extension of the Dividend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835736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 9.13: </a:t>
            </a:r>
            <a:r>
              <a:rPr lang="en-US" sz="2800" dirty="0">
                <a:latin typeface="Cambria" panose="02040503050406030204" pitchFamily="18" charset="0"/>
              </a:rPr>
              <a:t>Divide the signed value of the byte variable XBYTE by – 7.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Solution:  </a:t>
            </a: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There is no effect of CBW and CWD on the flag.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747EC7-7C61-4FEB-BCA3-90916630D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12" y="2678543"/>
            <a:ext cx="8798072" cy="141650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36731200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2303</TotalTime>
  <Words>571</Words>
  <Application>Microsoft Office PowerPoint</Application>
  <PresentationFormat>A4 Paper (210x297 mm)</PresentationFormat>
  <Paragraphs>105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Md. Adnan Sami</cp:lastModifiedBy>
  <cp:revision>268</cp:revision>
  <dcterms:created xsi:type="dcterms:W3CDTF">2025-01-23T20:11:31Z</dcterms:created>
  <dcterms:modified xsi:type="dcterms:W3CDTF">2025-11-18T06:21:56Z</dcterms:modified>
</cp:coreProperties>
</file>