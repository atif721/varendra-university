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70" r:id="rId4"/>
    <p:sldId id="272" r:id="rId5"/>
    <p:sldId id="271" r:id="rId6"/>
    <p:sldId id="273" r:id="rId7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9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Lab</a:t>
            </a:r>
            <a:r>
              <a:rPr lang="bn-IN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 Lab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10/25/2026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748210"/>
            <a:ext cx="9908666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en-US" sz="2800" b="1" u="sng" dirty="0">
                <a:latin typeface="Cambria" panose="02040503050406030204" pitchFamily="18" charset="0"/>
                <a:cs typeface="Arial" panose="020B0604020202020204" pitchFamily="34" charset="0"/>
              </a:rPr>
              <a:t>Experiment No:</a:t>
            </a:r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04</a:t>
            </a:r>
          </a:p>
          <a:p>
            <a:pPr algn="just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en-US" sz="2800" b="1" u="sng" dirty="0">
                <a:latin typeface="Cambria" panose="02040503050406030204" pitchFamily="18" charset="0"/>
                <a:cs typeface="Arial" panose="020B0604020202020204" pitchFamily="34" charset="0"/>
              </a:rPr>
              <a:t>Name of the Experiment: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to print the letters A to Z using EMU8086.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to display a row of 80 stars using EMU8086.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to print a 5 × 5 matrix using EMU8086.</a:t>
            </a:r>
          </a:p>
        </p:txBody>
      </p:sp>
    </p:spTree>
    <p:extLst>
      <p:ext uri="{BB962C8B-B14F-4D97-AF65-F5344CB8AC3E}">
        <p14:creationId xmlns:p14="http://schemas.microsoft.com/office/powerpoint/2010/main" val="3612824206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10/25/2026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76636" y="1256358"/>
            <a:ext cx="6842900" cy="3971040"/>
            <a:chOff x="432972" y="420615"/>
            <a:chExt cx="6842900" cy="3971040"/>
          </a:xfrm>
        </p:grpSpPr>
        <p:sp>
          <p:nvSpPr>
            <p:cNvPr id="24" name="TextBox 1"/>
            <p:cNvSpPr txBox="1">
              <a:spLocks noChangeArrowheads="1"/>
            </p:cNvSpPr>
            <p:nvPr/>
          </p:nvSpPr>
          <p:spPr bwMode="auto">
            <a:xfrm>
              <a:off x="4503176" y="3002700"/>
              <a:ext cx="277269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indent="0" algn="just"/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972" y="420615"/>
              <a:ext cx="4354213" cy="3971040"/>
            </a:xfrm>
            <a:prstGeom prst="rect">
              <a:avLst/>
            </a:prstGeom>
          </p:spPr>
        </p:pic>
        <p:sp>
          <p:nvSpPr>
            <p:cNvPr id="3" name="Right Brace 2"/>
            <p:cNvSpPr/>
            <p:nvPr/>
          </p:nvSpPr>
          <p:spPr>
            <a:xfrm>
              <a:off x="4787185" y="2546555"/>
              <a:ext cx="244037" cy="1435510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65485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10/25/2026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FCD0C05B-32C5-4F33-A019-9CD60381B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some code in assembly language for printing A-Z using EMU8086.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438575-12BD-449C-A185-90AFBC913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648" y="746968"/>
            <a:ext cx="2570797" cy="558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00497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10/25/2026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FCD0C05B-32C5-4F33-A019-9CD60381B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857250" lvl="2" indent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some code in assembly language for displaying a row of 80 stars using EMU8086.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C62CA4-538B-3765-2B36-92C07C07F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889" y="928264"/>
            <a:ext cx="2750367" cy="545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61290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CA8B-95B7-0F66-DE17-D5F092F4A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E7122-97C8-2C07-0689-63BEED2E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10/25/2026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014BA-AE80-2A97-8A04-52168E3C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14B86-BCCC-F007-8AFB-EF9675E4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F2C611E7-FFAF-8132-8A14-D00D8C4B3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857250" lvl="2" indent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Write an assembly language program to print a 5 × 5 matrix using EMU8086.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B6BAFF-1016-C082-AC4D-1FC0AAF8A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803" y="900456"/>
            <a:ext cx="6490406" cy="556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22835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651</TotalTime>
  <Words>215</Words>
  <Application>Microsoft Office PowerPoint</Application>
  <PresentationFormat>A4 Paper (210x297 mm)</PresentationFormat>
  <Paragraphs>34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Md. Adnan Sami</cp:lastModifiedBy>
  <cp:revision>125</cp:revision>
  <dcterms:created xsi:type="dcterms:W3CDTF">2025-01-23T20:11:31Z</dcterms:created>
  <dcterms:modified xsi:type="dcterms:W3CDTF">2026-10-25T05:18:46Z</dcterms:modified>
</cp:coreProperties>
</file>