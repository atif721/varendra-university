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9144000" cy="6858000"/>
  <p:embeddedFontLst>
    <p:embeddedFont>
      <p:font typeface="Noto Sans Symbols"/>
      <p:regular r:id="rId28"/>
      <p:bold r:id="rId29"/>
    </p:embeddedFont>
    <p:embeddedFont>
      <p:font typeface="Cambria Math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R1trMpUmP+ZCsrYxAhXyWQbK2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F9A894-D037-4468-AD1A-A03F8086B980}">
  <a:tblStyle styleId="{15F9A894-D037-4468-AD1A-A03F8086B9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otoSansSymbol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otoSansSymbol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CambriaMath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body"/>
          </p:nvPr>
        </p:nvSpPr>
        <p:spPr>
          <a:xfrm>
            <a:off x="459740" y="1588515"/>
            <a:ext cx="4033520" cy="16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9740" y="1588515"/>
            <a:ext cx="4033520" cy="16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36.png"/><Relationship Id="rId7" Type="http://schemas.openxmlformats.org/officeDocument/2006/relationships/image" Target="../media/image12.png"/><Relationship Id="rId8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9.png"/><Relationship Id="rId13" Type="http://schemas.openxmlformats.org/officeDocument/2006/relationships/image" Target="../media/image25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35.png"/><Relationship Id="rId15" Type="http://schemas.openxmlformats.org/officeDocument/2006/relationships/image" Target="../media/image40.png"/><Relationship Id="rId14" Type="http://schemas.openxmlformats.org/officeDocument/2006/relationships/image" Target="../media/image33.png"/><Relationship Id="rId17" Type="http://schemas.openxmlformats.org/officeDocument/2006/relationships/image" Target="../media/image49.png"/><Relationship Id="rId16" Type="http://schemas.openxmlformats.org/officeDocument/2006/relationships/image" Target="../media/image30.png"/><Relationship Id="rId5" Type="http://schemas.openxmlformats.org/officeDocument/2006/relationships/image" Target="../media/image20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53.png"/><Relationship Id="rId11" Type="http://schemas.openxmlformats.org/officeDocument/2006/relationships/image" Target="../media/image30.png"/><Relationship Id="rId10" Type="http://schemas.openxmlformats.org/officeDocument/2006/relationships/image" Target="../media/image40.png"/><Relationship Id="rId21" Type="http://schemas.openxmlformats.org/officeDocument/2006/relationships/image" Target="../media/image44.png"/><Relationship Id="rId13" Type="http://schemas.openxmlformats.org/officeDocument/2006/relationships/image" Target="../media/image69.png"/><Relationship Id="rId1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33.png"/><Relationship Id="rId15" Type="http://schemas.openxmlformats.org/officeDocument/2006/relationships/image" Target="../media/image58.png"/><Relationship Id="rId14" Type="http://schemas.openxmlformats.org/officeDocument/2006/relationships/image" Target="../media/image43.png"/><Relationship Id="rId17" Type="http://schemas.openxmlformats.org/officeDocument/2006/relationships/image" Target="../media/image59.png"/><Relationship Id="rId16" Type="http://schemas.openxmlformats.org/officeDocument/2006/relationships/image" Target="../media/image45.png"/><Relationship Id="rId5" Type="http://schemas.openxmlformats.org/officeDocument/2006/relationships/image" Target="../media/image20.png"/><Relationship Id="rId19" Type="http://schemas.openxmlformats.org/officeDocument/2006/relationships/image" Target="../media/image47.png"/><Relationship Id="rId6" Type="http://schemas.openxmlformats.org/officeDocument/2006/relationships/image" Target="../media/image19.png"/><Relationship Id="rId18" Type="http://schemas.openxmlformats.org/officeDocument/2006/relationships/image" Target="../media/image57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jpg"/><Relationship Id="rId4" Type="http://schemas.openxmlformats.org/officeDocument/2006/relationships/image" Target="../media/image46.jpg"/><Relationship Id="rId5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5.jpg"/><Relationship Id="rId4" Type="http://schemas.openxmlformats.org/officeDocument/2006/relationships/image" Target="../media/image52.png"/><Relationship Id="rId5" Type="http://schemas.openxmlformats.org/officeDocument/2006/relationships/image" Target="../media/image50.jpg"/><Relationship Id="rId6" Type="http://schemas.openxmlformats.org/officeDocument/2006/relationships/image" Target="../media/image6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Relationship Id="rId4" Type="http://schemas.openxmlformats.org/officeDocument/2006/relationships/image" Target="../media/image60.jpg"/><Relationship Id="rId5" Type="http://schemas.openxmlformats.org/officeDocument/2006/relationships/image" Target="../media/image6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4.png"/><Relationship Id="rId10" Type="http://schemas.openxmlformats.org/officeDocument/2006/relationships/image" Target="../media/image77.png"/><Relationship Id="rId13" Type="http://schemas.openxmlformats.org/officeDocument/2006/relationships/image" Target="../media/image73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Relationship Id="rId4" Type="http://schemas.openxmlformats.org/officeDocument/2006/relationships/image" Target="../media/image31.png"/><Relationship Id="rId9" Type="http://schemas.openxmlformats.org/officeDocument/2006/relationships/image" Target="../media/image71.png"/><Relationship Id="rId15" Type="http://schemas.openxmlformats.org/officeDocument/2006/relationships/image" Target="../media/image85.png"/><Relationship Id="rId14" Type="http://schemas.openxmlformats.org/officeDocument/2006/relationships/image" Target="../media/image91.png"/><Relationship Id="rId17" Type="http://schemas.openxmlformats.org/officeDocument/2006/relationships/image" Target="../media/image86.png"/><Relationship Id="rId16" Type="http://schemas.openxmlformats.org/officeDocument/2006/relationships/image" Target="../media/image81.png"/><Relationship Id="rId5" Type="http://schemas.openxmlformats.org/officeDocument/2006/relationships/image" Target="../media/image63.png"/><Relationship Id="rId6" Type="http://schemas.openxmlformats.org/officeDocument/2006/relationships/image" Target="../media/image67.png"/><Relationship Id="rId18" Type="http://schemas.openxmlformats.org/officeDocument/2006/relationships/image" Target="../media/image76.png"/><Relationship Id="rId7" Type="http://schemas.openxmlformats.org/officeDocument/2006/relationships/image" Target="../media/image78.png"/><Relationship Id="rId8" Type="http://schemas.openxmlformats.org/officeDocument/2006/relationships/image" Target="../media/image7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5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Relationship Id="rId5" Type="http://schemas.openxmlformats.org/officeDocument/2006/relationships/image" Target="../media/image64.png"/><Relationship Id="rId6" Type="http://schemas.openxmlformats.org/officeDocument/2006/relationships/image" Target="../media/image31.png"/><Relationship Id="rId7" Type="http://schemas.openxmlformats.org/officeDocument/2006/relationships/image" Target="../media/image94.png"/><Relationship Id="rId8" Type="http://schemas.openxmlformats.org/officeDocument/2006/relationships/image" Target="../media/image8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0.png"/><Relationship Id="rId4" Type="http://schemas.openxmlformats.org/officeDocument/2006/relationships/image" Target="../media/image93.png"/><Relationship Id="rId5" Type="http://schemas.openxmlformats.org/officeDocument/2006/relationships/image" Target="../media/image88.png"/><Relationship Id="rId6" Type="http://schemas.openxmlformats.org/officeDocument/2006/relationships/image" Target="../media/image92.png"/><Relationship Id="rId7" Type="http://schemas.openxmlformats.org/officeDocument/2006/relationships/image" Target="../media/image102.png"/><Relationship Id="rId8" Type="http://schemas.openxmlformats.org/officeDocument/2006/relationships/image" Target="../media/image97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106.png"/><Relationship Id="rId13" Type="http://schemas.openxmlformats.org/officeDocument/2006/relationships/image" Target="../media/image99.png"/><Relationship Id="rId12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0.png"/><Relationship Id="rId4" Type="http://schemas.openxmlformats.org/officeDocument/2006/relationships/image" Target="../media/image101.png"/><Relationship Id="rId9" Type="http://schemas.openxmlformats.org/officeDocument/2006/relationships/image" Target="../media/image100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type="title"/>
          </p:nvPr>
        </p:nvSpPr>
        <p:spPr>
          <a:xfrm>
            <a:off x="1415288" y="1935479"/>
            <a:ext cx="6312535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Calibri"/>
                <a:ea typeface="Calibri"/>
                <a:cs typeface="Calibri"/>
                <a:sym typeface="Calibri"/>
              </a:rPr>
              <a:t>Computer Graphics:</a:t>
            </a:r>
            <a:endParaRPr sz="6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3599941" y="2854451"/>
            <a:ext cx="1941830" cy="84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Curves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/>
          <p:nvPr>
            <p:ph type="title"/>
          </p:nvPr>
        </p:nvSpPr>
        <p:spPr>
          <a:xfrm>
            <a:off x="3862323" y="462279"/>
            <a:ext cx="141859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535940" y="1509724"/>
            <a:ext cx="6273165" cy="4122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curve and its type?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Parametric Curve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Parametric &amp; Geometric Continuety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Spline Curve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HERMITE Spline Curve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Bezier Spline Curve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B-Spline Curve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Curves &amp; its Presentation</a:t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535940" y="1385061"/>
            <a:ext cx="7640955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think about curve following geometric figure comes  into mind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35940" y="3433064"/>
            <a:ext cx="5469255" cy="2004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1993900" rtl="0" algn="l">
              <a:lnSpc>
                <a:spcPct val="120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Curve is more than this!  Definition: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927100" marR="0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Lines joining a set of points cont.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927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 one point to another without any gap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2514600" y="2338600"/>
            <a:ext cx="3309620" cy="918210"/>
          </a:xfrm>
          <a:custGeom>
            <a:rect b="b" l="l" r="r" t="t"/>
            <a:pathLst>
              <a:path extrusionOk="0" h="918210" w="3309620">
                <a:moveTo>
                  <a:pt x="0" y="112499"/>
                </a:moveTo>
                <a:lnTo>
                  <a:pt x="4853" y="168621"/>
                </a:lnTo>
                <a:lnTo>
                  <a:pt x="9842" y="224502"/>
                </a:lnTo>
                <a:lnTo>
                  <a:pt x="15102" y="279897"/>
                </a:lnTo>
                <a:lnTo>
                  <a:pt x="20771" y="334566"/>
                </a:lnTo>
                <a:lnTo>
                  <a:pt x="26985" y="388265"/>
                </a:lnTo>
                <a:lnTo>
                  <a:pt x="33880" y="440753"/>
                </a:lnTo>
                <a:lnTo>
                  <a:pt x="41593" y="491787"/>
                </a:lnTo>
                <a:lnTo>
                  <a:pt x="50261" y="541125"/>
                </a:lnTo>
                <a:lnTo>
                  <a:pt x="60020" y="588524"/>
                </a:lnTo>
                <a:lnTo>
                  <a:pt x="71007" y="633742"/>
                </a:lnTo>
                <a:lnTo>
                  <a:pt x="83359" y="676538"/>
                </a:lnTo>
                <a:lnTo>
                  <a:pt x="97212" y="716668"/>
                </a:lnTo>
                <a:lnTo>
                  <a:pt x="112703" y="753890"/>
                </a:lnTo>
                <a:lnTo>
                  <a:pt x="129968" y="787962"/>
                </a:lnTo>
                <a:lnTo>
                  <a:pt x="170368" y="845687"/>
                </a:lnTo>
                <a:lnTo>
                  <a:pt x="219504" y="887904"/>
                </a:lnTo>
                <a:lnTo>
                  <a:pt x="278471" y="912674"/>
                </a:lnTo>
                <a:lnTo>
                  <a:pt x="348361" y="918060"/>
                </a:lnTo>
                <a:lnTo>
                  <a:pt x="373874" y="914366"/>
                </a:lnTo>
                <a:lnTo>
                  <a:pt x="430679" y="895161"/>
                </a:lnTo>
                <a:lnTo>
                  <a:pt x="494463" y="861835"/>
                </a:lnTo>
                <a:lnTo>
                  <a:pt x="528699" y="840490"/>
                </a:lnTo>
                <a:lnTo>
                  <a:pt x="564354" y="816350"/>
                </a:lnTo>
                <a:lnTo>
                  <a:pt x="601318" y="789660"/>
                </a:lnTo>
                <a:lnTo>
                  <a:pt x="639483" y="760665"/>
                </a:lnTo>
                <a:lnTo>
                  <a:pt x="678740" y="729610"/>
                </a:lnTo>
                <a:lnTo>
                  <a:pt x="718979" y="696741"/>
                </a:lnTo>
                <a:lnTo>
                  <a:pt x="760093" y="662303"/>
                </a:lnTo>
                <a:lnTo>
                  <a:pt x="801971" y="626540"/>
                </a:lnTo>
                <a:lnTo>
                  <a:pt x="844507" y="589698"/>
                </a:lnTo>
                <a:lnTo>
                  <a:pt x="887589" y="552022"/>
                </a:lnTo>
                <a:lnTo>
                  <a:pt x="931111" y="513757"/>
                </a:lnTo>
                <a:lnTo>
                  <a:pt x="974963" y="475147"/>
                </a:lnTo>
                <a:lnTo>
                  <a:pt x="1019035" y="436439"/>
                </a:lnTo>
                <a:lnTo>
                  <a:pt x="1063220" y="397877"/>
                </a:lnTo>
                <a:lnTo>
                  <a:pt x="1107409" y="359707"/>
                </a:lnTo>
                <a:lnTo>
                  <a:pt x="1151492" y="322173"/>
                </a:lnTo>
                <a:lnTo>
                  <a:pt x="1195361" y="285520"/>
                </a:lnTo>
                <a:lnTo>
                  <a:pt x="1238908" y="249994"/>
                </a:lnTo>
                <a:lnTo>
                  <a:pt x="1282022" y="215840"/>
                </a:lnTo>
                <a:lnTo>
                  <a:pt x="1324596" y="183302"/>
                </a:lnTo>
                <a:lnTo>
                  <a:pt x="1366520" y="152626"/>
                </a:lnTo>
                <a:lnTo>
                  <a:pt x="1407686" y="124058"/>
                </a:lnTo>
                <a:lnTo>
                  <a:pt x="1447985" y="97841"/>
                </a:lnTo>
                <a:lnTo>
                  <a:pt x="1487308" y="74222"/>
                </a:lnTo>
                <a:lnTo>
                  <a:pt x="1525547" y="53444"/>
                </a:lnTo>
                <a:lnTo>
                  <a:pt x="1562592" y="35754"/>
                </a:lnTo>
                <a:lnTo>
                  <a:pt x="1598335" y="21397"/>
                </a:lnTo>
                <a:lnTo>
                  <a:pt x="1665477" y="3660"/>
                </a:lnTo>
                <a:lnTo>
                  <a:pt x="1708360" y="0"/>
                </a:lnTo>
                <a:lnTo>
                  <a:pt x="1749976" y="2204"/>
                </a:lnTo>
                <a:lnTo>
                  <a:pt x="1790399" y="9800"/>
                </a:lnTo>
                <a:lnTo>
                  <a:pt x="1829700" y="22313"/>
                </a:lnTo>
                <a:lnTo>
                  <a:pt x="1867954" y="39268"/>
                </a:lnTo>
                <a:lnTo>
                  <a:pt x="1905233" y="60190"/>
                </a:lnTo>
                <a:lnTo>
                  <a:pt x="1941611" y="84606"/>
                </a:lnTo>
                <a:lnTo>
                  <a:pt x="1977160" y="112041"/>
                </a:lnTo>
                <a:lnTo>
                  <a:pt x="2011954" y="142020"/>
                </a:lnTo>
                <a:lnTo>
                  <a:pt x="2046065" y="174070"/>
                </a:lnTo>
                <a:lnTo>
                  <a:pt x="2079567" y="207715"/>
                </a:lnTo>
                <a:lnTo>
                  <a:pt x="2112532" y="242481"/>
                </a:lnTo>
                <a:lnTo>
                  <a:pt x="2145035" y="277894"/>
                </a:lnTo>
                <a:lnTo>
                  <a:pt x="2177147" y="313480"/>
                </a:lnTo>
                <a:lnTo>
                  <a:pt x="2208942" y="348764"/>
                </a:lnTo>
                <a:lnTo>
                  <a:pt x="2240493" y="383271"/>
                </a:lnTo>
                <a:lnTo>
                  <a:pt x="2271873" y="416528"/>
                </a:lnTo>
                <a:lnTo>
                  <a:pt x="2303155" y="448059"/>
                </a:lnTo>
                <a:lnTo>
                  <a:pt x="2334412" y="477390"/>
                </a:lnTo>
                <a:lnTo>
                  <a:pt x="2365717" y="504048"/>
                </a:lnTo>
                <a:lnTo>
                  <a:pt x="2397143" y="527557"/>
                </a:lnTo>
                <a:lnTo>
                  <a:pt x="2460652" y="563233"/>
                </a:lnTo>
                <a:lnTo>
                  <a:pt x="2525522" y="580621"/>
                </a:lnTo>
                <a:lnTo>
                  <a:pt x="2763545" y="529892"/>
                </a:lnTo>
                <a:lnTo>
                  <a:pt x="3020107" y="390057"/>
                </a:lnTo>
                <a:lnTo>
                  <a:pt x="3225305" y="244793"/>
                </a:lnTo>
                <a:lnTo>
                  <a:pt x="3309239" y="177777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257800" y="4191000"/>
            <a:ext cx="304800" cy="381000"/>
          </a:xfrm>
          <a:custGeom>
            <a:rect b="b" l="l" r="r" t="t"/>
            <a:pathLst>
              <a:path extrusionOk="0" h="381000" w="304800">
                <a:moveTo>
                  <a:pt x="0" y="381000"/>
                </a:moveTo>
                <a:lnTo>
                  <a:pt x="304800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562600" y="4191000"/>
            <a:ext cx="838200" cy="533400"/>
          </a:xfrm>
          <a:custGeom>
            <a:rect b="b" l="l" r="r" t="t"/>
            <a:pathLst>
              <a:path extrusionOk="0" h="533400" w="838200">
                <a:moveTo>
                  <a:pt x="0" y="0"/>
                </a:moveTo>
                <a:lnTo>
                  <a:pt x="838200" y="5334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0" y="3810000"/>
            <a:ext cx="685800" cy="914400"/>
          </a:xfrm>
          <a:custGeom>
            <a:rect b="b" l="l" r="r" t="t"/>
            <a:pathLst>
              <a:path extrusionOk="0" h="914400" w="685800">
                <a:moveTo>
                  <a:pt x="0" y="914400"/>
                </a:moveTo>
                <a:lnTo>
                  <a:pt x="685800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086600" y="3810000"/>
            <a:ext cx="1295400" cy="381000"/>
          </a:xfrm>
          <a:custGeom>
            <a:rect b="b" l="l" r="r" t="t"/>
            <a:pathLst>
              <a:path extrusionOk="0" h="381000" w="1295400">
                <a:moveTo>
                  <a:pt x="0" y="0"/>
                </a:moveTo>
                <a:lnTo>
                  <a:pt x="1295400" y="3810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73700" y="4102100"/>
            <a:ext cx="101600" cy="14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179821" y="4515739"/>
            <a:ext cx="101600" cy="14731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369300" y="4145660"/>
            <a:ext cx="101600" cy="14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073900" y="3764660"/>
            <a:ext cx="101600" cy="14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311900" y="4622419"/>
            <a:ext cx="101600" cy="14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324600" y="5069836"/>
            <a:ext cx="2057400" cy="706120"/>
          </a:xfrm>
          <a:custGeom>
            <a:rect b="b" l="l" r="r" t="t"/>
            <a:pathLst>
              <a:path extrusionOk="0" h="706120" w="2057400">
                <a:moveTo>
                  <a:pt x="0" y="86236"/>
                </a:moveTo>
                <a:lnTo>
                  <a:pt x="4156" y="145542"/>
                </a:lnTo>
                <a:lnTo>
                  <a:pt x="8533" y="204360"/>
                </a:lnTo>
                <a:lnTo>
                  <a:pt x="13351" y="262206"/>
                </a:lnTo>
                <a:lnTo>
                  <a:pt x="18831" y="318597"/>
                </a:lnTo>
                <a:lnTo>
                  <a:pt x="25194" y="373048"/>
                </a:lnTo>
                <a:lnTo>
                  <a:pt x="32660" y="425076"/>
                </a:lnTo>
                <a:lnTo>
                  <a:pt x="41450" y="474196"/>
                </a:lnTo>
                <a:lnTo>
                  <a:pt x="51784" y="519926"/>
                </a:lnTo>
                <a:lnTo>
                  <a:pt x="63883" y="561779"/>
                </a:lnTo>
                <a:lnTo>
                  <a:pt x="77968" y="599274"/>
                </a:lnTo>
                <a:lnTo>
                  <a:pt x="112978" y="659251"/>
                </a:lnTo>
                <a:lnTo>
                  <a:pt x="158578" y="695984"/>
                </a:lnTo>
                <a:lnTo>
                  <a:pt x="216534" y="705603"/>
                </a:lnTo>
                <a:lnTo>
                  <a:pt x="240418" y="700302"/>
                </a:lnTo>
                <a:lnTo>
                  <a:pt x="295753" y="670635"/>
                </a:lnTo>
                <a:lnTo>
                  <a:pt x="326768" y="647487"/>
                </a:lnTo>
                <a:lnTo>
                  <a:pt x="359723" y="619606"/>
                </a:lnTo>
                <a:lnTo>
                  <a:pt x="394400" y="587603"/>
                </a:lnTo>
                <a:lnTo>
                  <a:pt x="430580" y="552085"/>
                </a:lnTo>
                <a:lnTo>
                  <a:pt x="468043" y="513661"/>
                </a:lnTo>
                <a:lnTo>
                  <a:pt x="506573" y="472940"/>
                </a:lnTo>
                <a:lnTo>
                  <a:pt x="545949" y="430531"/>
                </a:lnTo>
                <a:lnTo>
                  <a:pt x="585953" y="387043"/>
                </a:lnTo>
                <a:lnTo>
                  <a:pt x="626367" y="343083"/>
                </a:lnTo>
                <a:lnTo>
                  <a:pt x="666973" y="299262"/>
                </a:lnTo>
                <a:lnTo>
                  <a:pt x="707550" y="256187"/>
                </a:lnTo>
                <a:lnTo>
                  <a:pt x="747882" y="214467"/>
                </a:lnTo>
                <a:lnTo>
                  <a:pt x="787748" y="174711"/>
                </a:lnTo>
                <a:lnTo>
                  <a:pt x="826931" y="137528"/>
                </a:lnTo>
                <a:lnTo>
                  <a:pt x="865212" y="103526"/>
                </a:lnTo>
                <a:lnTo>
                  <a:pt x="902371" y="73315"/>
                </a:lnTo>
                <a:lnTo>
                  <a:pt x="938192" y="47502"/>
                </a:lnTo>
                <a:lnTo>
                  <a:pt x="972454" y="26697"/>
                </a:lnTo>
                <a:lnTo>
                  <a:pt x="1035430" y="2543"/>
                </a:lnTo>
                <a:lnTo>
                  <a:pt x="1074377" y="0"/>
                </a:lnTo>
                <a:lnTo>
                  <a:pt x="1111663" y="6835"/>
                </a:lnTo>
                <a:lnTo>
                  <a:pt x="1147432" y="21889"/>
                </a:lnTo>
                <a:lnTo>
                  <a:pt x="1181830" y="44002"/>
                </a:lnTo>
                <a:lnTo>
                  <a:pt x="1215000" y="72015"/>
                </a:lnTo>
                <a:lnTo>
                  <a:pt x="1247090" y="104768"/>
                </a:lnTo>
                <a:lnTo>
                  <a:pt x="1278242" y="141101"/>
                </a:lnTo>
                <a:lnTo>
                  <a:pt x="1308602" y="179853"/>
                </a:lnTo>
                <a:lnTo>
                  <a:pt x="1338315" y="219866"/>
                </a:lnTo>
                <a:lnTo>
                  <a:pt x="1367525" y="259979"/>
                </a:lnTo>
                <a:lnTo>
                  <a:pt x="1396378" y="299032"/>
                </a:lnTo>
                <a:lnTo>
                  <a:pt x="1425018" y="335867"/>
                </a:lnTo>
                <a:lnTo>
                  <a:pt x="1453591" y="369322"/>
                </a:lnTo>
                <a:lnTo>
                  <a:pt x="1482240" y="398238"/>
                </a:lnTo>
                <a:lnTo>
                  <a:pt x="1540350" y="437814"/>
                </a:lnTo>
                <a:lnTo>
                  <a:pt x="1570101" y="446154"/>
                </a:lnTo>
                <a:lnTo>
                  <a:pt x="1718089" y="407205"/>
                </a:lnTo>
                <a:lnTo>
                  <a:pt x="1877615" y="299723"/>
                </a:lnTo>
                <a:lnTo>
                  <a:pt x="2005208" y="188051"/>
                </a:lnTo>
                <a:lnTo>
                  <a:pt x="2057400" y="136528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36660" y="5101463"/>
            <a:ext cx="101600" cy="1473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300978" y="5090540"/>
            <a:ext cx="101600" cy="14731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535940" y="6115050"/>
            <a:ext cx="776541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 A curve is a set of infinite points in which each point has two neighbours  except end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Curves &amp; its Presentation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535940" y="1337055"/>
            <a:ext cx="1799589" cy="315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curves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497840" y="3363976"/>
            <a:ext cx="8161020" cy="295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Types: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965200" marR="0" rtl="0" algn="l">
              <a:lnSpc>
                <a:spcPct val="120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8260" lvl="0" marL="965200" marR="55880" rtl="0" algn="just">
              <a:lnSpc>
                <a:spcPct val="8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mathematical function y = f(x) can be plotted as a curve. Such a function is the  explicit representation of the curve. The explicit representation is not general,  since it cannot represent vertical lines and is also single-valued. For each value of  x, only a single value of y is normally computed by the function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965200" marR="0" rtl="0" algn="just">
              <a:lnSpc>
                <a:spcPct val="1194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AutoNum type="arabicPeriod" startAt="2"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65200" marR="90805" rtl="0" algn="just">
              <a:lnSpc>
                <a:spcPct val="81200"/>
              </a:lnSpc>
              <a:spcBef>
                <a:spcPts val="58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Implicit curve representations define the set of points on a curve by employing a  procedure that can test to see if a point in on the curve. Usually, an implicit curve  is defined by an implicit function of the form, f(x,y)=0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65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common example is the circle, whose implicit representation is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79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30000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y</a:t>
            </a:r>
            <a:r>
              <a:rPr b="1" baseline="30000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</a:t>
            </a:r>
            <a:r>
              <a:rPr b="1" baseline="30000" lang="en-US" sz="16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62000" y="2110187"/>
            <a:ext cx="1524000" cy="918210"/>
          </a:xfrm>
          <a:custGeom>
            <a:rect b="b" l="l" r="r" t="t"/>
            <a:pathLst>
              <a:path extrusionOk="0" h="918210" w="1524000">
                <a:moveTo>
                  <a:pt x="0" y="112312"/>
                </a:moveTo>
                <a:lnTo>
                  <a:pt x="2589" y="177280"/>
                </a:lnTo>
                <a:lnTo>
                  <a:pt x="5275" y="241872"/>
                </a:lnTo>
                <a:lnTo>
                  <a:pt x="8157" y="305712"/>
                </a:lnTo>
                <a:lnTo>
                  <a:pt x="11331" y="368423"/>
                </a:lnTo>
                <a:lnTo>
                  <a:pt x="14896" y="429629"/>
                </a:lnTo>
                <a:lnTo>
                  <a:pt x="18949" y="488954"/>
                </a:lnTo>
                <a:lnTo>
                  <a:pt x="23587" y="546023"/>
                </a:lnTo>
                <a:lnTo>
                  <a:pt x="28908" y="600458"/>
                </a:lnTo>
                <a:lnTo>
                  <a:pt x="35010" y="651884"/>
                </a:lnTo>
                <a:lnTo>
                  <a:pt x="41989" y="699925"/>
                </a:lnTo>
                <a:lnTo>
                  <a:pt x="49945" y="744203"/>
                </a:lnTo>
                <a:lnTo>
                  <a:pt x="58974" y="784344"/>
                </a:lnTo>
                <a:lnTo>
                  <a:pt x="80642" y="850708"/>
                </a:lnTo>
                <a:lnTo>
                  <a:pt x="107775" y="896006"/>
                </a:lnTo>
                <a:lnTo>
                  <a:pt x="141152" y="917230"/>
                </a:lnTo>
                <a:lnTo>
                  <a:pt x="160426" y="917873"/>
                </a:lnTo>
                <a:lnTo>
                  <a:pt x="177338" y="911439"/>
                </a:lnTo>
                <a:lnTo>
                  <a:pt x="216338" y="875676"/>
                </a:lnTo>
                <a:lnTo>
                  <a:pt x="261287" y="814033"/>
                </a:lnTo>
                <a:lnTo>
                  <a:pt x="285637" y="775248"/>
                </a:lnTo>
                <a:lnTo>
                  <a:pt x="311046" y="732084"/>
                </a:lnTo>
                <a:lnTo>
                  <a:pt x="337373" y="685238"/>
                </a:lnTo>
                <a:lnTo>
                  <a:pt x="364474" y="635405"/>
                </a:lnTo>
                <a:lnTo>
                  <a:pt x="392206" y="583283"/>
                </a:lnTo>
                <a:lnTo>
                  <a:pt x="420428" y="529570"/>
                </a:lnTo>
                <a:lnTo>
                  <a:pt x="448997" y="474961"/>
                </a:lnTo>
                <a:lnTo>
                  <a:pt x="477770" y="420153"/>
                </a:lnTo>
                <a:lnTo>
                  <a:pt x="506604" y="365844"/>
                </a:lnTo>
                <a:lnTo>
                  <a:pt x="535357" y="312731"/>
                </a:lnTo>
                <a:lnTo>
                  <a:pt x="563886" y="261509"/>
                </a:lnTo>
                <a:lnTo>
                  <a:pt x="592049" y="212876"/>
                </a:lnTo>
                <a:lnTo>
                  <a:pt x="619703" y="167530"/>
                </a:lnTo>
                <a:lnTo>
                  <a:pt x="646705" y="126165"/>
                </a:lnTo>
                <a:lnTo>
                  <a:pt x="672914" y="89481"/>
                </a:lnTo>
                <a:lnTo>
                  <a:pt x="698185" y="58172"/>
                </a:lnTo>
                <a:lnTo>
                  <a:pt x="745347" y="14472"/>
                </a:lnTo>
                <a:lnTo>
                  <a:pt x="794227" y="0"/>
                </a:lnTo>
                <a:lnTo>
                  <a:pt x="820399" y="7484"/>
                </a:lnTo>
                <a:lnTo>
                  <a:pt x="869799" y="50245"/>
                </a:lnTo>
                <a:lnTo>
                  <a:pt x="893208" y="82979"/>
                </a:lnTo>
                <a:lnTo>
                  <a:pt x="915876" y="121588"/>
                </a:lnTo>
                <a:lnTo>
                  <a:pt x="937895" y="164800"/>
                </a:lnTo>
                <a:lnTo>
                  <a:pt x="959354" y="211344"/>
                </a:lnTo>
                <a:lnTo>
                  <a:pt x="980344" y="259950"/>
                </a:lnTo>
                <a:lnTo>
                  <a:pt x="1000956" y="309346"/>
                </a:lnTo>
                <a:lnTo>
                  <a:pt x="1021279" y="358261"/>
                </a:lnTo>
                <a:lnTo>
                  <a:pt x="1041404" y="405424"/>
                </a:lnTo>
                <a:lnTo>
                  <a:pt x="1061422" y="449564"/>
                </a:lnTo>
                <a:lnTo>
                  <a:pt x="1081423" y="489410"/>
                </a:lnTo>
                <a:lnTo>
                  <a:pt x="1101498" y="523691"/>
                </a:lnTo>
                <a:lnTo>
                  <a:pt x="1142228" y="570474"/>
                </a:lnTo>
                <a:lnTo>
                  <a:pt x="1163066" y="580434"/>
                </a:lnTo>
                <a:lnTo>
                  <a:pt x="1272665" y="529706"/>
                </a:lnTo>
                <a:lnTo>
                  <a:pt x="1390824" y="389871"/>
                </a:lnTo>
                <a:lnTo>
                  <a:pt x="1485338" y="244607"/>
                </a:lnTo>
                <a:lnTo>
                  <a:pt x="1524000" y="17759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410200" y="2057400"/>
            <a:ext cx="1752600" cy="1143000"/>
          </a:xfrm>
          <a:custGeom>
            <a:rect b="b" l="l" r="r" t="t"/>
            <a:pathLst>
              <a:path extrusionOk="0" h="1143000" w="1752600">
                <a:moveTo>
                  <a:pt x="0" y="1143000"/>
                </a:moveTo>
                <a:lnTo>
                  <a:pt x="1752600" y="1143000"/>
                </a:lnTo>
                <a:lnTo>
                  <a:pt x="1752600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657600" y="1905000"/>
            <a:ext cx="1524000" cy="1295400"/>
          </a:xfrm>
          <a:custGeom>
            <a:rect b="b" l="l" r="r" t="t"/>
            <a:pathLst>
              <a:path extrusionOk="0" h="1295400" w="1524000">
                <a:moveTo>
                  <a:pt x="0" y="1295400"/>
                </a:moveTo>
                <a:lnTo>
                  <a:pt x="762000" y="0"/>
                </a:lnTo>
                <a:lnTo>
                  <a:pt x="1524000" y="1295400"/>
                </a:lnTo>
                <a:lnTo>
                  <a:pt x="0" y="1295400"/>
                </a:lnTo>
                <a:close/>
              </a:path>
            </a:pathLst>
          </a:custGeom>
          <a:noFill/>
          <a:ln cap="flat" cmpd="sng" w="2540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286000" y="2514600"/>
            <a:ext cx="1524000" cy="304800"/>
          </a:xfrm>
          <a:custGeom>
            <a:rect b="b" l="l" r="r" t="t"/>
            <a:pathLst>
              <a:path extrusionOk="0" h="304800" w="1524000">
                <a:moveTo>
                  <a:pt x="0" y="304800"/>
                </a:moveTo>
                <a:lnTo>
                  <a:pt x="1524000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315200" y="1905000"/>
            <a:ext cx="1447800" cy="1371600"/>
          </a:xfrm>
          <a:custGeom>
            <a:rect b="b" l="l" r="r" t="t"/>
            <a:pathLst>
              <a:path extrusionOk="0" h="1371600" w="1447800">
                <a:moveTo>
                  <a:pt x="0" y="685800"/>
                </a:moveTo>
                <a:lnTo>
                  <a:pt x="1670" y="638850"/>
                </a:lnTo>
                <a:lnTo>
                  <a:pt x="6608" y="592750"/>
                </a:lnTo>
                <a:lnTo>
                  <a:pt x="14707" y="547599"/>
                </a:lnTo>
                <a:lnTo>
                  <a:pt x="25858" y="503502"/>
                </a:lnTo>
                <a:lnTo>
                  <a:pt x="39954" y="460559"/>
                </a:lnTo>
                <a:lnTo>
                  <a:pt x="56888" y="418873"/>
                </a:lnTo>
                <a:lnTo>
                  <a:pt x="76550" y="378547"/>
                </a:lnTo>
                <a:lnTo>
                  <a:pt x="98834" y="339682"/>
                </a:lnTo>
                <a:lnTo>
                  <a:pt x="123631" y="302381"/>
                </a:lnTo>
                <a:lnTo>
                  <a:pt x="150834" y="266746"/>
                </a:lnTo>
                <a:lnTo>
                  <a:pt x="180335" y="232879"/>
                </a:lnTo>
                <a:lnTo>
                  <a:pt x="212026" y="200882"/>
                </a:lnTo>
                <a:lnTo>
                  <a:pt x="245799" y="170857"/>
                </a:lnTo>
                <a:lnTo>
                  <a:pt x="281547" y="142908"/>
                </a:lnTo>
                <a:lnTo>
                  <a:pt x="319161" y="117135"/>
                </a:lnTo>
                <a:lnTo>
                  <a:pt x="358535" y="93641"/>
                </a:lnTo>
                <a:lnTo>
                  <a:pt x="399559" y="72528"/>
                </a:lnTo>
                <a:lnTo>
                  <a:pt x="442126" y="53899"/>
                </a:lnTo>
                <a:lnTo>
                  <a:pt x="486129" y="37856"/>
                </a:lnTo>
                <a:lnTo>
                  <a:pt x="531459" y="24500"/>
                </a:lnTo>
                <a:lnTo>
                  <a:pt x="578009" y="13934"/>
                </a:lnTo>
                <a:lnTo>
                  <a:pt x="625671" y="6261"/>
                </a:lnTo>
                <a:lnTo>
                  <a:pt x="674337" y="1582"/>
                </a:lnTo>
                <a:lnTo>
                  <a:pt x="723900" y="0"/>
                </a:lnTo>
                <a:lnTo>
                  <a:pt x="773462" y="1582"/>
                </a:lnTo>
                <a:lnTo>
                  <a:pt x="822128" y="6261"/>
                </a:lnTo>
                <a:lnTo>
                  <a:pt x="869790" y="13934"/>
                </a:lnTo>
                <a:lnTo>
                  <a:pt x="916340" y="24500"/>
                </a:lnTo>
                <a:lnTo>
                  <a:pt x="961670" y="37856"/>
                </a:lnTo>
                <a:lnTo>
                  <a:pt x="1005673" y="53899"/>
                </a:lnTo>
                <a:lnTo>
                  <a:pt x="1048240" y="72528"/>
                </a:lnTo>
                <a:lnTo>
                  <a:pt x="1089264" y="93641"/>
                </a:lnTo>
                <a:lnTo>
                  <a:pt x="1128638" y="117135"/>
                </a:lnTo>
                <a:lnTo>
                  <a:pt x="1166252" y="142908"/>
                </a:lnTo>
                <a:lnTo>
                  <a:pt x="1202000" y="170857"/>
                </a:lnTo>
                <a:lnTo>
                  <a:pt x="1235773" y="200882"/>
                </a:lnTo>
                <a:lnTo>
                  <a:pt x="1267464" y="232879"/>
                </a:lnTo>
                <a:lnTo>
                  <a:pt x="1296965" y="266746"/>
                </a:lnTo>
                <a:lnTo>
                  <a:pt x="1324168" y="302381"/>
                </a:lnTo>
                <a:lnTo>
                  <a:pt x="1348965" y="339682"/>
                </a:lnTo>
                <a:lnTo>
                  <a:pt x="1371249" y="378547"/>
                </a:lnTo>
                <a:lnTo>
                  <a:pt x="1390911" y="418873"/>
                </a:lnTo>
                <a:lnTo>
                  <a:pt x="1407845" y="460559"/>
                </a:lnTo>
                <a:lnTo>
                  <a:pt x="1421941" y="503502"/>
                </a:lnTo>
                <a:lnTo>
                  <a:pt x="1433092" y="547599"/>
                </a:lnTo>
                <a:lnTo>
                  <a:pt x="1441191" y="592750"/>
                </a:lnTo>
                <a:lnTo>
                  <a:pt x="1446129" y="638850"/>
                </a:lnTo>
                <a:lnTo>
                  <a:pt x="1447800" y="685800"/>
                </a:lnTo>
                <a:lnTo>
                  <a:pt x="1446129" y="732749"/>
                </a:lnTo>
                <a:lnTo>
                  <a:pt x="1441191" y="778849"/>
                </a:lnTo>
                <a:lnTo>
                  <a:pt x="1433092" y="824000"/>
                </a:lnTo>
                <a:lnTo>
                  <a:pt x="1421941" y="868097"/>
                </a:lnTo>
                <a:lnTo>
                  <a:pt x="1407845" y="911040"/>
                </a:lnTo>
                <a:lnTo>
                  <a:pt x="1390911" y="952726"/>
                </a:lnTo>
                <a:lnTo>
                  <a:pt x="1371249" y="993052"/>
                </a:lnTo>
                <a:lnTo>
                  <a:pt x="1348965" y="1031917"/>
                </a:lnTo>
                <a:lnTo>
                  <a:pt x="1324168" y="1069218"/>
                </a:lnTo>
                <a:lnTo>
                  <a:pt x="1296965" y="1104853"/>
                </a:lnTo>
                <a:lnTo>
                  <a:pt x="1267464" y="1138720"/>
                </a:lnTo>
                <a:lnTo>
                  <a:pt x="1235773" y="1170717"/>
                </a:lnTo>
                <a:lnTo>
                  <a:pt x="1202000" y="1200742"/>
                </a:lnTo>
                <a:lnTo>
                  <a:pt x="1166252" y="1228691"/>
                </a:lnTo>
                <a:lnTo>
                  <a:pt x="1128638" y="1254464"/>
                </a:lnTo>
                <a:lnTo>
                  <a:pt x="1089264" y="1277958"/>
                </a:lnTo>
                <a:lnTo>
                  <a:pt x="1048240" y="1299071"/>
                </a:lnTo>
                <a:lnTo>
                  <a:pt x="1005673" y="1317700"/>
                </a:lnTo>
                <a:lnTo>
                  <a:pt x="961670" y="1333743"/>
                </a:lnTo>
                <a:lnTo>
                  <a:pt x="916340" y="1347099"/>
                </a:lnTo>
                <a:lnTo>
                  <a:pt x="869790" y="1357665"/>
                </a:lnTo>
                <a:lnTo>
                  <a:pt x="822128" y="1365338"/>
                </a:lnTo>
                <a:lnTo>
                  <a:pt x="773462" y="1370017"/>
                </a:lnTo>
                <a:lnTo>
                  <a:pt x="723900" y="1371600"/>
                </a:lnTo>
                <a:lnTo>
                  <a:pt x="674337" y="1370017"/>
                </a:lnTo>
                <a:lnTo>
                  <a:pt x="625671" y="1365338"/>
                </a:lnTo>
                <a:lnTo>
                  <a:pt x="578009" y="1357665"/>
                </a:lnTo>
                <a:lnTo>
                  <a:pt x="531459" y="1347099"/>
                </a:lnTo>
                <a:lnTo>
                  <a:pt x="486129" y="1333743"/>
                </a:lnTo>
                <a:lnTo>
                  <a:pt x="442126" y="1317700"/>
                </a:lnTo>
                <a:lnTo>
                  <a:pt x="399559" y="1299071"/>
                </a:lnTo>
                <a:lnTo>
                  <a:pt x="358535" y="1277958"/>
                </a:lnTo>
                <a:lnTo>
                  <a:pt x="319161" y="1254464"/>
                </a:lnTo>
                <a:lnTo>
                  <a:pt x="281547" y="1228691"/>
                </a:lnTo>
                <a:lnTo>
                  <a:pt x="245799" y="1200742"/>
                </a:lnTo>
                <a:lnTo>
                  <a:pt x="212026" y="1170717"/>
                </a:lnTo>
                <a:lnTo>
                  <a:pt x="180335" y="1138720"/>
                </a:lnTo>
                <a:lnTo>
                  <a:pt x="150834" y="1104853"/>
                </a:lnTo>
                <a:lnTo>
                  <a:pt x="123631" y="1069218"/>
                </a:lnTo>
                <a:lnTo>
                  <a:pt x="98834" y="1031917"/>
                </a:lnTo>
                <a:lnTo>
                  <a:pt x="76550" y="993052"/>
                </a:lnTo>
                <a:lnTo>
                  <a:pt x="56888" y="952726"/>
                </a:lnTo>
                <a:lnTo>
                  <a:pt x="39954" y="911040"/>
                </a:lnTo>
                <a:lnTo>
                  <a:pt x="25858" y="868097"/>
                </a:lnTo>
                <a:lnTo>
                  <a:pt x="14707" y="824000"/>
                </a:lnTo>
                <a:lnTo>
                  <a:pt x="6608" y="778849"/>
                </a:lnTo>
                <a:lnTo>
                  <a:pt x="1670" y="732749"/>
                </a:lnTo>
                <a:lnTo>
                  <a:pt x="0" y="68580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Curves &amp; its Presentation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535940" y="1307296"/>
            <a:ext cx="8072120" cy="523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Parametric Curve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62864" lvl="0" marL="927100" marR="5080" rtl="0" algn="just">
              <a:lnSpc>
                <a:spcPct val="907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Curves having parametric form are called parametric curves. The  explicit and implicit curve representations can be used only when  the function is known. In practice the parametric curves are used. A  two-dimensional parametric curve has the following form 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6050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 = f(t), g(t) or P(t) = x(t), y(t)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5650" marR="5080" rtl="0" algn="just">
              <a:lnSpc>
                <a:spcPct val="108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functions f and g become the (x,y) coordinates of any point on the  curve, and the points are obtained when the parameter t is varied  over a certain interval [a, b], normally [0, 1].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13200" marR="0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P(t=0)	P(t=0.8)	P(t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417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(x0,y0)	(x,y)	(x1,y1)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273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P(x,y)=(1-t)P0 + tP1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27350" marR="95567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(1-0.8)*x0 + 0.8*x1 = 0.2*x0 + 0.8*x1  y= (1-0.8)*y0 + 0.8*y1 = 0.2*y0 + 0.8*y1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570221" y="5168900"/>
            <a:ext cx="101600" cy="1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159500" y="5179821"/>
            <a:ext cx="101600" cy="1015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7988300" y="5179821"/>
            <a:ext cx="101600" cy="1015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1635505" y="439419"/>
            <a:ext cx="587248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Curves &amp; its Presentation</a:t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535940" y="1307296"/>
            <a:ext cx="8072120" cy="5236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9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69900" marR="0" rtl="0" algn="just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Parametric Curve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62864" lvl="0" marL="927100" marR="5080" rtl="0" algn="just">
              <a:lnSpc>
                <a:spcPct val="907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Curves having parametric form are called parametric curves. The  explicit and implicit curve representations can be used only when  the function is known. In practice the parametric curves are used. A  two-dimensional parametric curve has the following form −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6050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 = f(t), g(t) or P(t) = x(t), y(t)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755650" marR="5080" rtl="0" algn="just">
              <a:lnSpc>
                <a:spcPct val="108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functions f and g become the (x,y) coordinates of any point on the  curve, and the points are obtained when the parameter t is varied  over a certain interval [a, b], normally [0, 1].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013200" marR="0" rtl="0" algn="l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P(t=0)	P(t=0.8)	P(t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417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(x0,y0)	(x,y)	(x1,y1)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2735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P(x,y)=(1-t)P0 + tP1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27350" marR="955675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(1-0.8)*x0 + 0.8*x1 = 0.2*x0 + 0.8*x1  y= (1-0.8)*y0 + 0.8*y1 = 0.2*y0 + 0.8*y1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0221" y="5168900"/>
            <a:ext cx="101600" cy="1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159500" y="5179821"/>
            <a:ext cx="101600" cy="1015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988300" y="5179821"/>
            <a:ext cx="101600" cy="1015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2634488" y="439419"/>
            <a:ext cx="3872229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Design of Curves</a:t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535940" y="1307260"/>
            <a:ext cx="7430770" cy="838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1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12750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Piece-wise linear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Join points by line (linearly joined) : ex: y=mx+c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967739" y="3217367"/>
            <a:ext cx="7608570" cy="1671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0" lvl="0" marL="95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it is not smooth and not realistic.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95300" marR="304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Piece-wise Polynomial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Join points with polynomial (non-linear( curve.  Ex: y = x</a:t>
            </a:r>
            <a:r>
              <a:rPr baseline="30000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x</a:t>
            </a:r>
            <a:r>
              <a:rPr baseline="30000" lang="en-US" sz="1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+ 6 polynomial with degree=3 needs 4 points to draw.  Remember y=mx+c is a polynomial with degree=1 needs 2 points.  Use 4-5 points gives the best result. For 4 point curve called cubic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741677" y="2699639"/>
            <a:ext cx="304800" cy="381000"/>
          </a:xfrm>
          <a:custGeom>
            <a:rect b="b" l="l" r="r" t="t"/>
            <a:pathLst>
              <a:path extrusionOk="0" h="381000" w="304800">
                <a:moveTo>
                  <a:pt x="0" y="381000"/>
                </a:moveTo>
                <a:lnTo>
                  <a:pt x="304800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046477" y="2699639"/>
            <a:ext cx="838200" cy="533400"/>
          </a:xfrm>
          <a:custGeom>
            <a:rect b="b" l="l" r="r" t="t"/>
            <a:pathLst>
              <a:path extrusionOk="0" h="533400" w="838200">
                <a:moveTo>
                  <a:pt x="0" y="0"/>
                </a:moveTo>
                <a:lnTo>
                  <a:pt x="838200" y="5334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2884677" y="2318639"/>
            <a:ext cx="685800" cy="914400"/>
          </a:xfrm>
          <a:custGeom>
            <a:rect b="b" l="l" r="r" t="t"/>
            <a:pathLst>
              <a:path extrusionOk="0" h="914400" w="685800">
                <a:moveTo>
                  <a:pt x="0" y="914400"/>
                </a:moveTo>
                <a:lnTo>
                  <a:pt x="685800" y="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570478" y="2318639"/>
            <a:ext cx="1295400" cy="381000"/>
          </a:xfrm>
          <a:custGeom>
            <a:rect b="b" l="l" r="r" t="t"/>
            <a:pathLst>
              <a:path extrusionOk="0" h="381000" w="1295400">
                <a:moveTo>
                  <a:pt x="0" y="0"/>
                </a:moveTo>
                <a:lnTo>
                  <a:pt x="1295400" y="3810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957577" y="2610739"/>
            <a:ext cx="101600" cy="1473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663700" y="3024377"/>
            <a:ext cx="101600" cy="14732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853178" y="2654300"/>
            <a:ext cx="101600" cy="1473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557778" y="2273300"/>
            <a:ext cx="101600" cy="14732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2795777" y="3131057"/>
            <a:ext cx="101600" cy="1473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857503" y="198120"/>
            <a:ext cx="7432040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Parametric &amp; Geometric Continuity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5413247" y="2909061"/>
            <a:ext cx="4838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778883" y="2340482"/>
            <a:ext cx="1856105" cy="457200"/>
          </a:xfrm>
          <a:custGeom>
            <a:rect b="b" l="l" r="r" t="t"/>
            <a:pathLst>
              <a:path extrusionOk="0" h="457200" w="1856104">
                <a:moveTo>
                  <a:pt x="0" y="457200"/>
                </a:moveTo>
                <a:lnTo>
                  <a:pt x="23475" y="405775"/>
                </a:lnTo>
                <a:lnTo>
                  <a:pt x="47130" y="354935"/>
                </a:lnTo>
                <a:lnTo>
                  <a:pt x="71140" y="305259"/>
                </a:lnTo>
                <a:lnTo>
                  <a:pt x="95686" y="257326"/>
                </a:lnTo>
                <a:lnTo>
                  <a:pt x="120944" y="211715"/>
                </a:lnTo>
                <a:lnTo>
                  <a:pt x="147094" y="169007"/>
                </a:lnTo>
                <a:lnTo>
                  <a:pt x="174314" y="129781"/>
                </a:lnTo>
                <a:lnTo>
                  <a:pt x="202781" y="94617"/>
                </a:lnTo>
                <a:lnTo>
                  <a:pt x="232675" y="64093"/>
                </a:lnTo>
                <a:lnTo>
                  <a:pt x="264173" y="38790"/>
                </a:lnTo>
                <a:lnTo>
                  <a:pt x="297454" y="19287"/>
                </a:lnTo>
                <a:lnTo>
                  <a:pt x="370077" y="0"/>
                </a:lnTo>
                <a:lnTo>
                  <a:pt x="400192" y="2005"/>
                </a:lnTo>
                <a:lnTo>
                  <a:pt x="464175" y="26841"/>
                </a:lnTo>
                <a:lnTo>
                  <a:pt x="497883" y="47824"/>
                </a:lnTo>
                <a:lnTo>
                  <a:pt x="532629" y="73285"/>
                </a:lnTo>
                <a:lnTo>
                  <a:pt x="568333" y="102300"/>
                </a:lnTo>
                <a:lnTo>
                  <a:pt x="604914" y="133946"/>
                </a:lnTo>
                <a:lnTo>
                  <a:pt x="642293" y="167297"/>
                </a:lnTo>
                <a:lnTo>
                  <a:pt x="680390" y="201431"/>
                </a:lnTo>
                <a:lnTo>
                  <a:pt x="719124" y="235423"/>
                </a:lnTo>
                <a:lnTo>
                  <a:pt x="758416" y="268350"/>
                </a:lnTo>
                <a:lnTo>
                  <a:pt x="798185" y="299287"/>
                </a:lnTo>
                <a:lnTo>
                  <a:pt x="838352" y="327311"/>
                </a:lnTo>
                <a:lnTo>
                  <a:pt x="878837" y="351498"/>
                </a:lnTo>
                <a:lnTo>
                  <a:pt x="919559" y="370923"/>
                </a:lnTo>
                <a:lnTo>
                  <a:pt x="960438" y="384663"/>
                </a:lnTo>
                <a:lnTo>
                  <a:pt x="1001394" y="391794"/>
                </a:lnTo>
                <a:lnTo>
                  <a:pt x="1043976" y="392693"/>
                </a:lnTo>
                <a:lnTo>
                  <a:pt x="1089397" y="388720"/>
                </a:lnTo>
                <a:lnTo>
                  <a:pt x="1137145" y="380427"/>
                </a:lnTo>
                <a:lnTo>
                  <a:pt x="1186709" y="368365"/>
                </a:lnTo>
                <a:lnTo>
                  <a:pt x="1237577" y="353086"/>
                </a:lnTo>
                <a:lnTo>
                  <a:pt x="1289237" y="335141"/>
                </a:lnTo>
                <a:lnTo>
                  <a:pt x="1341178" y="315084"/>
                </a:lnTo>
                <a:lnTo>
                  <a:pt x="1392887" y="293464"/>
                </a:lnTo>
                <a:lnTo>
                  <a:pt x="1443852" y="270834"/>
                </a:lnTo>
                <a:lnTo>
                  <a:pt x="1493562" y="247746"/>
                </a:lnTo>
                <a:lnTo>
                  <a:pt x="1541505" y="224751"/>
                </a:lnTo>
                <a:lnTo>
                  <a:pt x="1587170" y="202401"/>
                </a:lnTo>
                <a:lnTo>
                  <a:pt x="1630043" y="181248"/>
                </a:lnTo>
                <a:lnTo>
                  <a:pt x="1669615" y="161843"/>
                </a:lnTo>
                <a:lnTo>
                  <a:pt x="1705371" y="144737"/>
                </a:lnTo>
                <a:lnTo>
                  <a:pt x="1736802" y="130484"/>
                </a:lnTo>
                <a:lnTo>
                  <a:pt x="1763394" y="119633"/>
                </a:lnTo>
                <a:lnTo>
                  <a:pt x="1825254" y="95866"/>
                </a:lnTo>
                <a:lnTo>
                  <a:pt x="1853128" y="83602"/>
                </a:lnTo>
                <a:lnTo>
                  <a:pt x="1855520" y="79958"/>
                </a:lnTo>
                <a:lnTo>
                  <a:pt x="1840936" y="82050"/>
                </a:lnTo>
                <a:lnTo>
                  <a:pt x="1817877" y="86994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661657" y="2175266"/>
            <a:ext cx="2064385" cy="699135"/>
          </a:xfrm>
          <a:custGeom>
            <a:rect b="b" l="l" r="r" t="t"/>
            <a:pathLst>
              <a:path extrusionOk="0" h="699135" w="2064384">
                <a:moveTo>
                  <a:pt x="0" y="238368"/>
                </a:moveTo>
                <a:lnTo>
                  <a:pt x="41947" y="207126"/>
                </a:lnTo>
                <a:lnTo>
                  <a:pt x="83963" y="176366"/>
                </a:lnTo>
                <a:lnTo>
                  <a:pt x="126120" y="146564"/>
                </a:lnTo>
                <a:lnTo>
                  <a:pt x="168490" y="118200"/>
                </a:lnTo>
                <a:lnTo>
                  <a:pt x="211147" y="91749"/>
                </a:lnTo>
                <a:lnTo>
                  <a:pt x="254162" y="67691"/>
                </a:lnTo>
                <a:lnTo>
                  <a:pt x="297608" y="46503"/>
                </a:lnTo>
                <a:lnTo>
                  <a:pt x="341558" y="28662"/>
                </a:lnTo>
                <a:lnTo>
                  <a:pt x="386083" y="14646"/>
                </a:lnTo>
                <a:lnTo>
                  <a:pt x="431257" y="4933"/>
                </a:lnTo>
                <a:lnTo>
                  <a:pt x="477152" y="0"/>
                </a:lnTo>
                <a:lnTo>
                  <a:pt x="523840" y="324"/>
                </a:lnTo>
                <a:lnTo>
                  <a:pt x="571394" y="6385"/>
                </a:lnTo>
                <a:lnTo>
                  <a:pt x="619887" y="18658"/>
                </a:lnTo>
                <a:lnTo>
                  <a:pt x="686623" y="50350"/>
                </a:lnTo>
                <a:lnTo>
                  <a:pt x="720937" y="73572"/>
                </a:lnTo>
                <a:lnTo>
                  <a:pt x="755799" y="100978"/>
                </a:lnTo>
                <a:lnTo>
                  <a:pt x="791146" y="132018"/>
                </a:lnTo>
                <a:lnTo>
                  <a:pt x="826917" y="166140"/>
                </a:lnTo>
                <a:lnTo>
                  <a:pt x="863049" y="202794"/>
                </a:lnTo>
                <a:lnTo>
                  <a:pt x="899480" y="241430"/>
                </a:lnTo>
                <a:lnTo>
                  <a:pt x="936148" y="281498"/>
                </a:lnTo>
                <a:lnTo>
                  <a:pt x="972990" y="322447"/>
                </a:lnTo>
                <a:lnTo>
                  <a:pt x="1009944" y="363726"/>
                </a:lnTo>
                <a:lnTo>
                  <a:pt x="1046949" y="404786"/>
                </a:lnTo>
                <a:lnTo>
                  <a:pt x="1083941" y="445075"/>
                </a:lnTo>
                <a:lnTo>
                  <a:pt x="1120859" y="484043"/>
                </a:lnTo>
                <a:lnTo>
                  <a:pt x="1157641" y="521139"/>
                </a:lnTo>
                <a:lnTo>
                  <a:pt x="1194224" y="555814"/>
                </a:lnTo>
                <a:lnTo>
                  <a:pt x="1230546" y="587517"/>
                </a:lnTo>
                <a:lnTo>
                  <a:pt x="1266545" y="615697"/>
                </a:lnTo>
                <a:lnTo>
                  <a:pt x="1302158" y="639804"/>
                </a:lnTo>
                <a:lnTo>
                  <a:pt x="1337324" y="659288"/>
                </a:lnTo>
                <a:lnTo>
                  <a:pt x="1419918" y="687090"/>
                </a:lnTo>
                <a:lnTo>
                  <a:pt x="1467483" y="695452"/>
                </a:lnTo>
                <a:lnTo>
                  <a:pt x="1514701" y="699050"/>
                </a:lnTo>
                <a:lnTo>
                  <a:pt x="1561600" y="698250"/>
                </a:lnTo>
                <a:lnTo>
                  <a:pt x="1608205" y="693419"/>
                </a:lnTo>
                <a:lnTo>
                  <a:pt x="1654544" y="684922"/>
                </a:lnTo>
                <a:lnTo>
                  <a:pt x="1700644" y="673125"/>
                </a:lnTo>
                <a:lnTo>
                  <a:pt x="1746530" y="658396"/>
                </a:lnTo>
                <a:lnTo>
                  <a:pt x="1792230" y="641099"/>
                </a:lnTo>
                <a:lnTo>
                  <a:pt x="1837769" y="621602"/>
                </a:lnTo>
                <a:lnTo>
                  <a:pt x="1883176" y="600271"/>
                </a:lnTo>
                <a:lnTo>
                  <a:pt x="1928476" y="577471"/>
                </a:lnTo>
                <a:lnTo>
                  <a:pt x="1973696" y="553570"/>
                </a:lnTo>
                <a:lnTo>
                  <a:pt x="2018863" y="528932"/>
                </a:lnTo>
                <a:lnTo>
                  <a:pt x="2064003" y="503925"/>
                </a:ln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7470647" y="2909061"/>
            <a:ext cx="53022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4574794" y="27619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6480047" y="25333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6251447" y="20761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8461247" y="23047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383540" y="1085341"/>
            <a:ext cx="7344409" cy="9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Quality of curve means how much is it smooth or continuous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Parametric Continuity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Checks the continuity when join two parametric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point of P joins the first point of 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257800" y="3820921"/>
            <a:ext cx="1856105" cy="457200"/>
          </a:xfrm>
          <a:custGeom>
            <a:rect b="b" l="l" r="r" t="t"/>
            <a:pathLst>
              <a:path extrusionOk="0" h="457200" w="1856104">
                <a:moveTo>
                  <a:pt x="0" y="457200"/>
                </a:moveTo>
                <a:lnTo>
                  <a:pt x="23475" y="405800"/>
                </a:lnTo>
                <a:lnTo>
                  <a:pt x="47130" y="354977"/>
                </a:lnTo>
                <a:lnTo>
                  <a:pt x="71140" y="305311"/>
                </a:lnTo>
                <a:lnTo>
                  <a:pt x="95686" y="257382"/>
                </a:lnTo>
                <a:lnTo>
                  <a:pt x="120944" y="211771"/>
                </a:lnTo>
                <a:lnTo>
                  <a:pt x="147094" y="169058"/>
                </a:lnTo>
                <a:lnTo>
                  <a:pt x="174314" y="129825"/>
                </a:lnTo>
                <a:lnTo>
                  <a:pt x="202781" y="94651"/>
                </a:lnTo>
                <a:lnTo>
                  <a:pt x="232675" y="64118"/>
                </a:lnTo>
                <a:lnTo>
                  <a:pt x="264173" y="38805"/>
                </a:lnTo>
                <a:lnTo>
                  <a:pt x="297454" y="19294"/>
                </a:lnTo>
                <a:lnTo>
                  <a:pt x="370077" y="0"/>
                </a:lnTo>
                <a:lnTo>
                  <a:pt x="400212" y="2005"/>
                </a:lnTo>
                <a:lnTo>
                  <a:pt x="464221" y="26841"/>
                </a:lnTo>
                <a:lnTo>
                  <a:pt x="497937" y="47824"/>
                </a:lnTo>
                <a:lnTo>
                  <a:pt x="532688" y="73285"/>
                </a:lnTo>
                <a:lnTo>
                  <a:pt x="568395" y="102300"/>
                </a:lnTo>
                <a:lnTo>
                  <a:pt x="604977" y="133946"/>
                </a:lnTo>
                <a:lnTo>
                  <a:pt x="642357" y="167297"/>
                </a:lnTo>
                <a:lnTo>
                  <a:pt x="680453" y="201431"/>
                </a:lnTo>
                <a:lnTo>
                  <a:pt x="719188" y="235423"/>
                </a:lnTo>
                <a:lnTo>
                  <a:pt x="758481" y="268350"/>
                </a:lnTo>
                <a:lnTo>
                  <a:pt x="798253" y="299287"/>
                </a:lnTo>
                <a:lnTo>
                  <a:pt x="838425" y="327311"/>
                </a:lnTo>
                <a:lnTo>
                  <a:pt x="878917" y="351498"/>
                </a:lnTo>
                <a:lnTo>
                  <a:pt x="919650" y="370923"/>
                </a:lnTo>
                <a:lnTo>
                  <a:pt x="960545" y="384663"/>
                </a:lnTo>
                <a:lnTo>
                  <a:pt x="1001522" y="391794"/>
                </a:lnTo>
                <a:lnTo>
                  <a:pt x="1044082" y="392714"/>
                </a:lnTo>
                <a:lnTo>
                  <a:pt x="1089484" y="388760"/>
                </a:lnTo>
                <a:lnTo>
                  <a:pt x="1137217" y="380483"/>
                </a:lnTo>
                <a:lnTo>
                  <a:pt x="1186768" y="368435"/>
                </a:lnTo>
                <a:lnTo>
                  <a:pt x="1237625" y="353168"/>
                </a:lnTo>
                <a:lnTo>
                  <a:pt x="1289277" y="335234"/>
                </a:lnTo>
                <a:lnTo>
                  <a:pt x="1341213" y="315185"/>
                </a:lnTo>
                <a:lnTo>
                  <a:pt x="1392919" y="293572"/>
                </a:lnTo>
                <a:lnTo>
                  <a:pt x="1443884" y="270948"/>
                </a:lnTo>
                <a:lnTo>
                  <a:pt x="1493597" y="247864"/>
                </a:lnTo>
                <a:lnTo>
                  <a:pt x="1541545" y="224873"/>
                </a:lnTo>
                <a:lnTo>
                  <a:pt x="1587218" y="202525"/>
                </a:lnTo>
                <a:lnTo>
                  <a:pt x="1630102" y="181373"/>
                </a:lnTo>
                <a:lnTo>
                  <a:pt x="1669686" y="161969"/>
                </a:lnTo>
                <a:lnTo>
                  <a:pt x="1705459" y="144864"/>
                </a:lnTo>
                <a:lnTo>
                  <a:pt x="1736908" y="130611"/>
                </a:lnTo>
                <a:lnTo>
                  <a:pt x="1763522" y="119760"/>
                </a:lnTo>
                <a:lnTo>
                  <a:pt x="1825331" y="95980"/>
                </a:lnTo>
                <a:lnTo>
                  <a:pt x="1853192" y="83684"/>
                </a:lnTo>
                <a:lnTo>
                  <a:pt x="1855583" y="80002"/>
                </a:lnTo>
                <a:lnTo>
                  <a:pt x="1840985" y="82063"/>
                </a:lnTo>
                <a:lnTo>
                  <a:pt x="1817877" y="86994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771385" y="3854624"/>
            <a:ext cx="1519555" cy="1423670"/>
          </a:xfrm>
          <a:custGeom>
            <a:rect b="b" l="l" r="r" t="t"/>
            <a:pathLst>
              <a:path extrusionOk="0" h="1423670" w="1519554">
                <a:moveTo>
                  <a:pt x="0" y="1222"/>
                </a:moveTo>
                <a:lnTo>
                  <a:pt x="52269" y="396"/>
                </a:lnTo>
                <a:lnTo>
                  <a:pt x="104317" y="0"/>
                </a:lnTo>
                <a:lnTo>
                  <a:pt x="155924" y="464"/>
                </a:lnTo>
                <a:lnTo>
                  <a:pt x="206868" y="2218"/>
                </a:lnTo>
                <a:lnTo>
                  <a:pt x="256929" y="5693"/>
                </a:lnTo>
                <a:lnTo>
                  <a:pt x="305887" y="11319"/>
                </a:lnTo>
                <a:lnTo>
                  <a:pt x="353520" y="19526"/>
                </a:lnTo>
                <a:lnTo>
                  <a:pt x="399607" y="30744"/>
                </a:lnTo>
                <a:lnTo>
                  <a:pt x="443929" y="45403"/>
                </a:lnTo>
                <a:lnTo>
                  <a:pt x="486263" y="63933"/>
                </a:lnTo>
                <a:lnTo>
                  <a:pt x="526390" y="86765"/>
                </a:lnTo>
                <a:lnTo>
                  <a:pt x="564088" y="114329"/>
                </a:lnTo>
                <a:lnTo>
                  <a:pt x="599137" y="147055"/>
                </a:lnTo>
                <a:lnTo>
                  <a:pt x="631317" y="185372"/>
                </a:lnTo>
                <a:lnTo>
                  <a:pt x="666939" y="250067"/>
                </a:lnTo>
                <a:lnTo>
                  <a:pt x="681205" y="288953"/>
                </a:lnTo>
                <a:lnTo>
                  <a:pt x="693467" y="331556"/>
                </a:lnTo>
                <a:lnTo>
                  <a:pt x="703999" y="377391"/>
                </a:lnTo>
                <a:lnTo>
                  <a:pt x="713071" y="425976"/>
                </a:lnTo>
                <a:lnTo>
                  <a:pt x="720955" y="476828"/>
                </a:lnTo>
                <a:lnTo>
                  <a:pt x="727922" y="529463"/>
                </a:lnTo>
                <a:lnTo>
                  <a:pt x="734243" y="583399"/>
                </a:lnTo>
                <a:lnTo>
                  <a:pt x="740190" y="638153"/>
                </a:lnTo>
                <a:lnTo>
                  <a:pt x="746034" y="693242"/>
                </a:lnTo>
                <a:lnTo>
                  <a:pt x="752047" y="748183"/>
                </a:lnTo>
                <a:lnTo>
                  <a:pt x="758500" y="802492"/>
                </a:lnTo>
                <a:lnTo>
                  <a:pt x="765664" y="855688"/>
                </a:lnTo>
                <a:lnTo>
                  <a:pt x="773810" y="907286"/>
                </a:lnTo>
                <a:lnTo>
                  <a:pt x="783211" y="956804"/>
                </a:lnTo>
                <a:lnTo>
                  <a:pt x="794136" y="1003759"/>
                </a:lnTo>
                <a:lnTo>
                  <a:pt x="806859" y="1047667"/>
                </a:lnTo>
                <a:lnTo>
                  <a:pt x="821649" y="1088047"/>
                </a:lnTo>
                <a:lnTo>
                  <a:pt x="838779" y="1124415"/>
                </a:lnTo>
                <a:lnTo>
                  <a:pt x="889547" y="1195266"/>
                </a:lnTo>
                <a:lnTo>
                  <a:pt x="923267" y="1229860"/>
                </a:lnTo>
                <a:lnTo>
                  <a:pt x="959489" y="1260384"/>
                </a:lnTo>
                <a:lnTo>
                  <a:pt x="998019" y="1287151"/>
                </a:lnTo>
                <a:lnTo>
                  <a:pt x="1038667" y="1310475"/>
                </a:lnTo>
                <a:lnTo>
                  <a:pt x="1081239" y="1330667"/>
                </a:lnTo>
                <a:lnTo>
                  <a:pt x="1125544" y="1348043"/>
                </a:lnTo>
                <a:lnTo>
                  <a:pt x="1171389" y="1362915"/>
                </a:lnTo>
                <a:lnTo>
                  <a:pt x="1218583" y="1375597"/>
                </a:lnTo>
                <a:lnTo>
                  <a:pt x="1266933" y="1386402"/>
                </a:lnTo>
                <a:lnTo>
                  <a:pt x="1316247" y="1395643"/>
                </a:lnTo>
                <a:lnTo>
                  <a:pt x="1366333" y="1403634"/>
                </a:lnTo>
                <a:lnTo>
                  <a:pt x="1416998" y="1410689"/>
                </a:lnTo>
                <a:lnTo>
                  <a:pt x="1468052" y="1417120"/>
                </a:lnTo>
                <a:lnTo>
                  <a:pt x="1519301" y="1423241"/>
                </a:ln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5641847" y="4280916"/>
            <a:ext cx="4838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699247" y="4280916"/>
            <a:ext cx="53022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5489447" y="5124450"/>
            <a:ext cx="1722120" cy="576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0" lvl="0" marL="12700" marR="5080" rtl="0" algn="l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Zero Order PC  P(1)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281940" y="2045715"/>
            <a:ext cx="4144010" cy="420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check it use the following methods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6565" lvl="0" marL="456565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Order Parametric Continuity (C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Satisfy the following conditions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P(1) = Q(0)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1136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point of P and 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of Q must  be same.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4010" lvl="0" marL="371475" marR="0" rtl="0" algn="l">
              <a:lnSpc>
                <a:spcPct val="11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2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Order Parametric Continuity (C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Satisfy the following conditions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(1)= Q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" marR="242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tangent at Last point of P and 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of Q must be same.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370840" marR="229234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 startAt="3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2nd Order Parametric Continuity (C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Satisfy the following conditions  P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(1)= Q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(0) and P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(1)= Q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must satisfy C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C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857503" y="198120"/>
            <a:ext cx="7432040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Parametric &amp; Geometric Continuity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383540" y="1771396"/>
            <a:ext cx="352234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check it use the following methods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358140" y="2045715"/>
            <a:ext cx="405511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953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	Zero Order Geometric Continuity (G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Same as C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95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P(1) = Q(0)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358140" y="3219196"/>
            <a:ext cx="4006850" cy="1673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95300" marR="590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	First Order Geometric Continuity (G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Satisfy the following conditions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95300" marR="0" rtl="0" algn="l">
              <a:lnSpc>
                <a:spcPct val="119444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Last point of P and B: 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of Q.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0" marR="673100" rtl="0" algn="l">
              <a:lnSpc>
                <a:spcPct val="121111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tangent must be the same  direction,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=&gt;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b="1"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≠&gt;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30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281940" y="5124450"/>
            <a:ext cx="3969385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953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	2nd Order Parametric Continuity (G</a:t>
            </a:r>
            <a:r>
              <a:rPr b="1"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 Satisfy the following conditions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953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(1)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702683" y="1959482"/>
            <a:ext cx="1856105" cy="457200"/>
          </a:xfrm>
          <a:custGeom>
            <a:rect b="b" l="l" r="r" t="t"/>
            <a:pathLst>
              <a:path extrusionOk="0" h="457200" w="1856104">
                <a:moveTo>
                  <a:pt x="0" y="457200"/>
                </a:moveTo>
                <a:lnTo>
                  <a:pt x="23475" y="405775"/>
                </a:lnTo>
                <a:lnTo>
                  <a:pt x="47130" y="354935"/>
                </a:lnTo>
                <a:lnTo>
                  <a:pt x="71140" y="305259"/>
                </a:lnTo>
                <a:lnTo>
                  <a:pt x="95686" y="257326"/>
                </a:lnTo>
                <a:lnTo>
                  <a:pt x="120944" y="211715"/>
                </a:lnTo>
                <a:lnTo>
                  <a:pt x="147094" y="169007"/>
                </a:lnTo>
                <a:lnTo>
                  <a:pt x="174314" y="129781"/>
                </a:lnTo>
                <a:lnTo>
                  <a:pt x="202781" y="94617"/>
                </a:lnTo>
                <a:lnTo>
                  <a:pt x="232675" y="64093"/>
                </a:lnTo>
                <a:lnTo>
                  <a:pt x="264173" y="38790"/>
                </a:lnTo>
                <a:lnTo>
                  <a:pt x="297454" y="19287"/>
                </a:lnTo>
                <a:lnTo>
                  <a:pt x="370077" y="0"/>
                </a:lnTo>
                <a:lnTo>
                  <a:pt x="400192" y="2005"/>
                </a:lnTo>
                <a:lnTo>
                  <a:pt x="464175" y="26841"/>
                </a:lnTo>
                <a:lnTo>
                  <a:pt x="497883" y="47824"/>
                </a:lnTo>
                <a:lnTo>
                  <a:pt x="532629" y="73285"/>
                </a:lnTo>
                <a:lnTo>
                  <a:pt x="568333" y="102300"/>
                </a:lnTo>
                <a:lnTo>
                  <a:pt x="604914" y="133946"/>
                </a:lnTo>
                <a:lnTo>
                  <a:pt x="642293" y="167297"/>
                </a:lnTo>
                <a:lnTo>
                  <a:pt x="680390" y="201431"/>
                </a:lnTo>
                <a:lnTo>
                  <a:pt x="719124" y="235423"/>
                </a:lnTo>
                <a:lnTo>
                  <a:pt x="758416" y="268350"/>
                </a:lnTo>
                <a:lnTo>
                  <a:pt x="798185" y="299287"/>
                </a:lnTo>
                <a:lnTo>
                  <a:pt x="838352" y="327311"/>
                </a:lnTo>
                <a:lnTo>
                  <a:pt x="878837" y="351498"/>
                </a:lnTo>
                <a:lnTo>
                  <a:pt x="919559" y="370923"/>
                </a:lnTo>
                <a:lnTo>
                  <a:pt x="960438" y="384663"/>
                </a:lnTo>
                <a:lnTo>
                  <a:pt x="1001394" y="391794"/>
                </a:lnTo>
                <a:lnTo>
                  <a:pt x="1043976" y="392693"/>
                </a:lnTo>
                <a:lnTo>
                  <a:pt x="1089397" y="388720"/>
                </a:lnTo>
                <a:lnTo>
                  <a:pt x="1137145" y="380427"/>
                </a:lnTo>
                <a:lnTo>
                  <a:pt x="1186709" y="368365"/>
                </a:lnTo>
                <a:lnTo>
                  <a:pt x="1237577" y="353086"/>
                </a:lnTo>
                <a:lnTo>
                  <a:pt x="1289237" y="335141"/>
                </a:lnTo>
                <a:lnTo>
                  <a:pt x="1341178" y="315084"/>
                </a:lnTo>
                <a:lnTo>
                  <a:pt x="1392887" y="293464"/>
                </a:lnTo>
                <a:lnTo>
                  <a:pt x="1443852" y="270834"/>
                </a:lnTo>
                <a:lnTo>
                  <a:pt x="1493562" y="247746"/>
                </a:lnTo>
                <a:lnTo>
                  <a:pt x="1541505" y="224751"/>
                </a:lnTo>
                <a:lnTo>
                  <a:pt x="1587170" y="202401"/>
                </a:lnTo>
                <a:lnTo>
                  <a:pt x="1630043" y="181248"/>
                </a:lnTo>
                <a:lnTo>
                  <a:pt x="1669615" y="161843"/>
                </a:lnTo>
                <a:lnTo>
                  <a:pt x="1705371" y="144737"/>
                </a:lnTo>
                <a:lnTo>
                  <a:pt x="1736802" y="130484"/>
                </a:lnTo>
                <a:lnTo>
                  <a:pt x="1763394" y="119633"/>
                </a:lnTo>
                <a:lnTo>
                  <a:pt x="1825254" y="95866"/>
                </a:lnTo>
                <a:lnTo>
                  <a:pt x="1853128" y="83602"/>
                </a:lnTo>
                <a:lnTo>
                  <a:pt x="1855520" y="79958"/>
                </a:lnTo>
                <a:lnTo>
                  <a:pt x="1840936" y="82050"/>
                </a:lnTo>
                <a:lnTo>
                  <a:pt x="1817877" y="86994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585457" y="1794266"/>
            <a:ext cx="2064385" cy="699135"/>
          </a:xfrm>
          <a:custGeom>
            <a:rect b="b" l="l" r="r" t="t"/>
            <a:pathLst>
              <a:path extrusionOk="0" h="699135" w="2064384">
                <a:moveTo>
                  <a:pt x="0" y="238368"/>
                </a:moveTo>
                <a:lnTo>
                  <a:pt x="41947" y="207126"/>
                </a:lnTo>
                <a:lnTo>
                  <a:pt x="83963" y="176366"/>
                </a:lnTo>
                <a:lnTo>
                  <a:pt x="126120" y="146564"/>
                </a:lnTo>
                <a:lnTo>
                  <a:pt x="168490" y="118200"/>
                </a:lnTo>
                <a:lnTo>
                  <a:pt x="211147" y="91749"/>
                </a:lnTo>
                <a:lnTo>
                  <a:pt x="254162" y="67691"/>
                </a:lnTo>
                <a:lnTo>
                  <a:pt x="297608" y="46503"/>
                </a:lnTo>
                <a:lnTo>
                  <a:pt x="341558" y="28662"/>
                </a:lnTo>
                <a:lnTo>
                  <a:pt x="386083" y="14646"/>
                </a:lnTo>
                <a:lnTo>
                  <a:pt x="431257" y="4933"/>
                </a:lnTo>
                <a:lnTo>
                  <a:pt x="477152" y="0"/>
                </a:lnTo>
                <a:lnTo>
                  <a:pt x="523840" y="324"/>
                </a:lnTo>
                <a:lnTo>
                  <a:pt x="571394" y="6385"/>
                </a:lnTo>
                <a:lnTo>
                  <a:pt x="619887" y="18658"/>
                </a:lnTo>
                <a:lnTo>
                  <a:pt x="686623" y="50350"/>
                </a:lnTo>
                <a:lnTo>
                  <a:pt x="720937" y="73572"/>
                </a:lnTo>
                <a:lnTo>
                  <a:pt x="755799" y="100978"/>
                </a:lnTo>
                <a:lnTo>
                  <a:pt x="791146" y="132018"/>
                </a:lnTo>
                <a:lnTo>
                  <a:pt x="826917" y="166140"/>
                </a:lnTo>
                <a:lnTo>
                  <a:pt x="863049" y="202794"/>
                </a:lnTo>
                <a:lnTo>
                  <a:pt x="899480" y="241430"/>
                </a:lnTo>
                <a:lnTo>
                  <a:pt x="936148" y="281498"/>
                </a:lnTo>
                <a:lnTo>
                  <a:pt x="972990" y="322447"/>
                </a:lnTo>
                <a:lnTo>
                  <a:pt x="1009944" y="363726"/>
                </a:lnTo>
                <a:lnTo>
                  <a:pt x="1046949" y="404786"/>
                </a:lnTo>
                <a:lnTo>
                  <a:pt x="1083941" y="445075"/>
                </a:lnTo>
                <a:lnTo>
                  <a:pt x="1120859" y="484043"/>
                </a:lnTo>
                <a:lnTo>
                  <a:pt x="1157641" y="521139"/>
                </a:lnTo>
                <a:lnTo>
                  <a:pt x="1194224" y="555814"/>
                </a:lnTo>
                <a:lnTo>
                  <a:pt x="1230546" y="587517"/>
                </a:lnTo>
                <a:lnTo>
                  <a:pt x="1266545" y="615697"/>
                </a:lnTo>
                <a:lnTo>
                  <a:pt x="1302158" y="639804"/>
                </a:lnTo>
                <a:lnTo>
                  <a:pt x="1337324" y="659288"/>
                </a:lnTo>
                <a:lnTo>
                  <a:pt x="1419918" y="687090"/>
                </a:lnTo>
                <a:lnTo>
                  <a:pt x="1467483" y="695452"/>
                </a:lnTo>
                <a:lnTo>
                  <a:pt x="1514701" y="699050"/>
                </a:lnTo>
                <a:lnTo>
                  <a:pt x="1561600" y="698250"/>
                </a:lnTo>
                <a:lnTo>
                  <a:pt x="1608205" y="693419"/>
                </a:lnTo>
                <a:lnTo>
                  <a:pt x="1654544" y="684922"/>
                </a:lnTo>
                <a:lnTo>
                  <a:pt x="1700644" y="673125"/>
                </a:lnTo>
                <a:lnTo>
                  <a:pt x="1746530" y="658396"/>
                </a:lnTo>
                <a:lnTo>
                  <a:pt x="1792230" y="641099"/>
                </a:lnTo>
                <a:lnTo>
                  <a:pt x="1837769" y="621602"/>
                </a:lnTo>
                <a:lnTo>
                  <a:pt x="1883176" y="600271"/>
                </a:lnTo>
                <a:lnTo>
                  <a:pt x="1928476" y="577471"/>
                </a:lnTo>
                <a:lnTo>
                  <a:pt x="1973696" y="553570"/>
                </a:lnTo>
                <a:lnTo>
                  <a:pt x="2018863" y="528932"/>
                </a:lnTo>
                <a:lnTo>
                  <a:pt x="2064003" y="503925"/>
                </a:ln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5336794" y="2528061"/>
            <a:ext cx="258826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	</a:t>
            </a: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4498594" y="23809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403847" y="2152396"/>
            <a:ext cx="33083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  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459740" y="1085341"/>
            <a:ext cx="776541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Geometric Continuity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Checks the continuity according to the shape when join two  curves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803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6251447" y="1817115"/>
            <a:ext cx="149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8385047" y="19237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5692647" y="3142996"/>
            <a:ext cx="23380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A(x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and B(x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373169" y="6004252"/>
            <a:ext cx="1307994" cy="5937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766951" y="5962827"/>
            <a:ext cx="5183124" cy="685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3006344" y="164591"/>
            <a:ext cx="31311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Spline Curves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535940" y="1466596"/>
            <a:ext cx="395668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Spline Curve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It is a strip of Balsha tree  used to design a ship using ducks. It is a  type of curve in which control points  control the shape of the curve.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/>
        </p:nvSpPr>
        <p:spPr>
          <a:xfrm>
            <a:off x="383540" y="3646932"/>
            <a:ext cx="553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383540" y="3921252"/>
            <a:ext cx="403225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Interpolation Spline Curve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It passes  through the control points. Example of  this type of curve is HERMIT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383540" y="5094985"/>
            <a:ext cx="403352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Approximation Spline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curve that passes near to the control  points but not necessarily passes  through these points. Example Biezer  Curve.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6679183" y="5729732"/>
            <a:ext cx="4838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990463" y="5117210"/>
            <a:ext cx="1856105" cy="457200"/>
          </a:xfrm>
          <a:custGeom>
            <a:rect b="b" l="l" r="r" t="t"/>
            <a:pathLst>
              <a:path extrusionOk="0" h="457200" w="1856104">
                <a:moveTo>
                  <a:pt x="0" y="457200"/>
                </a:moveTo>
                <a:lnTo>
                  <a:pt x="23475" y="405802"/>
                </a:lnTo>
                <a:lnTo>
                  <a:pt x="47130" y="354985"/>
                </a:lnTo>
                <a:lnTo>
                  <a:pt x="71142" y="305327"/>
                </a:lnTo>
                <a:lnTo>
                  <a:pt x="95689" y="257407"/>
                </a:lnTo>
                <a:lnTo>
                  <a:pt x="120952" y="211806"/>
                </a:lnTo>
                <a:lnTo>
                  <a:pt x="147107" y="169102"/>
                </a:lnTo>
                <a:lnTo>
                  <a:pt x="174334" y="129876"/>
                </a:lnTo>
                <a:lnTo>
                  <a:pt x="202811" y="94707"/>
                </a:lnTo>
                <a:lnTo>
                  <a:pt x="232717" y="64174"/>
                </a:lnTo>
                <a:lnTo>
                  <a:pt x="264231" y="38857"/>
                </a:lnTo>
                <a:lnTo>
                  <a:pt x="297531" y="19336"/>
                </a:lnTo>
                <a:lnTo>
                  <a:pt x="370204" y="0"/>
                </a:lnTo>
                <a:lnTo>
                  <a:pt x="400318" y="2026"/>
                </a:lnTo>
                <a:lnTo>
                  <a:pt x="464292" y="26897"/>
                </a:lnTo>
                <a:lnTo>
                  <a:pt x="497994" y="47895"/>
                </a:lnTo>
                <a:lnTo>
                  <a:pt x="532733" y="73368"/>
                </a:lnTo>
                <a:lnTo>
                  <a:pt x="568429" y="102393"/>
                </a:lnTo>
                <a:lnTo>
                  <a:pt x="605003" y="134047"/>
                </a:lnTo>
                <a:lnTo>
                  <a:pt x="642375" y="167405"/>
                </a:lnTo>
                <a:lnTo>
                  <a:pt x="680467" y="201545"/>
                </a:lnTo>
                <a:lnTo>
                  <a:pt x="719197" y="235541"/>
                </a:lnTo>
                <a:lnTo>
                  <a:pt x="758487" y="268471"/>
                </a:lnTo>
                <a:lnTo>
                  <a:pt x="798256" y="299411"/>
                </a:lnTo>
                <a:lnTo>
                  <a:pt x="838427" y="327437"/>
                </a:lnTo>
                <a:lnTo>
                  <a:pt x="878918" y="351624"/>
                </a:lnTo>
                <a:lnTo>
                  <a:pt x="919651" y="371050"/>
                </a:lnTo>
                <a:lnTo>
                  <a:pt x="960545" y="384790"/>
                </a:lnTo>
                <a:lnTo>
                  <a:pt x="1001521" y="391922"/>
                </a:lnTo>
                <a:lnTo>
                  <a:pt x="1044103" y="392820"/>
                </a:lnTo>
                <a:lnTo>
                  <a:pt x="1089524" y="388847"/>
                </a:lnTo>
                <a:lnTo>
                  <a:pt x="1137272" y="380554"/>
                </a:lnTo>
                <a:lnTo>
                  <a:pt x="1186836" y="368492"/>
                </a:lnTo>
                <a:lnTo>
                  <a:pt x="1237704" y="353213"/>
                </a:lnTo>
                <a:lnTo>
                  <a:pt x="1289364" y="335268"/>
                </a:lnTo>
                <a:lnTo>
                  <a:pt x="1341305" y="315211"/>
                </a:lnTo>
                <a:lnTo>
                  <a:pt x="1393014" y="293591"/>
                </a:lnTo>
                <a:lnTo>
                  <a:pt x="1443979" y="270961"/>
                </a:lnTo>
                <a:lnTo>
                  <a:pt x="1493689" y="247873"/>
                </a:lnTo>
                <a:lnTo>
                  <a:pt x="1541632" y="224878"/>
                </a:lnTo>
                <a:lnTo>
                  <a:pt x="1587297" y="202528"/>
                </a:lnTo>
                <a:lnTo>
                  <a:pt x="1630170" y="181375"/>
                </a:lnTo>
                <a:lnTo>
                  <a:pt x="1669742" y="161970"/>
                </a:lnTo>
                <a:lnTo>
                  <a:pt x="1705498" y="144864"/>
                </a:lnTo>
                <a:lnTo>
                  <a:pt x="1736929" y="130611"/>
                </a:lnTo>
                <a:lnTo>
                  <a:pt x="1763521" y="119760"/>
                </a:lnTo>
                <a:lnTo>
                  <a:pt x="1825332" y="95981"/>
                </a:lnTo>
                <a:lnTo>
                  <a:pt x="1853200" y="83693"/>
                </a:lnTo>
                <a:lnTo>
                  <a:pt x="1855611" y="80030"/>
                </a:lnTo>
                <a:lnTo>
                  <a:pt x="1841050" y="82128"/>
                </a:lnTo>
                <a:lnTo>
                  <a:pt x="1818005" y="87121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311900" y="4910709"/>
            <a:ext cx="101600" cy="1322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997700" y="5139309"/>
            <a:ext cx="101600" cy="1322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7806563" y="5169915"/>
            <a:ext cx="101600" cy="1320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930900" y="5521578"/>
            <a:ext cx="101600" cy="13204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6679183" y="4357878"/>
            <a:ext cx="4838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990463" y="3745610"/>
            <a:ext cx="1856105" cy="457200"/>
          </a:xfrm>
          <a:custGeom>
            <a:rect b="b" l="l" r="r" t="t"/>
            <a:pathLst>
              <a:path extrusionOk="0" h="457200" w="1856104">
                <a:moveTo>
                  <a:pt x="0" y="457200"/>
                </a:moveTo>
                <a:lnTo>
                  <a:pt x="23475" y="405802"/>
                </a:lnTo>
                <a:lnTo>
                  <a:pt x="47130" y="354985"/>
                </a:lnTo>
                <a:lnTo>
                  <a:pt x="71142" y="305327"/>
                </a:lnTo>
                <a:lnTo>
                  <a:pt x="95689" y="257407"/>
                </a:lnTo>
                <a:lnTo>
                  <a:pt x="120952" y="211806"/>
                </a:lnTo>
                <a:lnTo>
                  <a:pt x="147107" y="169102"/>
                </a:lnTo>
                <a:lnTo>
                  <a:pt x="174334" y="129876"/>
                </a:lnTo>
                <a:lnTo>
                  <a:pt x="202811" y="94707"/>
                </a:lnTo>
                <a:lnTo>
                  <a:pt x="232717" y="64174"/>
                </a:lnTo>
                <a:lnTo>
                  <a:pt x="264231" y="38857"/>
                </a:lnTo>
                <a:lnTo>
                  <a:pt x="297531" y="19336"/>
                </a:lnTo>
                <a:lnTo>
                  <a:pt x="370204" y="0"/>
                </a:lnTo>
                <a:lnTo>
                  <a:pt x="400318" y="2026"/>
                </a:lnTo>
                <a:lnTo>
                  <a:pt x="464292" y="26897"/>
                </a:lnTo>
                <a:lnTo>
                  <a:pt x="497994" y="47895"/>
                </a:lnTo>
                <a:lnTo>
                  <a:pt x="532733" y="73368"/>
                </a:lnTo>
                <a:lnTo>
                  <a:pt x="568429" y="102393"/>
                </a:lnTo>
                <a:lnTo>
                  <a:pt x="605003" y="134047"/>
                </a:lnTo>
                <a:lnTo>
                  <a:pt x="642375" y="167405"/>
                </a:lnTo>
                <a:lnTo>
                  <a:pt x="680467" y="201545"/>
                </a:lnTo>
                <a:lnTo>
                  <a:pt x="719197" y="235541"/>
                </a:lnTo>
                <a:lnTo>
                  <a:pt x="758487" y="268471"/>
                </a:lnTo>
                <a:lnTo>
                  <a:pt x="798256" y="299411"/>
                </a:lnTo>
                <a:lnTo>
                  <a:pt x="838427" y="327437"/>
                </a:lnTo>
                <a:lnTo>
                  <a:pt x="878918" y="351624"/>
                </a:lnTo>
                <a:lnTo>
                  <a:pt x="919651" y="371050"/>
                </a:lnTo>
                <a:lnTo>
                  <a:pt x="960545" y="384790"/>
                </a:lnTo>
                <a:lnTo>
                  <a:pt x="1001521" y="391921"/>
                </a:lnTo>
                <a:lnTo>
                  <a:pt x="1044103" y="392820"/>
                </a:lnTo>
                <a:lnTo>
                  <a:pt x="1089524" y="388847"/>
                </a:lnTo>
                <a:lnTo>
                  <a:pt x="1137272" y="380554"/>
                </a:lnTo>
                <a:lnTo>
                  <a:pt x="1186836" y="368492"/>
                </a:lnTo>
                <a:lnTo>
                  <a:pt x="1237704" y="353213"/>
                </a:lnTo>
                <a:lnTo>
                  <a:pt x="1289364" y="335268"/>
                </a:lnTo>
                <a:lnTo>
                  <a:pt x="1341305" y="315211"/>
                </a:lnTo>
                <a:lnTo>
                  <a:pt x="1393014" y="293591"/>
                </a:lnTo>
                <a:lnTo>
                  <a:pt x="1443979" y="270961"/>
                </a:lnTo>
                <a:lnTo>
                  <a:pt x="1493689" y="247873"/>
                </a:lnTo>
                <a:lnTo>
                  <a:pt x="1541632" y="224878"/>
                </a:lnTo>
                <a:lnTo>
                  <a:pt x="1587297" y="202528"/>
                </a:lnTo>
                <a:lnTo>
                  <a:pt x="1630170" y="181375"/>
                </a:lnTo>
                <a:lnTo>
                  <a:pt x="1669742" y="161970"/>
                </a:lnTo>
                <a:lnTo>
                  <a:pt x="1705498" y="144864"/>
                </a:lnTo>
                <a:lnTo>
                  <a:pt x="1736929" y="130611"/>
                </a:lnTo>
                <a:lnTo>
                  <a:pt x="1763521" y="119761"/>
                </a:lnTo>
                <a:lnTo>
                  <a:pt x="1825332" y="95981"/>
                </a:lnTo>
                <a:lnTo>
                  <a:pt x="1853200" y="83693"/>
                </a:lnTo>
                <a:lnTo>
                  <a:pt x="1855611" y="80030"/>
                </a:lnTo>
                <a:lnTo>
                  <a:pt x="1841050" y="82128"/>
                </a:lnTo>
                <a:lnTo>
                  <a:pt x="1818005" y="87121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955284" y="4192015"/>
            <a:ext cx="76200" cy="45720"/>
          </a:xfrm>
          <a:custGeom>
            <a:rect b="b" l="l" r="r" t="t"/>
            <a:pathLst>
              <a:path extrusionOk="0" h="45720" w="76200">
                <a:moveTo>
                  <a:pt x="38100" y="0"/>
                </a:moveTo>
                <a:lnTo>
                  <a:pt x="23306" y="1783"/>
                </a:lnTo>
                <a:lnTo>
                  <a:pt x="11191" y="6651"/>
                </a:lnTo>
                <a:lnTo>
                  <a:pt x="3006" y="13876"/>
                </a:lnTo>
                <a:lnTo>
                  <a:pt x="0" y="22732"/>
                </a:lnTo>
                <a:lnTo>
                  <a:pt x="3006" y="31682"/>
                </a:lnTo>
                <a:lnTo>
                  <a:pt x="11191" y="38988"/>
                </a:lnTo>
                <a:lnTo>
                  <a:pt x="23306" y="43914"/>
                </a:lnTo>
                <a:lnTo>
                  <a:pt x="38100" y="45719"/>
                </a:lnTo>
                <a:lnTo>
                  <a:pt x="52947" y="43914"/>
                </a:lnTo>
                <a:lnTo>
                  <a:pt x="65055" y="38988"/>
                </a:lnTo>
                <a:lnTo>
                  <a:pt x="73211" y="31682"/>
                </a:lnTo>
                <a:lnTo>
                  <a:pt x="76200" y="22732"/>
                </a:lnTo>
                <a:lnTo>
                  <a:pt x="73211" y="13876"/>
                </a:lnTo>
                <a:lnTo>
                  <a:pt x="65055" y="6651"/>
                </a:lnTo>
                <a:lnTo>
                  <a:pt x="52947" y="1783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955284" y="4192015"/>
            <a:ext cx="76200" cy="45720"/>
          </a:xfrm>
          <a:custGeom>
            <a:rect b="b" l="l" r="r" t="t"/>
            <a:pathLst>
              <a:path extrusionOk="0" h="45720" w="76200">
                <a:moveTo>
                  <a:pt x="0" y="22732"/>
                </a:moveTo>
                <a:lnTo>
                  <a:pt x="3006" y="13876"/>
                </a:lnTo>
                <a:lnTo>
                  <a:pt x="11191" y="6651"/>
                </a:lnTo>
                <a:lnTo>
                  <a:pt x="23306" y="1783"/>
                </a:lnTo>
                <a:lnTo>
                  <a:pt x="38100" y="0"/>
                </a:lnTo>
                <a:lnTo>
                  <a:pt x="52947" y="1783"/>
                </a:lnTo>
                <a:lnTo>
                  <a:pt x="65055" y="6651"/>
                </a:lnTo>
                <a:lnTo>
                  <a:pt x="73211" y="13876"/>
                </a:lnTo>
                <a:lnTo>
                  <a:pt x="76200" y="22732"/>
                </a:lnTo>
                <a:lnTo>
                  <a:pt x="73211" y="31682"/>
                </a:lnTo>
                <a:lnTo>
                  <a:pt x="65055" y="38988"/>
                </a:lnTo>
                <a:lnTo>
                  <a:pt x="52947" y="43914"/>
                </a:lnTo>
                <a:lnTo>
                  <a:pt x="38100" y="45719"/>
                </a:lnTo>
                <a:lnTo>
                  <a:pt x="23306" y="43914"/>
                </a:lnTo>
                <a:lnTo>
                  <a:pt x="11191" y="38988"/>
                </a:lnTo>
                <a:lnTo>
                  <a:pt x="3006" y="31682"/>
                </a:lnTo>
                <a:lnTo>
                  <a:pt x="0" y="22732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358763" y="3691509"/>
            <a:ext cx="101600" cy="13220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6968363" y="4061967"/>
            <a:ext cx="101600" cy="13208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7806563" y="3798315"/>
            <a:ext cx="101600" cy="1320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943600" y="4162678"/>
            <a:ext cx="76200" cy="106680"/>
          </a:xfrm>
          <a:custGeom>
            <a:rect b="b" l="l" r="r" t="t"/>
            <a:pathLst>
              <a:path extrusionOk="0" h="106679" w="76200">
                <a:moveTo>
                  <a:pt x="38100" y="0"/>
                </a:moveTo>
                <a:lnTo>
                  <a:pt x="23252" y="4191"/>
                </a:lnTo>
                <a:lnTo>
                  <a:pt x="11144" y="15621"/>
                </a:lnTo>
                <a:lnTo>
                  <a:pt x="2988" y="32575"/>
                </a:lnTo>
                <a:lnTo>
                  <a:pt x="0" y="53340"/>
                </a:lnTo>
                <a:lnTo>
                  <a:pt x="2988" y="74104"/>
                </a:lnTo>
                <a:lnTo>
                  <a:pt x="11144" y="91059"/>
                </a:lnTo>
                <a:lnTo>
                  <a:pt x="23252" y="102489"/>
                </a:lnTo>
                <a:lnTo>
                  <a:pt x="38100" y="106680"/>
                </a:lnTo>
                <a:lnTo>
                  <a:pt x="52947" y="102489"/>
                </a:lnTo>
                <a:lnTo>
                  <a:pt x="65055" y="91059"/>
                </a:lnTo>
                <a:lnTo>
                  <a:pt x="73211" y="74104"/>
                </a:lnTo>
                <a:lnTo>
                  <a:pt x="76200" y="53340"/>
                </a:lnTo>
                <a:lnTo>
                  <a:pt x="73211" y="32575"/>
                </a:lnTo>
                <a:lnTo>
                  <a:pt x="65055" y="15621"/>
                </a:lnTo>
                <a:lnTo>
                  <a:pt x="52947" y="4191"/>
                </a:lnTo>
                <a:lnTo>
                  <a:pt x="38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943600" y="4162678"/>
            <a:ext cx="76200" cy="106680"/>
          </a:xfrm>
          <a:custGeom>
            <a:rect b="b" l="l" r="r" t="t"/>
            <a:pathLst>
              <a:path extrusionOk="0" h="106679" w="76200">
                <a:moveTo>
                  <a:pt x="0" y="53340"/>
                </a:moveTo>
                <a:lnTo>
                  <a:pt x="2988" y="74104"/>
                </a:lnTo>
                <a:lnTo>
                  <a:pt x="11144" y="91059"/>
                </a:lnTo>
                <a:lnTo>
                  <a:pt x="23252" y="102489"/>
                </a:lnTo>
                <a:lnTo>
                  <a:pt x="38100" y="106680"/>
                </a:lnTo>
                <a:lnTo>
                  <a:pt x="52947" y="102488"/>
                </a:lnTo>
                <a:lnTo>
                  <a:pt x="65055" y="91058"/>
                </a:lnTo>
                <a:lnTo>
                  <a:pt x="73211" y="74104"/>
                </a:lnTo>
                <a:lnTo>
                  <a:pt x="76200" y="53340"/>
                </a:lnTo>
                <a:lnTo>
                  <a:pt x="73211" y="32575"/>
                </a:lnTo>
                <a:lnTo>
                  <a:pt x="65055" y="15621"/>
                </a:lnTo>
                <a:lnTo>
                  <a:pt x="52947" y="4191"/>
                </a:lnTo>
                <a:lnTo>
                  <a:pt x="38100" y="0"/>
                </a:lnTo>
                <a:lnTo>
                  <a:pt x="23252" y="4191"/>
                </a:lnTo>
                <a:lnTo>
                  <a:pt x="11144" y="15621"/>
                </a:lnTo>
                <a:lnTo>
                  <a:pt x="2988" y="32575"/>
                </a:lnTo>
                <a:lnTo>
                  <a:pt x="0" y="5334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648200" y="1066800"/>
            <a:ext cx="4156075" cy="206756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>
            <p:ph type="title"/>
          </p:nvPr>
        </p:nvSpPr>
        <p:spPr>
          <a:xfrm>
            <a:off x="1997455" y="164591"/>
            <a:ext cx="514858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Hermite Spline Curves</a:t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152400" y="1066800"/>
            <a:ext cx="5638800" cy="1754505"/>
          </a:xfrm>
          <a:custGeom>
            <a:rect b="b" l="l" r="r" t="t"/>
            <a:pathLst>
              <a:path extrusionOk="0" h="1754505" w="5638800">
                <a:moveTo>
                  <a:pt x="0" y="1754377"/>
                </a:moveTo>
                <a:lnTo>
                  <a:pt x="5638800" y="1754377"/>
                </a:lnTo>
                <a:lnTo>
                  <a:pt x="56388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5D9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243840" y="1085341"/>
            <a:ext cx="20770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Hermite Spline Curve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701040" y="1359915"/>
            <a:ext cx="5010150" cy="13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42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Interpolation spline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cubic polynomial function (uses 4 points)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uses two position vector (end-points), P1 &amp; P2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 uses	two	tangent	vector	(in	which	position  curve is moving) at end points, R1 &amp; R2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7350759" y="2406141"/>
            <a:ext cx="4838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533768" y="1794001"/>
            <a:ext cx="2245995" cy="457200"/>
          </a:xfrm>
          <a:custGeom>
            <a:rect b="b" l="l" r="r" t="t"/>
            <a:pathLst>
              <a:path extrusionOk="0" h="457200" w="2245995">
                <a:moveTo>
                  <a:pt x="0" y="457200"/>
                </a:moveTo>
                <a:lnTo>
                  <a:pt x="26372" y="409460"/>
                </a:lnTo>
                <a:lnTo>
                  <a:pt x="52917" y="362181"/>
                </a:lnTo>
                <a:lnTo>
                  <a:pt x="79808" y="315827"/>
                </a:lnTo>
                <a:lnTo>
                  <a:pt x="107219" y="270865"/>
                </a:lnTo>
                <a:lnTo>
                  <a:pt x="135321" y="227758"/>
                </a:lnTo>
                <a:lnTo>
                  <a:pt x="164288" y="186972"/>
                </a:lnTo>
                <a:lnTo>
                  <a:pt x="194294" y="148971"/>
                </a:lnTo>
                <a:lnTo>
                  <a:pt x="225510" y="114220"/>
                </a:lnTo>
                <a:lnTo>
                  <a:pt x="258110" y="83184"/>
                </a:lnTo>
                <a:lnTo>
                  <a:pt x="292268" y="56328"/>
                </a:lnTo>
                <a:lnTo>
                  <a:pt x="328156" y="34116"/>
                </a:lnTo>
                <a:lnTo>
                  <a:pt x="365946" y="17015"/>
                </a:lnTo>
                <a:lnTo>
                  <a:pt x="405813" y="5487"/>
                </a:lnTo>
                <a:lnTo>
                  <a:pt x="447928" y="0"/>
                </a:lnTo>
                <a:lnTo>
                  <a:pt x="480458" y="1436"/>
                </a:lnTo>
                <a:lnTo>
                  <a:pt x="549186" y="21294"/>
                </a:lnTo>
                <a:lnTo>
                  <a:pt x="585245" y="38390"/>
                </a:lnTo>
                <a:lnTo>
                  <a:pt x="622343" y="59383"/>
                </a:lnTo>
                <a:lnTo>
                  <a:pt x="660410" y="83611"/>
                </a:lnTo>
                <a:lnTo>
                  <a:pt x="699376" y="110411"/>
                </a:lnTo>
                <a:lnTo>
                  <a:pt x="739173" y="139122"/>
                </a:lnTo>
                <a:lnTo>
                  <a:pt x="779731" y="169082"/>
                </a:lnTo>
                <a:lnTo>
                  <a:pt x="820982" y="199630"/>
                </a:lnTo>
                <a:lnTo>
                  <a:pt x="862855" y="230103"/>
                </a:lnTo>
                <a:lnTo>
                  <a:pt x="905282" y="259840"/>
                </a:lnTo>
                <a:lnTo>
                  <a:pt x="948193" y="288179"/>
                </a:lnTo>
                <a:lnTo>
                  <a:pt x="991520" y="314458"/>
                </a:lnTo>
                <a:lnTo>
                  <a:pt x="1035193" y="338016"/>
                </a:lnTo>
                <a:lnTo>
                  <a:pt x="1079143" y="358190"/>
                </a:lnTo>
                <a:lnTo>
                  <a:pt x="1123300" y="374319"/>
                </a:lnTo>
                <a:lnTo>
                  <a:pt x="1167596" y="385741"/>
                </a:lnTo>
                <a:lnTo>
                  <a:pt x="1211960" y="391795"/>
                </a:lnTo>
                <a:lnTo>
                  <a:pt x="1257887" y="392857"/>
                </a:lnTo>
                <a:lnTo>
                  <a:pt x="1306619" y="389970"/>
                </a:lnTo>
                <a:lnTo>
                  <a:pt x="1357711" y="383530"/>
                </a:lnTo>
                <a:lnTo>
                  <a:pt x="1410720" y="373932"/>
                </a:lnTo>
                <a:lnTo>
                  <a:pt x="1465203" y="361571"/>
                </a:lnTo>
                <a:lnTo>
                  <a:pt x="1520715" y="346842"/>
                </a:lnTo>
                <a:lnTo>
                  <a:pt x="1576813" y="330140"/>
                </a:lnTo>
                <a:lnTo>
                  <a:pt x="1633052" y="311862"/>
                </a:lnTo>
                <a:lnTo>
                  <a:pt x="1688989" y="292402"/>
                </a:lnTo>
                <a:lnTo>
                  <a:pt x="1744181" y="272155"/>
                </a:lnTo>
                <a:lnTo>
                  <a:pt x="1798183" y="251517"/>
                </a:lnTo>
                <a:lnTo>
                  <a:pt x="1850551" y="230883"/>
                </a:lnTo>
                <a:lnTo>
                  <a:pt x="1900842" y="210649"/>
                </a:lnTo>
                <a:lnTo>
                  <a:pt x="1948611" y="191208"/>
                </a:lnTo>
                <a:lnTo>
                  <a:pt x="1993416" y="172958"/>
                </a:lnTo>
                <a:lnTo>
                  <a:pt x="2034811" y="156293"/>
                </a:lnTo>
                <a:lnTo>
                  <a:pt x="2072355" y="141608"/>
                </a:lnTo>
                <a:lnTo>
                  <a:pt x="2105601" y="129299"/>
                </a:lnTo>
                <a:lnTo>
                  <a:pt x="2134107" y="119761"/>
                </a:lnTo>
                <a:lnTo>
                  <a:pt x="2208957" y="95980"/>
                </a:lnTo>
                <a:lnTo>
                  <a:pt x="2242696" y="83684"/>
                </a:lnTo>
                <a:lnTo>
                  <a:pt x="2245600" y="80002"/>
                </a:lnTo>
                <a:lnTo>
                  <a:pt x="2227949" y="82063"/>
                </a:lnTo>
                <a:lnTo>
                  <a:pt x="2200021" y="8699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6491223" y="2240279"/>
            <a:ext cx="92710" cy="45720"/>
          </a:xfrm>
          <a:custGeom>
            <a:rect b="b" l="l" r="r" t="t"/>
            <a:pathLst>
              <a:path extrusionOk="0" h="45719" w="92709">
                <a:moveTo>
                  <a:pt x="46100" y="0"/>
                </a:moveTo>
                <a:lnTo>
                  <a:pt x="28128" y="1803"/>
                </a:lnTo>
                <a:lnTo>
                  <a:pt x="13477" y="6715"/>
                </a:lnTo>
                <a:lnTo>
                  <a:pt x="3613" y="13983"/>
                </a:lnTo>
                <a:lnTo>
                  <a:pt x="0" y="22860"/>
                </a:lnTo>
                <a:lnTo>
                  <a:pt x="3613" y="31736"/>
                </a:lnTo>
                <a:lnTo>
                  <a:pt x="13477" y="39004"/>
                </a:lnTo>
                <a:lnTo>
                  <a:pt x="28128" y="43916"/>
                </a:lnTo>
                <a:lnTo>
                  <a:pt x="46100" y="45720"/>
                </a:lnTo>
                <a:lnTo>
                  <a:pt x="64019" y="43916"/>
                </a:lnTo>
                <a:lnTo>
                  <a:pt x="78676" y="39004"/>
                </a:lnTo>
                <a:lnTo>
                  <a:pt x="88570" y="31736"/>
                </a:lnTo>
                <a:lnTo>
                  <a:pt x="92201" y="22860"/>
                </a:lnTo>
                <a:lnTo>
                  <a:pt x="88570" y="13983"/>
                </a:lnTo>
                <a:lnTo>
                  <a:pt x="78676" y="6715"/>
                </a:lnTo>
                <a:lnTo>
                  <a:pt x="64019" y="1803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6491223" y="2240279"/>
            <a:ext cx="92710" cy="45720"/>
          </a:xfrm>
          <a:custGeom>
            <a:rect b="b" l="l" r="r" t="t"/>
            <a:pathLst>
              <a:path extrusionOk="0" h="45719" w="92709">
                <a:moveTo>
                  <a:pt x="0" y="22860"/>
                </a:moveTo>
                <a:lnTo>
                  <a:pt x="3613" y="13983"/>
                </a:lnTo>
                <a:lnTo>
                  <a:pt x="13477" y="6715"/>
                </a:lnTo>
                <a:lnTo>
                  <a:pt x="28128" y="1803"/>
                </a:lnTo>
                <a:lnTo>
                  <a:pt x="46100" y="0"/>
                </a:lnTo>
                <a:lnTo>
                  <a:pt x="64019" y="1803"/>
                </a:lnTo>
                <a:lnTo>
                  <a:pt x="78676" y="6715"/>
                </a:lnTo>
                <a:lnTo>
                  <a:pt x="88570" y="13983"/>
                </a:lnTo>
                <a:lnTo>
                  <a:pt x="92201" y="22860"/>
                </a:lnTo>
                <a:lnTo>
                  <a:pt x="88570" y="31736"/>
                </a:lnTo>
                <a:lnTo>
                  <a:pt x="78676" y="39004"/>
                </a:lnTo>
                <a:lnTo>
                  <a:pt x="64019" y="43916"/>
                </a:lnTo>
                <a:lnTo>
                  <a:pt x="46100" y="45720"/>
                </a:lnTo>
                <a:lnTo>
                  <a:pt x="28128" y="43916"/>
                </a:lnTo>
                <a:lnTo>
                  <a:pt x="13477" y="39004"/>
                </a:lnTo>
                <a:lnTo>
                  <a:pt x="3613" y="31736"/>
                </a:lnTo>
                <a:lnTo>
                  <a:pt x="0" y="2286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982206" y="17399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719821" y="2110358"/>
            <a:ext cx="117728" cy="1320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8734297" y="1846579"/>
            <a:ext cx="117601" cy="13208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77000" y="2210942"/>
            <a:ext cx="92710" cy="106680"/>
          </a:xfrm>
          <a:custGeom>
            <a:rect b="b" l="l" r="r" t="t"/>
            <a:pathLst>
              <a:path extrusionOk="0" h="106680" w="92709">
                <a:moveTo>
                  <a:pt x="46100" y="0"/>
                </a:move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477000" y="2210942"/>
            <a:ext cx="92710" cy="106680"/>
          </a:xfrm>
          <a:custGeom>
            <a:rect b="b" l="l" r="r" t="t"/>
            <a:pathLst>
              <a:path extrusionOk="0" h="106680" w="92709">
                <a:moveTo>
                  <a:pt x="0" y="53340"/>
                </a:moveTo>
                <a:lnTo>
                  <a:pt x="3631" y="74104"/>
                </a:lnTo>
                <a:lnTo>
                  <a:pt x="13525" y="91059"/>
                </a:lnTo>
                <a:lnTo>
                  <a:pt x="28182" y="102488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395720" y="1905000"/>
            <a:ext cx="233679" cy="308610"/>
          </a:xfrm>
          <a:custGeom>
            <a:rect b="b" l="l" r="r" t="t"/>
            <a:pathLst>
              <a:path extrusionOk="0" h="308610" w="233679">
                <a:moveTo>
                  <a:pt x="218581" y="20101"/>
                </a:moveTo>
                <a:lnTo>
                  <a:pt x="207046" y="24967"/>
                </a:lnTo>
                <a:lnTo>
                  <a:pt x="0" y="300989"/>
                </a:lnTo>
                <a:lnTo>
                  <a:pt x="10159" y="308610"/>
                </a:lnTo>
                <a:lnTo>
                  <a:pt x="217120" y="32702"/>
                </a:lnTo>
                <a:lnTo>
                  <a:pt x="218581" y="20101"/>
                </a:lnTo>
                <a:close/>
              </a:path>
              <a:path extrusionOk="0" h="308610" w="233679">
                <a:moveTo>
                  <a:pt x="232957" y="6223"/>
                </a:moveTo>
                <a:lnTo>
                  <a:pt x="221106" y="6223"/>
                </a:lnTo>
                <a:lnTo>
                  <a:pt x="231266" y="13842"/>
                </a:lnTo>
                <a:lnTo>
                  <a:pt x="217120" y="32702"/>
                </a:lnTo>
                <a:lnTo>
                  <a:pt x="209676" y="96900"/>
                </a:lnTo>
                <a:lnTo>
                  <a:pt x="209296" y="100457"/>
                </a:lnTo>
                <a:lnTo>
                  <a:pt x="211708" y="103632"/>
                </a:lnTo>
                <a:lnTo>
                  <a:pt x="218694" y="104394"/>
                </a:lnTo>
                <a:lnTo>
                  <a:pt x="221869" y="101853"/>
                </a:lnTo>
                <a:lnTo>
                  <a:pt x="222250" y="98425"/>
                </a:lnTo>
                <a:lnTo>
                  <a:pt x="232957" y="6223"/>
                </a:lnTo>
                <a:close/>
              </a:path>
              <a:path extrusionOk="0" h="308610" w="233679">
                <a:moveTo>
                  <a:pt x="233679" y="0"/>
                </a:moveTo>
                <a:lnTo>
                  <a:pt x="142366" y="38480"/>
                </a:lnTo>
                <a:lnTo>
                  <a:pt x="139191" y="39877"/>
                </a:lnTo>
                <a:lnTo>
                  <a:pt x="137668" y="43561"/>
                </a:lnTo>
                <a:lnTo>
                  <a:pt x="139064" y="46862"/>
                </a:lnTo>
                <a:lnTo>
                  <a:pt x="140334" y="50037"/>
                </a:lnTo>
                <a:lnTo>
                  <a:pt x="144145" y="51562"/>
                </a:lnTo>
                <a:lnTo>
                  <a:pt x="147320" y="50164"/>
                </a:lnTo>
                <a:lnTo>
                  <a:pt x="207046" y="24967"/>
                </a:lnTo>
                <a:lnTo>
                  <a:pt x="221106" y="6223"/>
                </a:lnTo>
                <a:lnTo>
                  <a:pt x="232957" y="6223"/>
                </a:lnTo>
                <a:lnTo>
                  <a:pt x="233679" y="0"/>
                </a:lnTo>
                <a:close/>
              </a:path>
              <a:path extrusionOk="0" h="308610" w="233679">
                <a:moveTo>
                  <a:pt x="225171" y="9271"/>
                </a:moveTo>
                <a:lnTo>
                  <a:pt x="219836" y="9271"/>
                </a:lnTo>
                <a:lnTo>
                  <a:pt x="228600" y="15875"/>
                </a:lnTo>
                <a:lnTo>
                  <a:pt x="218581" y="20101"/>
                </a:lnTo>
                <a:lnTo>
                  <a:pt x="217120" y="32702"/>
                </a:lnTo>
                <a:lnTo>
                  <a:pt x="231266" y="13842"/>
                </a:lnTo>
                <a:lnTo>
                  <a:pt x="225171" y="9271"/>
                </a:lnTo>
                <a:close/>
              </a:path>
              <a:path extrusionOk="0" h="308610" w="233679">
                <a:moveTo>
                  <a:pt x="221106" y="6223"/>
                </a:moveTo>
                <a:lnTo>
                  <a:pt x="207046" y="24967"/>
                </a:lnTo>
                <a:lnTo>
                  <a:pt x="218581" y="20101"/>
                </a:lnTo>
                <a:lnTo>
                  <a:pt x="219836" y="9271"/>
                </a:lnTo>
                <a:lnTo>
                  <a:pt x="225171" y="9271"/>
                </a:lnTo>
                <a:lnTo>
                  <a:pt x="221106" y="6223"/>
                </a:lnTo>
                <a:close/>
              </a:path>
              <a:path extrusionOk="0" h="308610" w="233679">
                <a:moveTo>
                  <a:pt x="219836" y="9271"/>
                </a:moveTo>
                <a:lnTo>
                  <a:pt x="218581" y="20101"/>
                </a:lnTo>
                <a:lnTo>
                  <a:pt x="228600" y="15875"/>
                </a:lnTo>
                <a:lnTo>
                  <a:pt x="219836" y="9271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8609076" y="1723898"/>
            <a:ext cx="306705" cy="111125"/>
          </a:xfrm>
          <a:custGeom>
            <a:rect b="b" l="l" r="r" t="t"/>
            <a:pathLst>
              <a:path extrusionOk="0" h="111125" w="306704">
                <a:moveTo>
                  <a:pt x="269694" y="31255"/>
                </a:moveTo>
                <a:lnTo>
                  <a:pt x="0" y="98678"/>
                </a:lnTo>
                <a:lnTo>
                  <a:pt x="3048" y="111125"/>
                </a:lnTo>
                <a:lnTo>
                  <a:pt x="272759" y="43697"/>
                </a:lnTo>
                <a:lnTo>
                  <a:pt x="281877" y="34798"/>
                </a:lnTo>
                <a:lnTo>
                  <a:pt x="269694" y="31255"/>
                </a:lnTo>
                <a:close/>
              </a:path>
              <a:path extrusionOk="0" h="111125" w="306704">
                <a:moveTo>
                  <a:pt x="295415" y="25526"/>
                </a:moveTo>
                <a:lnTo>
                  <a:pt x="292607" y="25526"/>
                </a:lnTo>
                <a:lnTo>
                  <a:pt x="295655" y="37973"/>
                </a:lnTo>
                <a:lnTo>
                  <a:pt x="272759" y="43697"/>
                </a:lnTo>
                <a:lnTo>
                  <a:pt x="226568" y="88773"/>
                </a:lnTo>
                <a:lnTo>
                  <a:pt x="224027" y="91312"/>
                </a:lnTo>
                <a:lnTo>
                  <a:pt x="224027" y="95250"/>
                </a:lnTo>
                <a:lnTo>
                  <a:pt x="228853" y="100329"/>
                </a:lnTo>
                <a:lnTo>
                  <a:pt x="232918" y="100329"/>
                </a:lnTo>
                <a:lnTo>
                  <a:pt x="235457" y="97916"/>
                </a:lnTo>
                <a:lnTo>
                  <a:pt x="306324" y="28701"/>
                </a:lnTo>
                <a:lnTo>
                  <a:pt x="295415" y="25526"/>
                </a:lnTo>
                <a:close/>
              </a:path>
              <a:path extrusionOk="0" h="111125" w="306704">
                <a:moveTo>
                  <a:pt x="281877" y="34798"/>
                </a:moveTo>
                <a:lnTo>
                  <a:pt x="272759" y="43697"/>
                </a:lnTo>
                <a:lnTo>
                  <a:pt x="295655" y="37973"/>
                </a:lnTo>
                <a:lnTo>
                  <a:pt x="292353" y="37846"/>
                </a:lnTo>
                <a:lnTo>
                  <a:pt x="281877" y="34798"/>
                </a:lnTo>
                <a:close/>
              </a:path>
              <a:path extrusionOk="0" h="111125" w="306704">
                <a:moveTo>
                  <a:pt x="289687" y="27177"/>
                </a:moveTo>
                <a:lnTo>
                  <a:pt x="281877" y="34798"/>
                </a:lnTo>
                <a:lnTo>
                  <a:pt x="292353" y="37846"/>
                </a:lnTo>
                <a:lnTo>
                  <a:pt x="289687" y="27177"/>
                </a:lnTo>
                <a:close/>
              </a:path>
              <a:path extrusionOk="0" h="111125" w="306704">
                <a:moveTo>
                  <a:pt x="293012" y="27177"/>
                </a:moveTo>
                <a:lnTo>
                  <a:pt x="289687" y="27177"/>
                </a:lnTo>
                <a:lnTo>
                  <a:pt x="292353" y="37846"/>
                </a:lnTo>
                <a:lnTo>
                  <a:pt x="295624" y="37846"/>
                </a:lnTo>
                <a:lnTo>
                  <a:pt x="293012" y="27177"/>
                </a:lnTo>
                <a:close/>
              </a:path>
              <a:path extrusionOk="0" h="111125" w="306704">
                <a:moveTo>
                  <a:pt x="292607" y="25526"/>
                </a:moveTo>
                <a:lnTo>
                  <a:pt x="269694" y="31255"/>
                </a:lnTo>
                <a:lnTo>
                  <a:pt x="281877" y="34798"/>
                </a:lnTo>
                <a:lnTo>
                  <a:pt x="289687" y="27177"/>
                </a:lnTo>
                <a:lnTo>
                  <a:pt x="293012" y="27177"/>
                </a:lnTo>
                <a:lnTo>
                  <a:pt x="292607" y="25526"/>
                </a:lnTo>
                <a:close/>
              </a:path>
              <a:path extrusionOk="0" h="111125" w="306704">
                <a:moveTo>
                  <a:pt x="207772" y="0"/>
                </a:moveTo>
                <a:lnTo>
                  <a:pt x="204343" y="1904"/>
                </a:lnTo>
                <a:lnTo>
                  <a:pt x="202310" y="8762"/>
                </a:lnTo>
                <a:lnTo>
                  <a:pt x="204216" y="12191"/>
                </a:lnTo>
                <a:lnTo>
                  <a:pt x="269694" y="31255"/>
                </a:lnTo>
                <a:lnTo>
                  <a:pt x="292607" y="25526"/>
                </a:lnTo>
                <a:lnTo>
                  <a:pt x="295415" y="25526"/>
                </a:lnTo>
                <a:lnTo>
                  <a:pt x="207772" y="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 txBox="1"/>
          <p:nvPr/>
        </p:nvSpPr>
        <p:spPr>
          <a:xfrm>
            <a:off x="8613647" y="1999996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8731757" y="2132584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 txBox="1"/>
          <p:nvPr/>
        </p:nvSpPr>
        <p:spPr>
          <a:xfrm>
            <a:off x="7699247" y="1771396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 txBox="1"/>
          <p:nvPr/>
        </p:nvSpPr>
        <p:spPr>
          <a:xfrm>
            <a:off x="7817357" y="1903984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6911847" y="1390396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8512047" y="1390396"/>
            <a:ext cx="2781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6073647" y="1817116"/>
            <a:ext cx="57658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1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8613647" y="23047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09600" y="3699316"/>
            <a:ext cx="2881678" cy="236755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33400" y="4214495"/>
            <a:ext cx="2765483" cy="223564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33400" y="4595240"/>
            <a:ext cx="2782105" cy="25565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33400" y="4977037"/>
            <a:ext cx="2764980" cy="228357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09600" y="5596066"/>
            <a:ext cx="1706268" cy="20080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438400" y="5353878"/>
            <a:ext cx="1440280" cy="854765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762000" y="6142852"/>
            <a:ext cx="1390017" cy="265496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191000" y="3352800"/>
            <a:ext cx="1905" cy="2971800"/>
          </a:xfrm>
          <a:custGeom>
            <a:rect b="b" l="l" r="r" t="t"/>
            <a:pathLst>
              <a:path extrusionOk="0" h="2971800" w="1904">
                <a:moveTo>
                  <a:pt x="1650" y="0"/>
                </a:moveTo>
                <a:lnTo>
                  <a:pt x="0" y="29718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495800" y="3314700"/>
            <a:ext cx="1130300" cy="2159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495800" y="4632959"/>
            <a:ext cx="1291354" cy="19507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4572000" y="4986535"/>
            <a:ext cx="3788103" cy="201058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572000" y="5290528"/>
            <a:ext cx="3788166" cy="196522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572000" y="5595257"/>
            <a:ext cx="3788228" cy="195946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4572000" y="5899403"/>
            <a:ext cx="3788228" cy="192024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 txBox="1"/>
          <p:nvPr/>
        </p:nvSpPr>
        <p:spPr>
          <a:xfrm>
            <a:off x="370840" y="2990596"/>
            <a:ext cx="8229600" cy="1824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5400" marR="42379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Q(t) is the curve at point [x(t), y(t), z(t)]  Then we can write in matrix form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11885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C=M.G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422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Basis M(confirms C</a:t>
            </a:r>
            <a:r>
              <a:rPr baseline="30000" i="1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 C</a:t>
            </a:r>
            <a:r>
              <a:rPr baseline="30000" i="1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27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Geometric Vector Matrix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7404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(t=0)=P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	&amp; 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(t=1)=P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>
            <p:ph type="title"/>
          </p:nvPr>
        </p:nvSpPr>
        <p:spPr>
          <a:xfrm>
            <a:off x="1997455" y="164591"/>
            <a:ext cx="514858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Hermite Spline Curves</a:t>
            </a:r>
            <a:endParaRPr/>
          </a:p>
        </p:txBody>
      </p:sp>
      <p:sp>
        <p:nvSpPr>
          <p:cNvPr id="230" name="Google Shape;230;p12"/>
          <p:cNvSpPr txBox="1"/>
          <p:nvPr/>
        </p:nvSpPr>
        <p:spPr>
          <a:xfrm>
            <a:off x="7350759" y="2406141"/>
            <a:ext cx="48387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P(t)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533768" y="1794001"/>
            <a:ext cx="2245995" cy="457200"/>
          </a:xfrm>
          <a:custGeom>
            <a:rect b="b" l="l" r="r" t="t"/>
            <a:pathLst>
              <a:path extrusionOk="0" h="457200" w="2245995">
                <a:moveTo>
                  <a:pt x="0" y="457200"/>
                </a:moveTo>
                <a:lnTo>
                  <a:pt x="26372" y="409460"/>
                </a:lnTo>
                <a:lnTo>
                  <a:pt x="52917" y="362181"/>
                </a:lnTo>
                <a:lnTo>
                  <a:pt x="79808" y="315827"/>
                </a:lnTo>
                <a:lnTo>
                  <a:pt x="107219" y="270865"/>
                </a:lnTo>
                <a:lnTo>
                  <a:pt x="135321" y="227758"/>
                </a:lnTo>
                <a:lnTo>
                  <a:pt x="164288" y="186972"/>
                </a:lnTo>
                <a:lnTo>
                  <a:pt x="194294" y="148971"/>
                </a:lnTo>
                <a:lnTo>
                  <a:pt x="225510" y="114220"/>
                </a:lnTo>
                <a:lnTo>
                  <a:pt x="258110" y="83184"/>
                </a:lnTo>
                <a:lnTo>
                  <a:pt x="292268" y="56328"/>
                </a:lnTo>
                <a:lnTo>
                  <a:pt x="328156" y="34116"/>
                </a:lnTo>
                <a:lnTo>
                  <a:pt x="365946" y="17015"/>
                </a:lnTo>
                <a:lnTo>
                  <a:pt x="405813" y="5487"/>
                </a:lnTo>
                <a:lnTo>
                  <a:pt x="447928" y="0"/>
                </a:lnTo>
                <a:lnTo>
                  <a:pt x="480458" y="1436"/>
                </a:lnTo>
                <a:lnTo>
                  <a:pt x="549186" y="21294"/>
                </a:lnTo>
                <a:lnTo>
                  <a:pt x="585245" y="38390"/>
                </a:lnTo>
                <a:lnTo>
                  <a:pt x="622343" y="59383"/>
                </a:lnTo>
                <a:lnTo>
                  <a:pt x="660410" y="83611"/>
                </a:lnTo>
                <a:lnTo>
                  <a:pt x="699376" y="110411"/>
                </a:lnTo>
                <a:lnTo>
                  <a:pt x="739173" y="139122"/>
                </a:lnTo>
                <a:lnTo>
                  <a:pt x="779731" y="169082"/>
                </a:lnTo>
                <a:lnTo>
                  <a:pt x="820982" y="199630"/>
                </a:lnTo>
                <a:lnTo>
                  <a:pt x="862855" y="230103"/>
                </a:lnTo>
                <a:lnTo>
                  <a:pt x="905282" y="259840"/>
                </a:lnTo>
                <a:lnTo>
                  <a:pt x="948193" y="288179"/>
                </a:lnTo>
                <a:lnTo>
                  <a:pt x="991520" y="314458"/>
                </a:lnTo>
                <a:lnTo>
                  <a:pt x="1035193" y="338016"/>
                </a:lnTo>
                <a:lnTo>
                  <a:pt x="1079143" y="358190"/>
                </a:lnTo>
                <a:lnTo>
                  <a:pt x="1123300" y="374319"/>
                </a:lnTo>
                <a:lnTo>
                  <a:pt x="1167596" y="385741"/>
                </a:lnTo>
                <a:lnTo>
                  <a:pt x="1211960" y="391795"/>
                </a:lnTo>
                <a:lnTo>
                  <a:pt x="1257887" y="392857"/>
                </a:lnTo>
                <a:lnTo>
                  <a:pt x="1306619" y="389970"/>
                </a:lnTo>
                <a:lnTo>
                  <a:pt x="1357711" y="383530"/>
                </a:lnTo>
                <a:lnTo>
                  <a:pt x="1410720" y="373932"/>
                </a:lnTo>
                <a:lnTo>
                  <a:pt x="1465203" y="361571"/>
                </a:lnTo>
                <a:lnTo>
                  <a:pt x="1520715" y="346842"/>
                </a:lnTo>
                <a:lnTo>
                  <a:pt x="1576813" y="330140"/>
                </a:lnTo>
                <a:lnTo>
                  <a:pt x="1633052" y="311862"/>
                </a:lnTo>
                <a:lnTo>
                  <a:pt x="1688989" y="292402"/>
                </a:lnTo>
                <a:lnTo>
                  <a:pt x="1744181" y="272155"/>
                </a:lnTo>
                <a:lnTo>
                  <a:pt x="1798183" y="251517"/>
                </a:lnTo>
                <a:lnTo>
                  <a:pt x="1850551" y="230883"/>
                </a:lnTo>
                <a:lnTo>
                  <a:pt x="1900842" y="210649"/>
                </a:lnTo>
                <a:lnTo>
                  <a:pt x="1948611" y="191208"/>
                </a:lnTo>
                <a:lnTo>
                  <a:pt x="1993416" y="172958"/>
                </a:lnTo>
                <a:lnTo>
                  <a:pt x="2034811" y="156293"/>
                </a:lnTo>
                <a:lnTo>
                  <a:pt x="2072355" y="141608"/>
                </a:lnTo>
                <a:lnTo>
                  <a:pt x="2105601" y="129299"/>
                </a:lnTo>
                <a:lnTo>
                  <a:pt x="2134107" y="119761"/>
                </a:lnTo>
                <a:lnTo>
                  <a:pt x="2208957" y="95980"/>
                </a:lnTo>
                <a:lnTo>
                  <a:pt x="2242696" y="83684"/>
                </a:lnTo>
                <a:lnTo>
                  <a:pt x="2245600" y="80002"/>
                </a:lnTo>
                <a:lnTo>
                  <a:pt x="2227949" y="82063"/>
                </a:lnTo>
                <a:lnTo>
                  <a:pt x="2200021" y="86995"/>
                </a:ln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6491223" y="2240279"/>
            <a:ext cx="92710" cy="45720"/>
          </a:xfrm>
          <a:custGeom>
            <a:rect b="b" l="l" r="r" t="t"/>
            <a:pathLst>
              <a:path extrusionOk="0" h="45719" w="92709">
                <a:moveTo>
                  <a:pt x="46100" y="0"/>
                </a:moveTo>
                <a:lnTo>
                  <a:pt x="28128" y="1803"/>
                </a:lnTo>
                <a:lnTo>
                  <a:pt x="13477" y="6715"/>
                </a:lnTo>
                <a:lnTo>
                  <a:pt x="3613" y="13983"/>
                </a:lnTo>
                <a:lnTo>
                  <a:pt x="0" y="22860"/>
                </a:lnTo>
                <a:lnTo>
                  <a:pt x="3613" y="31736"/>
                </a:lnTo>
                <a:lnTo>
                  <a:pt x="13477" y="39004"/>
                </a:lnTo>
                <a:lnTo>
                  <a:pt x="28128" y="43916"/>
                </a:lnTo>
                <a:lnTo>
                  <a:pt x="46100" y="45720"/>
                </a:lnTo>
                <a:lnTo>
                  <a:pt x="64019" y="43916"/>
                </a:lnTo>
                <a:lnTo>
                  <a:pt x="78676" y="39004"/>
                </a:lnTo>
                <a:lnTo>
                  <a:pt x="88570" y="31736"/>
                </a:lnTo>
                <a:lnTo>
                  <a:pt x="92201" y="22860"/>
                </a:lnTo>
                <a:lnTo>
                  <a:pt x="88570" y="13983"/>
                </a:lnTo>
                <a:lnTo>
                  <a:pt x="78676" y="6715"/>
                </a:lnTo>
                <a:lnTo>
                  <a:pt x="64019" y="1803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491223" y="2240279"/>
            <a:ext cx="92710" cy="45720"/>
          </a:xfrm>
          <a:custGeom>
            <a:rect b="b" l="l" r="r" t="t"/>
            <a:pathLst>
              <a:path extrusionOk="0" h="45719" w="92709">
                <a:moveTo>
                  <a:pt x="0" y="22860"/>
                </a:moveTo>
                <a:lnTo>
                  <a:pt x="3613" y="13983"/>
                </a:lnTo>
                <a:lnTo>
                  <a:pt x="13477" y="6715"/>
                </a:lnTo>
                <a:lnTo>
                  <a:pt x="28128" y="1803"/>
                </a:lnTo>
                <a:lnTo>
                  <a:pt x="46100" y="0"/>
                </a:lnTo>
                <a:lnTo>
                  <a:pt x="64019" y="1803"/>
                </a:lnTo>
                <a:lnTo>
                  <a:pt x="78676" y="6715"/>
                </a:lnTo>
                <a:lnTo>
                  <a:pt x="88570" y="13983"/>
                </a:lnTo>
                <a:lnTo>
                  <a:pt x="92201" y="22860"/>
                </a:lnTo>
                <a:lnTo>
                  <a:pt x="88570" y="31736"/>
                </a:lnTo>
                <a:lnTo>
                  <a:pt x="78676" y="39004"/>
                </a:lnTo>
                <a:lnTo>
                  <a:pt x="64019" y="43916"/>
                </a:lnTo>
                <a:lnTo>
                  <a:pt x="46100" y="45720"/>
                </a:lnTo>
                <a:lnTo>
                  <a:pt x="28128" y="43916"/>
                </a:lnTo>
                <a:lnTo>
                  <a:pt x="13477" y="39004"/>
                </a:lnTo>
                <a:lnTo>
                  <a:pt x="3613" y="31736"/>
                </a:lnTo>
                <a:lnTo>
                  <a:pt x="0" y="2286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982206" y="17399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719821" y="2110358"/>
            <a:ext cx="117728" cy="1320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8734297" y="1846579"/>
            <a:ext cx="117601" cy="13208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6477000" y="2210942"/>
            <a:ext cx="92710" cy="106680"/>
          </a:xfrm>
          <a:custGeom>
            <a:rect b="b" l="l" r="r" t="t"/>
            <a:pathLst>
              <a:path extrusionOk="0" h="106680" w="92709">
                <a:moveTo>
                  <a:pt x="46100" y="0"/>
                </a:move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6477000" y="2210942"/>
            <a:ext cx="92710" cy="106680"/>
          </a:xfrm>
          <a:custGeom>
            <a:rect b="b" l="l" r="r" t="t"/>
            <a:pathLst>
              <a:path extrusionOk="0" h="106680" w="92709">
                <a:moveTo>
                  <a:pt x="0" y="53340"/>
                </a:moveTo>
                <a:lnTo>
                  <a:pt x="3631" y="74104"/>
                </a:lnTo>
                <a:lnTo>
                  <a:pt x="13525" y="91059"/>
                </a:lnTo>
                <a:lnTo>
                  <a:pt x="28182" y="102488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40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0"/>
                </a:lnTo>
                <a:lnTo>
                  <a:pt x="46100" y="0"/>
                </a:lnTo>
                <a:lnTo>
                  <a:pt x="28182" y="4190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40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395720" y="1905000"/>
            <a:ext cx="233679" cy="308610"/>
          </a:xfrm>
          <a:custGeom>
            <a:rect b="b" l="l" r="r" t="t"/>
            <a:pathLst>
              <a:path extrusionOk="0" h="308610" w="233679">
                <a:moveTo>
                  <a:pt x="218581" y="20101"/>
                </a:moveTo>
                <a:lnTo>
                  <a:pt x="207046" y="24967"/>
                </a:lnTo>
                <a:lnTo>
                  <a:pt x="0" y="300989"/>
                </a:lnTo>
                <a:lnTo>
                  <a:pt x="10159" y="308610"/>
                </a:lnTo>
                <a:lnTo>
                  <a:pt x="217120" y="32702"/>
                </a:lnTo>
                <a:lnTo>
                  <a:pt x="218581" y="20101"/>
                </a:lnTo>
                <a:close/>
              </a:path>
              <a:path extrusionOk="0" h="308610" w="233679">
                <a:moveTo>
                  <a:pt x="232957" y="6223"/>
                </a:moveTo>
                <a:lnTo>
                  <a:pt x="221106" y="6223"/>
                </a:lnTo>
                <a:lnTo>
                  <a:pt x="231266" y="13842"/>
                </a:lnTo>
                <a:lnTo>
                  <a:pt x="217120" y="32702"/>
                </a:lnTo>
                <a:lnTo>
                  <a:pt x="209676" y="96900"/>
                </a:lnTo>
                <a:lnTo>
                  <a:pt x="209296" y="100457"/>
                </a:lnTo>
                <a:lnTo>
                  <a:pt x="211708" y="103632"/>
                </a:lnTo>
                <a:lnTo>
                  <a:pt x="218694" y="104394"/>
                </a:lnTo>
                <a:lnTo>
                  <a:pt x="221869" y="101853"/>
                </a:lnTo>
                <a:lnTo>
                  <a:pt x="222250" y="98425"/>
                </a:lnTo>
                <a:lnTo>
                  <a:pt x="232957" y="6223"/>
                </a:lnTo>
                <a:close/>
              </a:path>
              <a:path extrusionOk="0" h="308610" w="233679">
                <a:moveTo>
                  <a:pt x="233679" y="0"/>
                </a:moveTo>
                <a:lnTo>
                  <a:pt x="142366" y="38480"/>
                </a:lnTo>
                <a:lnTo>
                  <a:pt x="139191" y="39877"/>
                </a:lnTo>
                <a:lnTo>
                  <a:pt x="137668" y="43561"/>
                </a:lnTo>
                <a:lnTo>
                  <a:pt x="139064" y="46862"/>
                </a:lnTo>
                <a:lnTo>
                  <a:pt x="140334" y="50037"/>
                </a:lnTo>
                <a:lnTo>
                  <a:pt x="144145" y="51562"/>
                </a:lnTo>
                <a:lnTo>
                  <a:pt x="147320" y="50164"/>
                </a:lnTo>
                <a:lnTo>
                  <a:pt x="207046" y="24967"/>
                </a:lnTo>
                <a:lnTo>
                  <a:pt x="221106" y="6223"/>
                </a:lnTo>
                <a:lnTo>
                  <a:pt x="232957" y="6223"/>
                </a:lnTo>
                <a:lnTo>
                  <a:pt x="233679" y="0"/>
                </a:lnTo>
                <a:close/>
              </a:path>
              <a:path extrusionOk="0" h="308610" w="233679">
                <a:moveTo>
                  <a:pt x="225171" y="9271"/>
                </a:moveTo>
                <a:lnTo>
                  <a:pt x="219836" y="9271"/>
                </a:lnTo>
                <a:lnTo>
                  <a:pt x="228600" y="15875"/>
                </a:lnTo>
                <a:lnTo>
                  <a:pt x="218581" y="20101"/>
                </a:lnTo>
                <a:lnTo>
                  <a:pt x="217120" y="32702"/>
                </a:lnTo>
                <a:lnTo>
                  <a:pt x="231266" y="13842"/>
                </a:lnTo>
                <a:lnTo>
                  <a:pt x="225171" y="9271"/>
                </a:lnTo>
                <a:close/>
              </a:path>
              <a:path extrusionOk="0" h="308610" w="233679">
                <a:moveTo>
                  <a:pt x="221106" y="6223"/>
                </a:moveTo>
                <a:lnTo>
                  <a:pt x="207046" y="24967"/>
                </a:lnTo>
                <a:lnTo>
                  <a:pt x="218581" y="20101"/>
                </a:lnTo>
                <a:lnTo>
                  <a:pt x="219836" y="9271"/>
                </a:lnTo>
                <a:lnTo>
                  <a:pt x="225171" y="9271"/>
                </a:lnTo>
                <a:lnTo>
                  <a:pt x="221106" y="6223"/>
                </a:lnTo>
                <a:close/>
              </a:path>
              <a:path extrusionOk="0" h="308610" w="233679">
                <a:moveTo>
                  <a:pt x="219836" y="9271"/>
                </a:moveTo>
                <a:lnTo>
                  <a:pt x="218581" y="20101"/>
                </a:lnTo>
                <a:lnTo>
                  <a:pt x="228600" y="15875"/>
                </a:lnTo>
                <a:lnTo>
                  <a:pt x="219836" y="9271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8609076" y="1723898"/>
            <a:ext cx="306705" cy="111125"/>
          </a:xfrm>
          <a:custGeom>
            <a:rect b="b" l="l" r="r" t="t"/>
            <a:pathLst>
              <a:path extrusionOk="0" h="111125" w="306704">
                <a:moveTo>
                  <a:pt x="269694" y="31255"/>
                </a:moveTo>
                <a:lnTo>
                  <a:pt x="0" y="98678"/>
                </a:lnTo>
                <a:lnTo>
                  <a:pt x="3048" y="111125"/>
                </a:lnTo>
                <a:lnTo>
                  <a:pt x="272759" y="43697"/>
                </a:lnTo>
                <a:lnTo>
                  <a:pt x="281877" y="34798"/>
                </a:lnTo>
                <a:lnTo>
                  <a:pt x="269694" y="31255"/>
                </a:lnTo>
                <a:close/>
              </a:path>
              <a:path extrusionOk="0" h="111125" w="306704">
                <a:moveTo>
                  <a:pt x="295415" y="25526"/>
                </a:moveTo>
                <a:lnTo>
                  <a:pt x="292607" y="25526"/>
                </a:lnTo>
                <a:lnTo>
                  <a:pt x="295655" y="37973"/>
                </a:lnTo>
                <a:lnTo>
                  <a:pt x="272759" y="43697"/>
                </a:lnTo>
                <a:lnTo>
                  <a:pt x="226568" y="88773"/>
                </a:lnTo>
                <a:lnTo>
                  <a:pt x="224027" y="91312"/>
                </a:lnTo>
                <a:lnTo>
                  <a:pt x="224027" y="95250"/>
                </a:lnTo>
                <a:lnTo>
                  <a:pt x="228853" y="100329"/>
                </a:lnTo>
                <a:lnTo>
                  <a:pt x="232918" y="100329"/>
                </a:lnTo>
                <a:lnTo>
                  <a:pt x="235457" y="97916"/>
                </a:lnTo>
                <a:lnTo>
                  <a:pt x="306324" y="28701"/>
                </a:lnTo>
                <a:lnTo>
                  <a:pt x="295415" y="25526"/>
                </a:lnTo>
                <a:close/>
              </a:path>
              <a:path extrusionOk="0" h="111125" w="306704">
                <a:moveTo>
                  <a:pt x="281877" y="34798"/>
                </a:moveTo>
                <a:lnTo>
                  <a:pt x="272759" y="43697"/>
                </a:lnTo>
                <a:lnTo>
                  <a:pt x="295655" y="37973"/>
                </a:lnTo>
                <a:lnTo>
                  <a:pt x="292353" y="37846"/>
                </a:lnTo>
                <a:lnTo>
                  <a:pt x="281877" y="34798"/>
                </a:lnTo>
                <a:close/>
              </a:path>
              <a:path extrusionOk="0" h="111125" w="306704">
                <a:moveTo>
                  <a:pt x="289687" y="27177"/>
                </a:moveTo>
                <a:lnTo>
                  <a:pt x="281877" y="34798"/>
                </a:lnTo>
                <a:lnTo>
                  <a:pt x="292353" y="37846"/>
                </a:lnTo>
                <a:lnTo>
                  <a:pt x="289687" y="27177"/>
                </a:lnTo>
                <a:close/>
              </a:path>
              <a:path extrusionOk="0" h="111125" w="306704">
                <a:moveTo>
                  <a:pt x="293012" y="27177"/>
                </a:moveTo>
                <a:lnTo>
                  <a:pt x="289687" y="27177"/>
                </a:lnTo>
                <a:lnTo>
                  <a:pt x="292353" y="37846"/>
                </a:lnTo>
                <a:lnTo>
                  <a:pt x="295624" y="37846"/>
                </a:lnTo>
                <a:lnTo>
                  <a:pt x="293012" y="27177"/>
                </a:lnTo>
                <a:close/>
              </a:path>
              <a:path extrusionOk="0" h="111125" w="306704">
                <a:moveTo>
                  <a:pt x="292607" y="25526"/>
                </a:moveTo>
                <a:lnTo>
                  <a:pt x="269694" y="31255"/>
                </a:lnTo>
                <a:lnTo>
                  <a:pt x="281877" y="34798"/>
                </a:lnTo>
                <a:lnTo>
                  <a:pt x="289687" y="27177"/>
                </a:lnTo>
                <a:lnTo>
                  <a:pt x="293012" y="27177"/>
                </a:lnTo>
                <a:lnTo>
                  <a:pt x="292607" y="25526"/>
                </a:lnTo>
                <a:close/>
              </a:path>
              <a:path extrusionOk="0" h="111125" w="306704">
                <a:moveTo>
                  <a:pt x="207772" y="0"/>
                </a:moveTo>
                <a:lnTo>
                  <a:pt x="204343" y="1904"/>
                </a:lnTo>
                <a:lnTo>
                  <a:pt x="202310" y="8762"/>
                </a:lnTo>
                <a:lnTo>
                  <a:pt x="204216" y="12191"/>
                </a:lnTo>
                <a:lnTo>
                  <a:pt x="269694" y="31255"/>
                </a:lnTo>
                <a:lnTo>
                  <a:pt x="292607" y="25526"/>
                </a:lnTo>
                <a:lnTo>
                  <a:pt x="295415" y="25526"/>
                </a:lnTo>
                <a:lnTo>
                  <a:pt x="207772" y="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7673847" y="1771396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6911847" y="1390396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8512047" y="1390396"/>
            <a:ext cx="2781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6073647" y="1817116"/>
            <a:ext cx="57658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1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8588247" y="1969516"/>
            <a:ext cx="38163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85800" y="1252667"/>
            <a:ext cx="1706268" cy="200802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514600" y="1010478"/>
            <a:ext cx="1440280" cy="854765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572000" y="1066800"/>
            <a:ext cx="1905" cy="4419600"/>
          </a:xfrm>
          <a:custGeom>
            <a:rect b="b" l="l" r="r" t="t"/>
            <a:pathLst>
              <a:path extrusionOk="0" h="4419600" w="1904">
                <a:moveTo>
                  <a:pt x="1650" y="0"/>
                </a:moveTo>
                <a:lnTo>
                  <a:pt x="0" y="44196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33400" y="1813560"/>
            <a:ext cx="1291354" cy="195072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09600" y="2167135"/>
            <a:ext cx="3788103" cy="20105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09600" y="2471128"/>
            <a:ext cx="3788166" cy="196522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09600" y="2775870"/>
            <a:ext cx="3788228" cy="195946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09600" y="3080004"/>
            <a:ext cx="3788228" cy="192024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459740" y="3447795"/>
            <a:ext cx="40449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above four equations can be written 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381000" y="5810922"/>
            <a:ext cx="1744648" cy="769171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2057400" y="5867400"/>
            <a:ext cx="1598422" cy="7620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96298" y="3831020"/>
            <a:ext cx="2530095" cy="861848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81000" y="4829175"/>
            <a:ext cx="2489187" cy="78105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886200" y="5810468"/>
            <a:ext cx="780046" cy="790027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724400" y="3295868"/>
            <a:ext cx="3773932" cy="790027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4732020" y="4213859"/>
            <a:ext cx="4229353" cy="144779"/>
          </a:xfrm>
          <a:prstGeom prst="rect">
            <a:avLst/>
          </a:pr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876800" y="4608576"/>
            <a:ext cx="3426964" cy="207263"/>
          </a:xfrm>
          <a:prstGeom prst="rect">
            <a:avLst/>
          </a:pr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4953000" y="4989576"/>
            <a:ext cx="2278893" cy="207263"/>
          </a:xfrm>
          <a:prstGeom prst="rect">
            <a:avLst/>
          </a:pr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489447" y="5276850"/>
            <a:ext cx="19056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H=Hermite Blending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 txBox="1"/>
          <p:nvPr>
            <p:ph type="title"/>
          </p:nvPr>
        </p:nvSpPr>
        <p:spPr>
          <a:xfrm>
            <a:off x="2086610" y="7620"/>
            <a:ext cx="5124450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Hermite Curve: Example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33400" y="990600"/>
            <a:ext cx="8229600" cy="40803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33400" y="4999482"/>
            <a:ext cx="6324600" cy="18585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6172200" y="5103621"/>
            <a:ext cx="2514600" cy="1754505"/>
          </a:xfrm>
          <a:custGeom>
            <a:rect b="b" l="l" r="r" t="t"/>
            <a:pathLst>
              <a:path extrusionOk="0" h="1754504" w="2514600">
                <a:moveTo>
                  <a:pt x="0" y="1754377"/>
                </a:moveTo>
                <a:lnTo>
                  <a:pt x="2514600" y="1754377"/>
                </a:lnTo>
                <a:lnTo>
                  <a:pt x="25146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4BC9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476238" y="5182361"/>
            <a:ext cx="1905" cy="1219835"/>
          </a:xfrm>
          <a:custGeom>
            <a:rect b="b" l="l" r="r" t="t"/>
            <a:pathLst>
              <a:path extrusionOk="0" h="1219835" w="1904">
                <a:moveTo>
                  <a:pt x="1524" y="0"/>
                </a:moveTo>
                <a:lnTo>
                  <a:pt x="0" y="1219238"/>
                </a:lnTo>
              </a:path>
            </a:pathLst>
          </a:custGeom>
          <a:noFill/>
          <a:ln cap="flat" cmpd="sng" w="285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477000" y="6400800"/>
            <a:ext cx="1600200" cy="1905"/>
          </a:xfrm>
          <a:custGeom>
            <a:rect b="b" l="l" r="r" t="t"/>
            <a:pathLst>
              <a:path extrusionOk="0" h="1904" w="1600200">
                <a:moveTo>
                  <a:pt x="1600200" y="1587"/>
                </a:move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6800850" y="5764926"/>
            <a:ext cx="923925" cy="655320"/>
          </a:xfrm>
          <a:custGeom>
            <a:rect b="b" l="l" r="r" t="t"/>
            <a:pathLst>
              <a:path extrusionOk="0" h="655320" w="923925">
                <a:moveTo>
                  <a:pt x="0" y="266303"/>
                </a:moveTo>
                <a:lnTo>
                  <a:pt x="37910" y="226903"/>
                </a:lnTo>
                <a:lnTo>
                  <a:pt x="75829" y="188277"/>
                </a:lnTo>
                <a:lnTo>
                  <a:pt x="113764" y="151199"/>
                </a:lnTo>
                <a:lnTo>
                  <a:pt x="151722" y="116443"/>
                </a:lnTo>
                <a:lnTo>
                  <a:pt x="189712" y="84782"/>
                </a:lnTo>
                <a:lnTo>
                  <a:pt x="227742" y="56991"/>
                </a:lnTo>
                <a:lnTo>
                  <a:pt x="265820" y="33843"/>
                </a:lnTo>
                <a:lnTo>
                  <a:pt x="303953" y="16113"/>
                </a:lnTo>
                <a:lnTo>
                  <a:pt x="342149" y="4573"/>
                </a:lnTo>
                <a:lnTo>
                  <a:pt x="380417" y="0"/>
                </a:lnTo>
                <a:lnTo>
                  <a:pt x="418765" y="3165"/>
                </a:lnTo>
                <a:lnTo>
                  <a:pt x="457200" y="14843"/>
                </a:lnTo>
                <a:lnTo>
                  <a:pt x="595062" y="142180"/>
                </a:lnTo>
                <a:lnTo>
                  <a:pt x="748283" y="359171"/>
                </a:lnTo>
                <a:lnTo>
                  <a:pt x="872644" y="564018"/>
                </a:lnTo>
                <a:lnTo>
                  <a:pt x="923925" y="654923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789166" y="5410200"/>
            <a:ext cx="450215" cy="629285"/>
          </a:xfrm>
          <a:custGeom>
            <a:rect b="b" l="l" r="r" t="t"/>
            <a:pathLst>
              <a:path extrusionOk="0" h="629285" w="450215">
                <a:moveTo>
                  <a:pt x="417127" y="46258"/>
                </a:moveTo>
                <a:lnTo>
                  <a:pt x="391460" y="57990"/>
                </a:lnTo>
                <a:lnTo>
                  <a:pt x="0" y="612787"/>
                </a:lnTo>
                <a:lnTo>
                  <a:pt x="23367" y="629259"/>
                </a:lnTo>
                <a:lnTo>
                  <a:pt x="414696" y="74517"/>
                </a:lnTo>
                <a:lnTo>
                  <a:pt x="417127" y="46258"/>
                </a:lnTo>
                <a:close/>
              </a:path>
              <a:path extrusionOk="0" h="629285" w="450215">
                <a:moveTo>
                  <a:pt x="448547" y="14859"/>
                </a:moveTo>
                <a:lnTo>
                  <a:pt x="421893" y="14859"/>
                </a:lnTo>
                <a:lnTo>
                  <a:pt x="445134" y="31368"/>
                </a:lnTo>
                <a:lnTo>
                  <a:pt x="414696" y="74517"/>
                </a:lnTo>
                <a:lnTo>
                  <a:pt x="410717" y="120777"/>
                </a:lnTo>
                <a:lnTo>
                  <a:pt x="410082" y="128650"/>
                </a:lnTo>
                <a:lnTo>
                  <a:pt x="415925" y="135509"/>
                </a:lnTo>
                <a:lnTo>
                  <a:pt x="423672" y="136271"/>
                </a:lnTo>
                <a:lnTo>
                  <a:pt x="431545" y="136906"/>
                </a:lnTo>
                <a:lnTo>
                  <a:pt x="438530" y="131063"/>
                </a:lnTo>
                <a:lnTo>
                  <a:pt x="439165" y="123190"/>
                </a:lnTo>
                <a:lnTo>
                  <a:pt x="448547" y="14859"/>
                </a:lnTo>
                <a:close/>
              </a:path>
              <a:path extrusionOk="0" h="629285" w="450215">
                <a:moveTo>
                  <a:pt x="449833" y="0"/>
                </a:moveTo>
                <a:lnTo>
                  <a:pt x="330073" y="54609"/>
                </a:lnTo>
                <a:lnTo>
                  <a:pt x="327025" y="63118"/>
                </a:lnTo>
                <a:lnTo>
                  <a:pt x="330200" y="70231"/>
                </a:lnTo>
                <a:lnTo>
                  <a:pt x="333501" y="77469"/>
                </a:lnTo>
                <a:lnTo>
                  <a:pt x="342010" y="80644"/>
                </a:lnTo>
                <a:lnTo>
                  <a:pt x="391460" y="57990"/>
                </a:lnTo>
                <a:lnTo>
                  <a:pt x="421893" y="14859"/>
                </a:lnTo>
                <a:lnTo>
                  <a:pt x="448547" y="14859"/>
                </a:lnTo>
                <a:lnTo>
                  <a:pt x="449833" y="0"/>
                </a:lnTo>
                <a:close/>
              </a:path>
              <a:path extrusionOk="0" h="629285" w="450215">
                <a:moveTo>
                  <a:pt x="431726" y="21843"/>
                </a:moveTo>
                <a:lnTo>
                  <a:pt x="419226" y="21843"/>
                </a:lnTo>
                <a:lnTo>
                  <a:pt x="439419" y="36068"/>
                </a:lnTo>
                <a:lnTo>
                  <a:pt x="417127" y="46258"/>
                </a:lnTo>
                <a:lnTo>
                  <a:pt x="414696" y="74517"/>
                </a:lnTo>
                <a:lnTo>
                  <a:pt x="445134" y="31368"/>
                </a:lnTo>
                <a:lnTo>
                  <a:pt x="431726" y="21843"/>
                </a:lnTo>
                <a:close/>
              </a:path>
              <a:path extrusionOk="0" h="629285" w="450215">
                <a:moveTo>
                  <a:pt x="421893" y="14859"/>
                </a:moveTo>
                <a:lnTo>
                  <a:pt x="391460" y="57990"/>
                </a:lnTo>
                <a:lnTo>
                  <a:pt x="417127" y="46258"/>
                </a:lnTo>
                <a:lnTo>
                  <a:pt x="419226" y="21843"/>
                </a:lnTo>
                <a:lnTo>
                  <a:pt x="431726" y="21843"/>
                </a:lnTo>
                <a:lnTo>
                  <a:pt x="421893" y="14859"/>
                </a:lnTo>
                <a:close/>
              </a:path>
              <a:path extrusionOk="0" h="629285" w="450215">
                <a:moveTo>
                  <a:pt x="419226" y="21843"/>
                </a:moveTo>
                <a:lnTo>
                  <a:pt x="417127" y="46258"/>
                </a:lnTo>
                <a:lnTo>
                  <a:pt x="439419" y="36068"/>
                </a:lnTo>
                <a:lnTo>
                  <a:pt x="419226" y="218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7266431" y="5486400"/>
            <a:ext cx="471170" cy="939800"/>
          </a:xfrm>
          <a:custGeom>
            <a:rect b="b" l="l" r="r" t="t"/>
            <a:pathLst>
              <a:path extrusionOk="0" h="939800" w="471170">
                <a:moveTo>
                  <a:pt x="35112" y="51048"/>
                </a:moveTo>
                <a:lnTo>
                  <a:pt x="32837" y="79172"/>
                </a:lnTo>
                <a:lnTo>
                  <a:pt x="445516" y="939622"/>
                </a:lnTo>
                <a:lnTo>
                  <a:pt x="471170" y="927265"/>
                </a:lnTo>
                <a:lnTo>
                  <a:pt x="58687" y="67008"/>
                </a:lnTo>
                <a:lnTo>
                  <a:pt x="35112" y="51048"/>
                </a:lnTo>
                <a:close/>
              </a:path>
              <a:path extrusionOk="0" h="939800" w="471170">
                <a:moveTo>
                  <a:pt x="10668" y="0"/>
                </a:moveTo>
                <a:lnTo>
                  <a:pt x="0" y="131140"/>
                </a:lnTo>
                <a:lnTo>
                  <a:pt x="5842" y="138023"/>
                </a:lnTo>
                <a:lnTo>
                  <a:pt x="21590" y="139306"/>
                </a:lnTo>
                <a:lnTo>
                  <a:pt x="28448" y="133451"/>
                </a:lnTo>
                <a:lnTo>
                  <a:pt x="32837" y="79172"/>
                </a:lnTo>
                <a:lnTo>
                  <a:pt x="10033" y="31622"/>
                </a:lnTo>
                <a:lnTo>
                  <a:pt x="35814" y="19303"/>
                </a:lnTo>
                <a:lnTo>
                  <a:pt x="39164" y="19303"/>
                </a:lnTo>
                <a:lnTo>
                  <a:pt x="10668" y="0"/>
                </a:lnTo>
                <a:close/>
              </a:path>
              <a:path extrusionOk="0" h="939800" w="471170">
                <a:moveTo>
                  <a:pt x="39164" y="19303"/>
                </a:moveTo>
                <a:lnTo>
                  <a:pt x="35814" y="19303"/>
                </a:lnTo>
                <a:lnTo>
                  <a:pt x="58687" y="67008"/>
                </a:lnTo>
                <a:lnTo>
                  <a:pt x="103632" y="97409"/>
                </a:lnTo>
                <a:lnTo>
                  <a:pt x="112522" y="95758"/>
                </a:lnTo>
                <a:lnTo>
                  <a:pt x="116840" y="89153"/>
                </a:lnTo>
                <a:lnTo>
                  <a:pt x="121285" y="82677"/>
                </a:lnTo>
                <a:lnTo>
                  <a:pt x="119634" y="73787"/>
                </a:lnTo>
                <a:lnTo>
                  <a:pt x="39164" y="19303"/>
                </a:lnTo>
                <a:close/>
              </a:path>
              <a:path extrusionOk="0" h="939800" w="471170">
                <a:moveTo>
                  <a:pt x="35814" y="19303"/>
                </a:moveTo>
                <a:lnTo>
                  <a:pt x="10033" y="31622"/>
                </a:lnTo>
                <a:lnTo>
                  <a:pt x="32837" y="79172"/>
                </a:lnTo>
                <a:lnTo>
                  <a:pt x="35112" y="51048"/>
                </a:lnTo>
                <a:lnTo>
                  <a:pt x="14859" y="37337"/>
                </a:lnTo>
                <a:lnTo>
                  <a:pt x="37084" y="26669"/>
                </a:lnTo>
                <a:lnTo>
                  <a:pt x="39345" y="26669"/>
                </a:lnTo>
                <a:lnTo>
                  <a:pt x="35814" y="19303"/>
                </a:lnTo>
                <a:close/>
              </a:path>
              <a:path extrusionOk="0" h="939800" w="471170">
                <a:moveTo>
                  <a:pt x="39345" y="26669"/>
                </a:moveTo>
                <a:lnTo>
                  <a:pt x="37084" y="26669"/>
                </a:lnTo>
                <a:lnTo>
                  <a:pt x="35112" y="51048"/>
                </a:lnTo>
                <a:lnTo>
                  <a:pt x="58687" y="67008"/>
                </a:lnTo>
                <a:lnTo>
                  <a:pt x="39345" y="26669"/>
                </a:lnTo>
                <a:close/>
              </a:path>
              <a:path extrusionOk="0" h="939800" w="471170">
                <a:moveTo>
                  <a:pt x="37084" y="26669"/>
                </a:moveTo>
                <a:lnTo>
                  <a:pt x="14859" y="37337"/>
                </a:lnTo>
                <a:lnTo>
                  <a:pt x="35112" y="51048"/>
                </a:lnTo>
                <a:lnTo>
                  <a:pt x="37084" y="2666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7470647" y="5279897"/>
            <a:ext cx="62928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P2(14,8)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226300" y="5397500"/>
            <a:ext cx="101600" cy="101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 txBox="1"/>
          <p:nvPr/>
        </p:nvSpPr>
        <p:spPr>
          <a:xfrm>
            <a:off x="6480047" y="6041897"/>
            <a:ext cx="1619885" cy="70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P1(3,1)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003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P0(16,0)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3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Hermite Curve: Example contd</a:t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471487" y="894207"/>
            <a:ext cx="5868416" cy="17430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324600" y="884682"/>
            <a:ext cx="2514600" cy="1754505"/>
          </a:xfrm>
          <a:custGeom>
            <a:rect b="b" l="l" r="r" t="t"/>
            <a:pathLst>
              <a:path extrusionOk="0" h="1754505" w="2514600">
                <a:moveTo>
                  <a:pt x="0" y="1754377"/>
                </a:moveTo>
                <a:lnTo>
                  <a:pt x="2514600" y="1754377"/>
                </a:lnTo>
                <a:lnTo>
                  <a:pt x="25146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4BC9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628638" y="963422"/>
            <a:ext cx="1905" cy="1219200"/>
          </a:xfrm>
          <a:custGeom>
            <a:rect b="b" l="l" r="r" t="t"/>
            <a:pathLst>
              <a:path extrusionOk="0" h="1219200" w="1904">
                <a:moveTo>
                  <a:pt x="1523" y="0"/>
                </a:moveTo>
                <a:lnTo>
                  <a:pt x="0" y="1219200"/>
                </a:lnTo>
              </a:path>
            </a:pathLst>
          </a:custGeom>
          <a:noFill/>
          <a:ln cap="flat" cmpd="sng" w="285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629400" y="2181860"/>
            <a:ext cx="1600200" cy="1905"/>
          </a:xfrm>
          <a:custGeom>
            <a:rect b="b" l="l" r="r" t="t"/>
            <a:pathLst>
              <a:path extrusionOk="0" h="1905" w="1600200">
                <a:moveTo>
                  <a:pt x="1600200" y="1524"/>
                </a:move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953250" y="1545986"/>
            <a:ext cx="923925" cy="655320"/>
          </a:xfrm>
          <a:custGeom>
            <a:rect b="b" l="l" r="r" t="t"/>
            <a:pathLst>
              <a:path extrusionOk="0" h="655319" w="923925">
                <a:moveTo>
                  <a:pt x="0" y="266303"/>
                </a:moveTo>
                <a:lnTo>
                  <a:pt x="37910" y="226903"/>
                </a:lnTo>
                <a:lnTo>
                  <a:pt x="75829" y="188277"/>
                </a:lnTo>
                <a:lnTo>
                  <a:pt x="113764" y="151199"/>
                </a:lnTo>
                <a:lnTo>
                  <a:pt x="151722" y="116443"/>
                </a:lnTo>
                <a:lnTo>
                  <a:pt x="189712" y="84782"/>
                </a:lnTo>
                <a:lnTo>
                  <a:pt x="227742" y="56991"/>
                </a:lnTo>
                <a:lnTo>
                  <a:pt x="265820" y="33843"/>
                </a:lnTo>
                <a:lnTo>
                  <a:pt x="303953" y="16113"/>
                </a:lnTo>
                <a:lnTo>
                  <a:pt x="342149" y="4573"/>
                </a:lnTo>
                <a:lnTo>
                  <a:pt x="380417" y="0"/>
                </a:lnTo>
                <a:lnTo>
                  <a:pt x="418765" y="3165"/>
                </a:lnTo>
                <a:lnTo>
                  <a:pt x="457200" y="14843"/>
                </a:lnTo>
                <a:lnTo>
                  <a:pt x="595062" y="142180"/>
                </a:lnTo>
                <a:lnTo>
                  <a:pt x="748283" y="359171"/>
                </a:lnTo>
                <a:lnTo>
                  <a:pt x="872644" y="564018"/>
                </a:lnTo>
                <a:lnTo>
                  <a:pt x="923925" y="654923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941566" y="1191260"/>
            <a:ext cx="450215" cy="629285"/>
          </a:xfrm>
          <a:custGeom>
            <a:rect b="b" l="l" r="r" t="t"/>
            <a:pathLst>
              <a:path extrusionOk="0" h="629285" w="450215">
                <a:moveTo>
                  <a:pt x="417127" y="46258"/>
                </a:moveTo>
                <a:lnTo>
                  <a:pt x="391459" y="57990"/>
                </a:lnTo>
                <a:lnTo>
                  <a:pt x="0" y="612775"/>
                </a:lnTo>
                <a:lnTo>
                  <a:pt x="23367" y="629285"/>
                </a:lnTo>
                <a:lnTo>
                  <a:pt x="414696" y="74520"/>
                </a:lnTo>
                <a:lnTo>
                  <a:pt x="417127" y="46258"/>
                </a:lnTo>
                <a:close/>
              </a:path>
              <a:path extrusionOk="0" h="629285" w="450215">
                <a:moveTo>
                  <a:pt x="448547" y="14859"/>
                </a:moveTo>
                <a:lnTo>
                  <a:pt x="421893" y="14859"/>
                </a:lnTo>
                <a:lnTo>
                  <a:pt x="445134" y="31368"/>
                </a:lnTo>
                <a:lnTo>
                  <a:pt x="414696" y="74520"/>
                </a:lnTo>
                <a:lnTo>
                  <a:pt x="410717" y="120776"/>
                </a:lnTo>
                <a:lnTo>
                  <a:pt x="410082" y="128650"/>
                </a:lnTo>
                <a:lnTo>
                  <a:pt x="415925" y="135509"/>
                </a:lnTo>
                <a:lnTo>
                  <a:pt x="423672" y="136270"/>
                </a:lnTo>
                <a:lnTo>
                  <a:pt x="431545" y="136905"/>
                </a:lnTo>
                <a:lnTo>
                  <a:pt x="438530" y="131063"/>
                </a:lnTo>
                <a:lnTo>
                  <a:pt x="439165" y="123189"/>
                </a:lnTo>
                <a:lnTo>
                  <a:pt x="448547" y="14859"/>
                </a:lnTo>
                <a:close/>
              </a:path>
              <a:path extrusionOk="0" h="629285" w="450215">
                <a:moveTo>
                  <a:pt x="449833" y="0"/>
                </a:moveTo>
                <a:lnTo>
                  <a:pt x="330073" y="54610"/>
                </a:lnTo>
                <a:lnTo>
                  <a:pt x="327025" y="63118"/>
                </a:lnTo>
                <a:lnTo>
                  <a:pt x="330200" y="70230"/>
                </a:lnTo>
                <a:lnTo>
                  <a:pt x="333501" y="77469"/>
                </a:lnTo>
                <a:lnTo>
                  <a:pt x="342010" y="80644"/>
                </a:lnTo>
                <a:lnTo>
                  <a:pt x="391459" y="57990"/>
                </a:lnTo>
                <a:lnTo>
                  <a:pt x="421893" y="14859"/>
                </a:lnTo>
                <a:lnTo>
                  <a:pt x="448547" y="14859"/>
                </a:lnTo>
                <a:lnTo>
                  <a:pt x="449833" y="0"/>
                </a:lnTo>
                <a:close/>
              </a:path>
              <a:path extrusionOk="0" h="629285" w="450215">
                <a:moveTo>
                  <a:pt x="431726" y="21843"/>
                </a:moveTo>
                <a:lnTo>
                  <a:pt x="419226" y="21843"/>
                </a:lnTo>
                <a:lnTo>
                  <a:pt x="439419" y="36067"/>
                </a:lnTo>
                <a:lnTo>
                  <a:pt x="417127" y="46258"/>
                </a:lnTo>
                <a:lnTo>
                  <a:pt x="414696" y="74520"/>
                </a:lnTo>
                <a:lnTo>
                  <a:pt x="445134" y="31368"/>
                </a:lnTo>
                <a:lnTo>
                  <a:pt x="431726" y="21843"/>
                </a:lnTo>
                <a:close/>
              </a:path>
              <a:path extrusionOk="0" h="629285" w="450215">
                <a:moveTo>
                  <a:pt x="421893" y="14859"/>
                </a:moveTo>
                <a:lnTo>
                  <a:pt x="391459" y="57990"/>
                </a:lnTo>
                <a:lnTo>
                  <a:pt x="417127" y="46258"/>
                </a:lnTo>
                <a:lnTo>
                  <a:pt x="419226" y="21843"/>
                </a:lnTo>
                <a:lnTo>
                  <a:pt x="431726" y="21843"/>
                </a:lnTo>
                <a:lnTo>
                  <a:pt x="421893" y="14859"/>
                </a:lnTo>
                <a:close/>
              </a:path>
              <a:path extrusionOk="0" h="629285" w="450215">
                <a:moveTo>
                  <a:pt x="419226" y="21843"/>
                </a:moveTo>
                <a:lnTo>
                  <a:pt x="417127" y="46258"/>
                </a:lnTo>
                <a:lnTo>
                  <a:pt x="439419" y="36067"/>
                </a:lnTo>
                <a:lnTo>
                  <a:pt x="419226" y="2184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7418831" y="1267333"/>
            <a:ext cx="471170" cy="939800"/>
          </a:xfrm>
          <a:custGeom>
            <a:rect b="b" l="l" r="r" t="t"/>
            <a:pathLst>
              <a:path extrusionOk="0" h="939800" w="471170">
                <a:moveTo>
                  <a:pt x="35112" y="51176"/>
                </a:moveTo>
                <a:lnTo>
                  <a:pt x="32838" y="79303"/>
                </a:lnTo>
                <a:lnTo>
                  <a:pt x="445516" y="939800"/>
                </a:lnTo>
                <a:lnTo>
                  <a:pt x="471170" y="927353"/>
                </a:lnTo>
                <a:lnTo>
                  <a:pt x="58689" y="67136"/>
                </a:lnTo>
                <a:lnTo>
                  <a:pt x="35112" y="51176"/>
                </a:lnTo>
                <a:close/>
              </a:path>
              <a:path extrusionOk="0" h="939800" w="471170">
                <a:moveTo>
                  <a:pt x="10668" y="0"/>
                </a:moveTo>
                <a:lnTo>
                  <a:pt x="0" y="131317"/>
                </a:lnTo>
                <a:lnTo>
                  <a:pt x="5842" y="138175"/>
                </a:lnTo>
                <a:lnTo>
                  <a:pt x="21590" y="139445"/>
                </a:lnTo>
                <a:lnTo>
                  <a:pt x="28448" y="133603"/>
                </a:lnTo>
                <a:lnTo>
                  <a:pt x="32838" y="79303"/>
                </a:lnTo>
                <a:lnTo>
                  <a:pt x="10033" y="31750"/>
                </a:lnTo>
                <a:lnTo>
                  <a:pt x="35814" y="19430"/>
                </a:lnTo>
                <a:lnTo>
                  <a:pt x="39299" y="19430"/>
                </a:lnTo>
                <a:lnTo>
                  <a:pt x="10668" y="0"/>
                </a:lnTo>
                <a:close/>
              </a:path>
              <a:path extrusionOk="0" h="939800" w="471170">
                <a:moveTo>
                  <a:pt x="39299" y="19430"/>
                </a:moveTo>
                <a:lnTo>
                  <a:pt x="35814" y="19430"/>
                </a:lnTo>
                <a:lnTo>
                  <a:pt x="58689" y="67136"/>
                </a:lnTo>
                <a:lnTo>
                  <a:pt x="103632" y="97536"/>
                </a:lnTo>
                <a:lnTo>
                  <a:pt x="112522" y="95884"/>
                </a:lnTo>
                <a:lnTo>
                  <a:pt x="116840" y="89280"/>
                </a:lnTo>
                <a:lnTo>
                  <a:pt x="121285" y="82803"/>
                </a:lnTo>
                <a:lnTo>
                  <a:pt x="119634" y="73913"/>
                </a:lnTo>
                <a:lnTo>
                  <a:pt x="39299" y="19430"/>
                </a:lnTo>
                <a:close/>
              </a:path>
              <a:path extrusionOk="0" h="939800" w="471170">
                <a:moveTo>
                  <a:pt x="35814" y="19430"/>
                </a:moveTo>
                <a:lnTo>
                  <a:pt x="10033" y="31750"/>
                </a:lnTo>
                <a:lnTo>
                  <a:pt x="32838" y="79303"/>
                </a:lnTo>
                <a:lnTo>
                  <a:pt x="35112" y="51176"/>
                </a:lnTo>
                <a:lnTo>
                  <a:pt x="14859" y="37464"/>
                </a:lnTo>
                <a:lnTo>
                  <a:pt x="37084" y="26796"/>
                </a:lnTo>
                <a:lnTo>
                  <a:pt x="39346" y="26796"/>
                </a:lnTo>
                <a:lnTo>
                  <a:pt x="35814" y="19430"/>
                </a:lnTo>
                <a:close/>
              </a:path>
              <a:path extrusionOk="0" h="939800" w="471170">
                <a:moveTo>
                  <a:pt x="39346" y="26796"/>
                </a:moveTo>
                <a:lnTo>
                  <a:pt x="37084" y="26796"/>
                </a:lnTo>
                <a:lnTo>
                  <a:pt x="35112" y="51176"/>
                </a:lnTo>
                <a:lnTo>
                  <a:pt x="58689" y="67136"/>
                </a:lnTo>
                <a:lnTo>
                  <a:pt x="39346" y="26796"/>
                </a:lnTo>
                <a:close/>
              </a:path>
              <a:path extrusionOk="0" h="939800" w="471170">
                <a:moveTo>
                  <a:pt x="37084" y="26796"/>
                </a:moveTo>
                <a:lnTo>
                  <a:pt x="14859" y="37464"/>
                </a:lnTo>
                <a:lnTo>
                  <a:pt x="35112" y="51176"/>
                </a:lnTo>
                <a:lnTo>
                  <a:pt x="37084" y="267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7378700" y="1178560"/>
            <a:ext cx="101600" cy="101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6324600" y="1060450"/>
            <a:ext cx="2514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10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P2(14,8)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004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P1(3,1)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10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P0(16,0)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440372" y="2648254"/>
            <a:ext cx="5910199" cy="3727196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410200" y="4419600"/>
            <a:ext cx="533400" cy="457200"/>
          </a:xfrm>
          <a:custGeom>
            <a:rect b="b" l="l" r="r" t="t"/>
            <a:pathLst>
              <a:path extrusionOk="0" h="457200" w="533400">
                <a:moveTo>
                  <a:pt x="0" y="457200"/>
                </a:moveTo>
                <a:lnTo>
                  <a:pt x="533400" y="457200"/>
                </a:lnTo>
                <a:lnTo>
                  <a:pt x="533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457200" y="6324600"/>
            <a:ext cx="5867400" cy="53339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6324600" y="4953000"/>
            <a:ext cx="2514600" cy="1200785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P0=(16.0)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P1=(3,1)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P’0=(16,0)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P’1=(-11,7)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 txBox="1"/>
          <p:nvPr>
            <p:ph type="title"/>
          </p:nvPr>
        </p:nvSpPr>
        <p:spPr>
          <a:xfrm>
            <a:off x="1103503" y="73406"/>
            <a:ext cx="6936993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33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Hermite Curve: Example contd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6324600" y="1371600"/>
            <a:ext cx="2514600" cy="1754505"/>
          </a:xfrm>
          <a:custGeom>
            <a:rect b="b" l="l" r="r" t="t"/>
            <a:pathLst>
              <a:path extrusionOk="0" h="1754505" w="2514600">
                <a:moveTo>
                  <a:pt x="0" y="1754377"/>
                </a:moveTo>
                <a:lnTo>
                  <a:pt x="2514600" y="1754377"/>
                </a:lnTo>
                <a:lnTo>
                  <a:pt x="2514600" y="0"/>
                </a:lnTo>
                <a:lnTo>
                  <a:pt x="0" y="0"/>
                </a:lnTo>
                <a:lnTo>
                  <a:pt x="0" y="1754377"/>
                </a:lnTo>
                <a:close/>
              </a:path>
            </a:pathLst>
          </a:custGeom>
          <a:solidFill>
            <a:srgbClr val="C4BC9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628638" y="1450339"/>
            <a:ext cx="1905" cy="1219200"/>
          </a:xfrm>
          <a:custGeom>
            <a:rect b="b" l="l" r="r" t="t"/>
            <a:pathLst>
              <a:path extrusionOk="0" h="1219200" w="1904">
                <a:moveTo>
                  <a:pt x="1523" y="0"/>
                </a:moveTo>
                <a:lnTo>
                  <a:pt x="0" y="1219200"/>
                </a:lnTo>
              </a:path>
            </a:pathLst>
          </a:custGeom>
          <a:noFill/>
          <a:ln cap="flat" cmpd="sng" w="285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6629400" y="2668777"/>
            <a:ext cx="1600200" cy="1905"/>
          </a:xfrm>
          <a:custGeom>
            <a:rect b="b" l="l" r="r" t="t"/>
            <a:pathLst>
              <a:path extrusionOk="0" h="1905" w="1600200">
                <a:moveTo>
                  <a:pt x="1600200" y="1524"/>
                </a:move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6953250" y="2032904"/>
            <a:ext cx="923925" cy="655320"/>
          </a:xfrm>
          <a:custGeom>
            <a:rect b="b" l="l" r="r" t="t"/>
            <a:pathLst>
              <a:path extrusionOk="0" h="655319" w="923925">
                <a:moveTo>
                  <a:pt x="0" y="266303"/>
                </a:moveTo>
                <a:lnTo>
                  <a:pt x="37910" y="226903"/>
                </a:lnTo>
                <a:lnTo>
                  <a:pt x="75829" y="188277"/>
                </a:lnTo>
                <a:lnTo>
                  <a:pt x="113764" y="151199"/>
                </a:lnTo>
                <a:lnTo>
                  <a:pt x="151722" y="116443"/>
                </a:lnTo>
                <a:lnTo>
                  <a:pt x="189712" y="84782"/>
                </a:lnTo>
                <a:lnTo>
                  <a:pt x="227742" y="56991"/>
                </a:lnTo>
                <a:lnTo>
                  <a:pt x="265820" y="33843"/>
                </a:lnTo>
                <a:lnTo>
                  <a:pt x="303953" y="16113"/>
                </a:lnTo>
                <a:lnTo>
                  <a:pt x="342149" y="4573"/>
                </a:lnTo>
                <a:lnTo>
                  <a:pt x="380417" y="0"/>
                </a:lnTo>
                <a:lnTo>
                  <a:pt x="418765" y="3165"/>
                </a:lnTo>
                <a:lnTo>
                  <a:pt x="457200" y="14843"/>
                </a:lnTo>
                <a:lnTo>
                  <a:pt x="595062" y="142180"/>
                </a:lnTo>
                <a:lnTo>
                  <a:pt x="748283" y="359171"/>
                </a:lnTo>
                <a:lnTo>
                  <a:pt x="872644" y="564018"/>
                </a:lnTo>
                <a:lnTo>
                  <a:pt x="923925" y="654923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6941566" y="1678051"/>
            <a:ext cx="450215" cy="629285"/>
          </a:xfrm>
          <a:custGeom>
            <a:rect b="b" l="l" r="r" t="t"/>
            <a:pathLst>
              <a:path extrusionOk="0" h="629285" w="450215">
                <a:moveTo>
                  <a:pt x="417127" y="46353"/>
                </a:moveTo>
                <a:lnTo>
                  <a:pt x="391530" y="58018"/>
                </a:lnTo>
                <a:lnTo>
                  <a:pt x="0" y="612901"/>
                </a:lnTo>
                <a:lnTo>
                  <a:pt x="23367" y="629285"/>
                </a:lnTo>
                <a:lnTo>
                  <a:pt x="414702" y="74511"/>
                </a:lnTo>
                <a:lnTo>
                  <a:pt x="417127" y="46353"/>
                </a:lnTo>
                <a:close/>
              </a:path>
              <a:path extrusionOk="0" h="629285" w="450215">
                <a:moveTo>
                  <a:pt x="448537" y="14986"/>
                </a:moveTo>
                <a:lnTo>
                  <a:pt x="421893" y="14986"/>
                </a:lnTo>
                <a:lnTo>
                  <a:pt x="445134" y="31369"/>
                </a:lnTo>
                <a:lnTo>
                  <a:pt x="414702" y="74511"/>
                </a:lnTo>
                <a:lnTo>
                  <a:pt x="410717" y="120776"/>
                </a:lnTo>
                <a:lnTo>
                  <a:pt x="410082" y="128650"/>
                </a:lnTo>
                <a:lnTo>
                  <a:pt x="415925" y="135636"/>
                </a:lnTo>
                <a:lnTo>
                  <a:pt x="423672" y="136271"/>
                </a:lnTo>
                <a:lnTo>
                  <a:pt x="431545" y="137033"/>
                </a:lnTo>
                <a:lnTo>
                  <a:pt x="438530" y="131190"/>
                </a:lnTo>
                <a:lnTo>
                  <a:pt x="439165" y="123316"/>
                </a:lnTo>
                <a:lnTo>
                  <a:pt x="448537" y="14986"/>
                </a:lnTo>
                <a:close/>
              </a:path>
              <a:path extrusionOk="0" h="629285" w="450215">
                <a:moveTo>
                  <a:pt x="449833" y="0"/>
                </a:moveTo>
                <a:lnTo>
                  <a:pt x="330073" y="54737"/>
                </a:lnTo>
                <a:lnTo>
                  <a:pt x="327025" y="63119"/>
                </a:lnTo>
                <a:lnTo>
                  <a:pt x="330200" y="70358"/>
                </a:lnTo>
                <a:lnTo>
                  <a:pt x="333501" y="77470"/>
                </a:lnTo>
                <a:lnTo>
                  <a:pt x="342010" y="80645"/>
                </a:lnTo>
                <a:lnTo>
                  <a:pt x="391530" y="58018"/>
                </a:lnTo>
                <a:lnTo>
                  <a:pt x="421893" y="14986"/>
                </a:lnTo>
                <a:lnTo>
                  <a:pt x="448537" y="14986"/>
                </a:lnTo>
                <a:lnTo>
                  <a:pt x="449833" y="0"/>
                </a:lnTo>
                <a:close/>
              </a:path>
              <a:path extrusionOk="0" h="629285" w="450215">
                <a:moveTo>
                  <a:pt x="431802" y="21971"/>
                </a:moveTo>
                <a:lnTo>
                  <a:pt x="419226" y="21971"/>
                </a:lnTo>
                <a:lnTo>
                  <a:pt x="439419" y="36195"/>
                </a:lnTo>
                <a:lnTo>
                  <a:pt x="417127" y="46353"/>
                </a:lnTo>
                <a:lnTo>
                  <a:pt x="414702" y="74511"/>
                </a:lnTo>
                <a:lnTo>
                  <a:pt x="445134" y="31369"/>
                </a:lnTo>
                <a:lnTo>
                  <a:pt x="431802" y="21971"/>
                </a:lnTo>
                <a:close/>
              </a:path>
              <a:path extrusionOk="0" h="629285" w="450215">
                <a:moveTo>
                  <a:pt x="421893" y="14986"/>
                </a:moveTo>
                <a:lnTo>
                  <a:pt x="391530" y="58018"/>
                </a:lnTo>
                <a:lnTo>
                  <a:pt x="417127" y="46353"/>
                </a:lnTo>
                <a:lnTo>
                  <a:pt x="419226" y="21971"/>
                </a:lnTo>
                <a:lnTo>
                  <a:pt x="431802" y="21971"/>
                </a:lnTo>
                <a:lnTo>
                  <a:pt x="421893" y="14986"/>
                </a:lnTo>
                <a:close/>
              </a:path>
              <a:path extrusionOk="0" h="629285" w="450215">
                <a:moveTo>
                  <a:pt x="419226" y="21971"/>
                </a:moveTo>
                <a:lnTo>
                  <a:pt x="417127" y="46353"/>
                </a:lnTo>
                <a:lnTo>
                  <a:pt x="439419" y="36195"/>
                </a:lnTo>
                <a:lnTo>
                  <a:pt x="419226" y="2197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7418831" y="1754251"/>
            <a:ext cx="471170" cy="939800"/>
          </a:xfrm>
          <a:custGeom>
            <a:rect b="b" l="l" r="r" t="t"/>
            <a:pathLst>
              <a:path extrusionOk="0" h="939800" w="471170">
                <a:moveTo>
                  <a:pt x="35110" y="51174"/>
                </a:moveTo>
                <a:lnTo>
                  <a:pt x="32834" y="79288"/>
                </a:lnTo>
                <a:lnTo>
                  <a:pt x="445516" y="939673"/>
                </a:lnTo>
                <a:lnTo>
                  <a:pt x="471170" y="927353"/>
                </a:lnTo>
                <a:lnTo>
                  <a:pt x="58689" y="67136"/>
                </a:lnTo>
                <a:lnTo>
                  <a:pt x="35110" y="51174"/>
                </a:lnTo>
                <a:close/>
              </a:path>
              <a:path extrusionOk="0" h="939800" w="471170">
                <a:moveTo>
                  <a:pt x="10668" y="0"/>
                </a:moveTo>
                <a:lnTo>
                  <a:pt x="0" y="131190"/>
                </a:lnTo>
                <a:lnTo>
                  <a:pt x="5842" y="138049"/>
                </a:lnTo>
                <a:lnTo>
                  <a:pt x="21590" y="139319"/>
                </a:lnTo>
                <a:lnTo>
                  <a:pt x="28448" y="133476"/>
                </a:lnTo>
                <a:lnTo>
                  <a:pt x="32834" y="79288"/>
                </a:lnTo>
                <a:lnTo>
                  <a:pt x="10033" y="31750"/>
                </a:lnTo>
                <a:lnTo>
                  <a:pt x="35814" y="19431"/>
                </a:lnTo>
                <a:lnTo>
                  <a:pt x="39299" y="19431"/>
                </a:lnTo>
                <a:lnTo>
                  <a:pt x="10668" y="0"/>
                </a:lnTo>
                <a:close/>
              </a:path>
              <a:path extrusionOk="0" h="939800" w="471170">
                <a:moveTo>
                  <a:pt x="39299" y="19431"/>
                </a:moveTo>
                <a:lnTo>
                  <a:pt x="35814" y="19431"/>
                </a:lnTo>
                <a:lnTo>
                  <a:pt x="58689" y="67136"/>
                </a:lnTo>
                <a:lnTo>
                  <a:pt x="103632" y="97536"/>
                </a:lnTo>
                <a:lnTo>
                  <a:pt x="112522" y="95758"/>
                </a:lnTo>
                <a:lnTo>
                  <a:pt x="116840" y="89281"/>
                </a:lnTo>
                <a:lnTo>
                  <a:pt x="121285" y="82676"/>
                </a:lnTo>
                <a:lnTo>
                  <a:pt x="119634" y="73913"/>
                </a:lnTo>
                <a:lnTo>
                  <a:pt x="39299" y="19431"/>
                </a:lnTo>
                <a:close/>
              </a:path>
              <a:path extrusionOk="0" h="939800" w="471170">
                <a:moveTo>
                  <a:pt x="35814" y="19431"/>
                </a:moveTo>
                <a:lnTo>
                  <a:pt x="10033" y="31750"/>
                </a:lnTo>
                <a:lnTo>
                  <a:pt x="32834" y="79288"/>
                </a:lnTo>
                <a:lnTo>
                  <a:pt x="35110" y="51174"/>
                </a:lnTo>
                <a:lnTo>
                  <a:pt x="14859" y="37464"/>
                </a:lnTo>
                <a:lnTo>
                  <a:pt x="37084" y="26797"/>
                </a:lnTo>
                <a:lnTo>
                  <a:pt x="39346" y="26797"/>
                </a:lnTo>
                <a:lnTo>
                  <a:pt x="35814" y="19431"/>
                </a:lnTo>
                <a:close/>
              </a:path>
              <a:path extrusionOk="0" h="939800" w="471170">
                <a:moveTo>
                  <a:pt x="39346" y="26797"/>
                </a:moveTo>
                <a:lnTo>
                  <a:pt x="37084" y="26797"/>
                </a:lnTo>
                <a:lnTo>
                  <a:pt x="35110" y="51174"/>
                </a:lnTo>
                <a:lnTo>
                  <a:pt x="58689" y="67136"/>
                </a:lnTo>
                <a:lnTo>
                  <a:pt x="39346" y="26797"/>
                </a:lnTo>
                <a:close/>
              </a:path>
              <a:path extrusionOk="0" h="939800" w="471170">
                <a:moveTo>
                  <a:pt x="37084" y="26797"/>
                </a:moveTo>
                <a:lnTo>
                  <a:pt x="14859" y="37464"/>
                </a:lnTo>
                <a:lnTo>
                  <a:pt x="35110" y="51174"/>
                </a:lnTo>
                <a:lnTo>
                  <a:pt x="37084" y="2679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7378700" y="1665477"/>
            <a:ext cx="101600" cy="1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 txBox="1"/>
          <p:nvPr/>
        </p:nvSpPr>
        <p:spPr>
          <a:xfrm>
            <a:off x="6324600" y="1547368"/>
            <a:ext cx="2514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310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P2(14,8)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20040" marR="0" rtl="0" algn="l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P1(3,1)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10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P0(16,0)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228600" y="990600"/>
            <a:ext cx="6096000" cy="44189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990600" y="4343400"/>
            <a:ext cx="533400" cy="457200"/>
          </a:xfrm>
          <a:custGeom>
            <a:rect b="b" l="l" r="r" t="t"/>
            <a:pathLst>
              <a:path extrusionOk="0" h="457200" w="533400">
                <a:moveTo>
                  <a:pt x="0" y="457200"/>
                </a:moveTo>
                <a:lnTo>
                  <a:pt x="533400" y="457200"/>
                </a:lnTo>
                <a:lnTo>
                  <a:pt x="533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2525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6324600" y="3200349"/>
            <a:ext cx="2514600" cy="1200785"/>
          </a:xfrm>
          <a:prstGeom prst="rect">
            <a:avLst/>
          </a:prstGeom>
          <a:solidFill>
            <a:srgbClr val="D99593"/>
          </a:solidFill>
          <a:ln>
            <a:noFill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P0=(16.0)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P1=(3,1)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P’0=(16,0)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4864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P’1=(-11,7)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233552" y="5433948"/>
            <a:ext cx="6096000" cy="127165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"/>
          <p:cNvSpPr txBox="1"/>
          <p:nvPr>
            <p:ph type="title"/>
          </p:nvPr>
        </p:nvSpPr>
        <p:spPr>
          <a:xfrm>
            <a:off x="3002597" y="105316"/>
            <a:ext cx="3138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Bezier Curves</a:t>
            </a:r>
            <a:endParaRPr/>
          </a:p>
        </p:txBody>
      </p:sp>
      <p:sp>
        <p:nvSpPr>
          <p:cNvPr id="321" name="Google Shape;321;p16"/>
          <p:cNvSpPr/>
          <p:nvPr/>
        </p:nvSpPr>
        <p:spPr>
          <a:xfrm>
            <a:off x="5702300" y="11303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7378700" y="10541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7759700" y="21209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5397500" y="21209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5387847" y="1009141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5082794" y="2076196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7521447" y="856741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5336794" y="2380996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4800600" y="990600"/>
            <a:ext cx="1905" cy="4419600"/>
          </a:xfrm>
          <a:custGeom>
            <a:rect b="b" l="l" r="r" t="t"/>
            <a:pathLst>
              <a:path extrusionOk="0" h="4419600" w="1904">
                <a:moveTo>
                  <a:pt x="1650" y="0"/>
                </a:moveTo>
                <a:lnTo>
                  <a:pt x="0" y="44196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 txBox="1"/>
          <p:nvPr/>
        </p:nvSpPr>
        <p:spPr>
          <a:xfrm>
            <a:off x="383540" y="1009141"/>
            <a:ext cx="24892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Bezier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383540" y="1283715"/>
            <a:ext cx="4344670" cy="2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passes first and last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curve must be contained in the convex  hull (connecting control points) of the  control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control points control the shape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4965" lvl="0" marL="354965" marR="1308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degree of polynomial is one less than  Control points.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55600" marR="768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It exhibits global control means if any  control points moves then whole shape of  the curve changed.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5469509" y="1270000"/>
            <a:ext cx="2336800" cy="914400"/>
          </a:xfrm>
          <a:custGeom>
            <a:rect b="b" l="l" r="r" t="t"/>
            <a:pathLst>
              <a:path extrusionOk="0" h="914400" w="2336800">
                <a:moveTo>
                  <a:pt x="0" y="914400"/>
                </a:moveTo>
                <a:lnTo>
                  <a:pt x="14003" y="863630"/>
                </a:lnTo>
                <a:lnTo>
                  <a:pt x="28205" y="813040"/>
                </a:lnTo>
                <a:lnTo>
                  <a:pt x="42807" y="762812"/>
                </a:lnTo>
                <a:lnTo>
                  <a:pt x="58006" y="713126"/>
                </a:lnTo>
                <a:lnTo>
                  <a:pt x="74003" y="664162"/>
                </a:lnTo>
                <a:lnTo>
                  <a:pt x="90997" y="616102"/>
                </a:lnTo>
                <a:lnTo>
                  <a:pt x="109186" y="569125"/>
                </a:lnTo>
                <a:lnTo>
                  <a:pt x="128772" y="523413"/>
                </a:lnTo>
                <a:lnTo>
                  <a:pt x="149952" y="479145"/>
                </a:lnTo>
                <a:lnTo>
                  <a:pt x="172926" y="436503"/>
                </a:lnTo>
                <a:lnTo>
                  <a:pt x="197895" y="395668"/>
                </a:lnTo>
                <a:lnTo>
                  <a:pt x="225056" y="356819"/>
                </a:lnTo>
                <a:lnTo>
                  <a:pt x="254609" y="320137"/>
                </a:lnTo>
                <a:lnTo>
                  <a:pt x="286754" y="285804"/>
                </a:lnTo>
                <a:lnTo>
                  <a:pt x="321690" y="254000"/>
                </a:lnTo>
                <a:lnTo>
                  <a:pt x="355149" y="227643"/>
                </a:lnTo>
                <a:lnTo>
                  <a:pt x="391151" y="202403"/>
                </a:lnTo>
                <a:lnTo>
                  <a:pt x="429484" y="178342"/>
                </a:lnTo>
                <a:lnTo>
                  <a:pt x="469936" y="155522"/>
                </a:lnTo>
                <a:lnTo>
                  <a:pt x="512295" y="134005"/>
                </a:lnTo>
                <a:lnTo>
                  <a:pt x="556350" y="113852"/>
                </a:lnTo>
                <a:lnTo>
                  <a:pt x="601888" y="95127"/>
                </a:lnTo>
                <a:lnTo>
                  <a:pt x="648697" y="77890"/>
                </a:lnTo>
                <a:lnTo>
                  <a:pt x="696565" y="62204"/>
                </a:lnTo>
                <a:lnTo>
                  <a:pt x="745281" y="48132"/>
                </a:lnTo>
                <a:lnTo>
                  <a:pt x="794631" y="35734"/>
                </a:lnTo>
                <a:lnTo>
                  <a:pt x="844405" y="25074"/>
                </a:lnTo>
                <a:lnTo>
                  <a:pt x="894390" y="16212"/>
                </a:lnTo>
                <a:lnTo>
                  <a:pt x="944374" y="9212"/>
                </a:lnTo>
                <a:lnTo>
                  <a:pt x="994145" y="4135"/>
                </a:lnTo>
                <a:lnTo>
                  <a:pt x="1043491" y="1044"/>
                </a:lnTo>
                <a:lnTo>
                  <a:pt x="1092199" y="0"/>
                </a:lnTo>
                <a:lnTo>
                  <a:pt x="1138847" y="944"/>
                </a:lnTo>
                <a:lnTo>
                  <a:pt x="1187357" y="3739"/>
                </a:lnTo>
                <a:lnTo>
                  <a:pt x="1237418" y="8328"/>
                </a:lnTo>
                <a:lnTo>
                  <a:pt x="1288722" y="14655"/>
                </a:lnTo>
                <a:lnTo>
                  <a:pt x="1340959" y="22663"/>
                </a:lnTo>
                <a:lnTo>
                  <a:pt x="1393820" y="32295"/>
                </a:lnTo>
                <a:lnTo>
                  <a:pt x="1446995" y="43495"/>
                </a:lnTo>
                <a:lnTo>
                  <a:pt x="1500175" y="56207"/>
                </a:lnTo>
                <a:lnTo>
                  <a:pt x="1553051" y="70373"/>
                </a:lnTo>
                <a:lnTo>
                  <a:pt x="1605313" y="85938"/>
                </a:lnTo>
                <a:lnTo>
                  <a:pt x="1656651" y="102844"/>
                </a:lnTo>
                <a:lnTo>
                  <a:pt x="1706757" y="121035"/>
                </a:lnTo>
                <a:lnTo>
                  <a:pt x="1755321" y="140455"/>
                </a:lnTo>
                <a:lnTo>
                  <a:pt x="1802034" y="161046"/>
                </a:lnTo>
                <a:lnTo>
                  <a:pt x="1846585" y="182753"/>
                </a:lnTo>
                <a:lnTo>
                  <a:pt x="1888667" y="205519"/>
                </a:lnTo>
                <a:lnTo>
                  <a:pt x="1927969" y="229286"/>
                </a:lnTo>
                <a:lnTo>
                  <a:pt x="1964182" y="254000"/>
                </a:lnTo>
                <a:lnTo>
                  <a:pt x="2001742" y="285089"/>
                </a:lnTo>
                <a:lnTo>
                  <a:pt x="2036705" y="321198"/>
                </a:lnTo>
                <a:lnTo>
                  <a:pt x="2069218" y="361526"/>
                </a:lnTo>
                <a:lnTo>
                  <a:pt x="2099431" y="405274"/>
                </a:lnTo>
                <a:lnTo>
                  <a:pt x="2127492" y="451643"/>
                </a:lnTo>
                <a:lnTo>
                  <a:pt x="2153551" y="499832"/>
                </a:lnTo>
                <a:lnTo>
                  <a:pt x="2177757" y="549041"/>
                </a:lnTo>
                <a:lnTo>
                  <a:pt x="2200259" y="598471"/>
                </a:lnTo>
                <a:lnTo>
                  <a:pt x="2221205" y="647322"/>
                </a:lnTo>
                <a:lnTo>
                  <a:pt x="2240745" y="694795"/>
                </a:lnTo>
                <a:lnTo>
                  <a:pt x="2259028" y="740089"/>
                </a:lnTo>
                <a:lnTo>
                  <a:pt x="2276203" y="782405"/>
                </a:lnTo>
                <a:lnTo>
                  <a:pt x="2292418" y="820943"/>
                </a:lnTo>
                <a:lnTo>
                  <a:pt x="2307823" y="854903"/>
                </a:lnTo>
                <a:lnTo>
                  <a:pt x="2322568" y="883485"/>
                </a:lnTo>
                <a:lnTo>
                  <a:pt x="2336799" y="90589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5423661" y="1234058"/>
            <a:ext cx="304800" cy="915669"/>
          </a:xfrm>
          <a:custGeom>
            <a:rect b="b" l="l" r="r" t="t"/>
            <a:pathLst>
              <a:path extrusionOk="0" h="915669" w="304800">
                <a:moveTo>
                  <a:pt x="0" y="915162"/>
                </a:moveTo>
                <a:lnTo>
                  <a:pt x="304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5807202" y="1120139"/>
            <a:ext cx="1584325" cy="76200"/>
          </a:xfrm>
          <a:custGeom>
            <a:rect b="b" l="l" r="r" t="t"/>
            <a:pathLst>
              <a:path extrusionOk="0" h="76200" w="1584325">
                <a:moveTo>
                  <a:pt x="0" y="76200"/>
                </a:moveTo>
                <a:lnTo>
                  <a:pt x="1584198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7467600" y="1143000"/>
            <a:ext cx="339090" cy="1033144"/>
          </a:xfrm>
          <a:custGeom>
            <a:rect b="b" l="l" r="r" t="t"/>
            <a:pathLst>
              <a:path extrusionOk="0" h="1033144" w="339090">
                <a:moveTo>
                  <a:pt x="338708" y="103289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5486400" y="2186939"/>
            <a:ext cx="2286000" cy="22860"/>
          </a:xfrm>
          <a:custGeom>
            <a:rect b="b" l="l" r="r" t="t"/>
            <a:pathLst>
              <a:path extrusionOk="0" h="22860" w="2286000">
                <a:moveTo>
                  <a:pt x="0" y="22860"/>
                </a:moveTo>
                <a:lnTo>
                  <a:pt x="22860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8067547" y="934466"/>
            <a:ext cx="991235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Convex-hull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7696200" y="1213485"/>
            <a:ext cx="612775" cy="317500"/>
          </a:xfrm>
          <a:custGeom>
            <a:rect b="b" l="l" r="r" t="t"/>
            <a:pathLst>
              <a:path extrusionOk="0" h="317500" w="612775">
                <a:moveTo>
                  <a:pt x="60071" y="223774"/>
                </a:moveTo>
                <a:lnTo>
                  <a:pt x="56133" y="224662"/>
                </a:lnTo>
                <a:lnTo>
                  <a:pt x="0" y="310514"/>
                </a:lnTo>
                <a:lnTo>
                  <a:pt x="102361" y="317118"/>
                </a:lnTo>
                <a:lnTo>
                  <a:pt x="105409" y="314451"/>
                </a:lnTo>
                <a:lnTo>
                  <a:pt x="105664" y="311023"/>
                </a:lnTo>
                <a:lnTo>
                  <a:pt x="105682" y="310514"/>
                </a:lnTo>
                <a:lnTo>
                  <a:pt x="14097" y="310514"/>
                </a:lnTo>
                <a:lnTo>
                  <a:pt x="8381" y="299212"/>
                </a:lnTo>
                <a:lnTo>
                  <a:pt x="29392" y="288706"/>
                </a:lnTo>
                <a:lnTo>
                  <a:pt x="66801" y="231648"/>
                </a:lnTo>
                <a:lnTo>
                  <a:pt x="65913" y="227711"/>
                </a:lnTo>
                <a:lnTo>
                  <a:pt x="62992" y="225678"/>
                </a:lnTo>
                <a:lnTo>
                  <a:pt x="60071" y="223774"/>
                </a:lnTo>
                <a:close/>
              </a:path>
              <a:path extrusionOk="0" h="317500" w="612775">
                <a:moveTo>
                  <a:pt x="29392" y="288706"/>
                </a:moveTo>
                <a:lnTo>
                  <a:pt x="8381" y="299212"/>
                </a:lnTo>
                <a:lnTo>
                  <a:pt x="14097" y="310514"/>
                </a:lnTo>
                <a:lnTo>
                  <a:pt x="18415" y="308355"/>
                </a:lnTo>
                <a:lnTo>
                  <a:pt x="16509" y="308355"/>
                </a:lnTo>
                <a:lnTo>
                  <a:pt x="11683" y="298576"/>
                </a:lnTo>
                <a:lnTo>
                  <a:pt x="22921" y="298576"/>
                </a:lnTo>
                <a:lnTo>
                  <a:pt x="29392" y="288706"/>
                </a:lnTo>
                <a:close/>
              </a:path>
              <a:path extrusionOk="0" h="317500" w="612775">
                <a:moveTo>
                  <a:pt x="34955" y="300088"/>
                </a:moveTo>
                <a:lnTo>
                  <a:pt x="14097" y="310514"/>
                </a:lnTo>
                <a:lnTo>
                  <a:pt x="105682" y="310514"/>
                </a:lnTo>
                <a:lnTo>
                  <a:pt x="105791" y="307466"/>
                </a:lnTo>
                <a:lnTo>
                  <a:pt x="103124" y="304418"/>
                </a:lnTo>
                <a:lnTo>
                  <a:pt x="99695" y="304291"/>
                </a:lnTo>
                <a:lnTo>
                  <a:pt x="34955" y="300088"/>
                </a:lnTo>
                <a:close/>
              </a:path>
              <a:path extrusionOk="0" h="317500" w="612775">
                <a:moveTo>
                  <a:pt x="11683" y="298576"/>
                </a:moveTo>
                <a:lnTo>
                  <a:pt x="16509" y="308355"/>
                </a:lnTo>
                <a:lnTo>
                  <a:pt x="22462" y="299276"/>
                </a:lnTo>
                <a:lnTo>
                  <a:pt x="11683" y="298576"/>
                </a:lnTo>
                <a:close/>
              </a:path>
              <a:path extrusionOk="0" h="317500" w="612775">
                <a:moveTo>
                  <a:pt x="22462" y="299276"/>
                </a:moveTo>
                <a:lnTo>
                  <a:pt x="16509" y="308355"/>
                </a:lnTo>
                <a:lnTo>
                  <a:pt x="18415" y="308355"/>
                </a:lnTo>
                <a:lnTo>
                  <a:pt x="34955" y="300088"/>
                </a:lnTo>
                <a:lnTo>
                  <a:pt x="22462" y="299276"/>
                </a:lnTo>
                <a:close/>
              </a:path>
              <a:path extrusionOk="0" h="317500" w="612775">
                <a:moveTo>
                  <a:pt x="606805" y="0"/>
                </a:moveTo>
                <a:lnTo>
                  <a:pt x="29392" y="288706"/>
                </a:lnTo>
                <a:lnTo>
                  <a:pt x="22462" y="299276"/>
                </a:lnTo>
                <a:lnTo>
                  <a:pt x="34955" y="300088"/>
                </a:lnTo>
                <a:lnTo>
                  <a:pt x="612394" y="11429"/>
                </a:lnTo>
                <a:lnTo>
                  <a:pt x="606805" y="0"/>
                </a:lnTo>
                <a:close/>
              </a:path>
              <a:path extrusionOk="0" h="317500" w="612775">
                <a:moveTo>
                  <a:pt x="22921" y="298576"/>
                </a:moveTo>
                <a:lnTo>
                  <a:pt x="11683" y="298576"/>
                </a:lnTo>
                <a:lnTo>
                  <a:pt x="22462" y="299276"/>
                </a:lnTo>
                <a:lnTo>
                  <a:pt x="22921" y="298576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 txBox="1"/>
          <p:nvPr/>
        </p:nvSpPr>
        <p:spPr>
          <a:xfrm>
            <a:off x="457200" y="4267174"/>
            <a:ext cx="3816985" cy="64643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91440" marR="123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control points=2 then degree=1 then  polynomial is linear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 txBox="1"/>
          <p:nvPr/>
        </p:nvSpPr>
        <p:spPr>
          <a:xfrm>
            <a:off x="457200" y="4953000"/>
            <a:ext cx="4231640" cy="64643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91440" marR="127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two control points=3 then degree=2 then  polynomial is quadratic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457200" y="5638800"/>
            <a:ext cx="4231640" cy="646430"/>
          </a:xfrm>
          <a:prstGeom prst="rect">
            <a:avLst/>
          </a:prstGeom>
          <a:solidFill>
            <a:srgbClr val="E6B8B8"/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91440" marR="1276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two control points=4 then degree=3 then  polynomial is cubic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7750047" y="1969516"/>
            <a:ext cx="42418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90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5321300" y="31877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7531100" y="3439159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7912100" y="4505959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5549900" y="4505959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5158994" y="2914396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7673847" y="3242055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5489447" y="4766309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5347461" y="3291459"/>
            <a:ext cx="228600" cy="1243330"/>
          </a:xfrm>
          <a:custGeom>
            <a:rect b="b" l="l" r="r" t="t"/>
            <a:pathLst>
              <a:path extrusionOk="0" h="1243329" w="228600">
                <a:moveTo>
                  <a:pt x="228600" y="1242821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5426202" y="3253740"/>
            <a:ext cx="2117725" cy="251460"/>
          </a:xfrm>
          <a:custGeom>
            <a:rect b="b" l="l" r="r" t="t"/>
            <a:pathLst>
              <a:path extrusionOk="0" h="251460" w="2117725">
                <a:moveTo>
                  <a:pt x="0" y="0"/>
                </a:moveTo>
                <a:lnTo>
                  <a:pt x="2117598" y="25146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7620000" y="3505200"/>
            <a:ext cx="383540" cy="1029335"/>
          </a:xfrm>
          <a:custGeom>
            <a:rect b="b" l="l" r="r" t="t"/>
            <a:pathLst>
              <a:path extrusionOk="0" h="1029335" w="383540">
                <a:moveTo>
                  <a:pt x="383540" y="1029081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5638800" y="4572000"/>
            <a:ext cx="2286000" cy="22860"/>
          </a:xfrm>
          <a:custGeom>
            <a:rect b="b" l="l" r="r" t="t"/>
            <a:pathLst>
              <a:path extrusionOk="0" h="22860" w="2286000">
                <a:moveTo>
                  <a:pt x="0" y="22860"/>
                </a:moveTo>
                <a:lnTo>
                  <a:pt x="22860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7848600" y="3598545"/>
            <a:ext cx="612775" cy="317500"/>
          </a:xfrm>
          <a:custGeom>
            <a:rect b="b" l="l" r="r" t="t"/>
            <a:pathLst>
              <a:path extrusionOk="0" h="317500" w="612775">
                <a:moveTo>
                  <a:pt x="60071" y="223773"/>
                </a:moveTo>
                <a:lnTo>
                  <a:pt x="56133" y="224662"/>
                </a:lnTo>
                <a:lnTo>
                  <a:pt x="0" y="310514"/>
                </a:lnTo>
                <a:lnTo>
                  <a:pt x="102361" y="317118"/>
                </a:lnTo>
                <a:lnTo>
                  <a:pt x="105409" y="314451"/>
                </a:lnTo>
                <a:lnTo>
                  <a:pt x="105664" y="311022"/>
                </a:lnTo>
                <a:lnTo>
                  <a:pt x="105682" y="310514"/>
                </a:lnTo>
                <a:lnTo>
                  <a:pt x="14097" y="310514"/>
                </a:lnTo>
                <a:lnTo>
                  <a:pt x="8381" y="299211"/>
                </a:lnTo>
                <a:lnTo>
                  <a:pt x="29392" y="288706"/>
                </a:lnTo>
                <a:lnTo>
                  <a:pt x="66801" y="231647"/>
                </a:lnTo>
                <a:lnTo>
                  <a:pt x="65913" y="227710"/>
                </a:lnTo>
                <a:lnTo>
                  <a:pt x="62992" y="225678"/>
                </a:lnTo>
                <a:lnTo>
                  <a:pt x="60071" y="223773"/>
                </a:lnTo>
                <a:close/>
              </a:path>
              <a:path extrusionOk="0" h="317500" w="612775">
                <a:moveTo>
                  <a:pt x="29392" y="288706"/>
                </a:moveTo>
                <a:lnTo>
                  <a:pt x="8381" y="299211"/>
                </a:lnTo>
                <a:lnTo>
                  <a:pt x="14097" y="310514"/>
                </a:lnTo>
                <a:lnTo>
                  <a:pt x="18415" y="308355"/>
                </a:lnTo>
                <a:lnTo>
                  <a:pt x="16509" y="308355"/>
                </a:lnTo>
                <a:lnTo>
                  <a:pt x="11683" y="298576"/>
                </a:lnTo>
                <a:lnTo>
                  <a:pt x="22921" y="298576"/>
                </a:lnTo>
                <a:lnTo>
                  <a:pt x="29392" y="288706"/>
                </a:lnTo>
                <a:close/>
              </a:path>
              <a:path extrusionOk="0" h="317500" w="612775">
                <a:moveTo>
                  <a:pt x="34955" y="300088"/>
                </a:moveTo>
                <a:lnTo>
                  <a:pt x="14097" y="310514"/>
                </a:lnTo>
                <a:lnTo>
                  <a:pt x="105682" y="310514"/>
                </a:lnTo>
                <a:lnTo>
                  <a:pt x="105791" y="307466"/>
                </a:lnTo>
                <a:lnTo>
                  <a:pt x="103124" y="304418"/>
                </a:lnTo>
                <a:lnTo>
                  <a:pt x="99695" y="304291"/>
                </a:lnTo>
                <a:lnTo>
                  <a:pt x="34955" y="300088"/>
                </a:lnTo>
                <a:close/>
              </a:path>
              <a:path extrusionOk="0" h="317500" w="612775">
                <a:moveTo>
                  <a:pt x="11683" y="298576"/>
                </a:moveTo>
                <a:lnTo>
                  <a:pt x="16509" y="308355"/>
                </a:lnTo>
                <a:lnTo>
                  <a:pt x="22462" y="299276"/>
                </a:lnTo>
                <a:lnTo>
                  <a:pt x="11683" y="298576"/>
                </a:lnTo>
                <a:close/>
              </a:path>
              <a:path extrusionOk="0" h="317500" w="612775">
                <a:moveTo>
                  <a:pt x="22462" y="299276"/>
                </a:moveTo>
                <a:lnTo>
                  <a:pt x="16509" y="308355"/>
                </a:lnTo>
                <a:lnTo>
                  <a:pt x="18415" y="308355"/>
                </a:lnTo>
                <a:lnTo>
                  <a:pt x="34955" y="300088"/>
                </a:lnTo>
                <a:lnTo>
                  <a:pt x="22462" y="299276"/>
                </a:lnTo>
                <a:close/>
              </a:path>
              <a:path extrusionOk="0" h="317500" w="612775">
                <a:moveTo>
                  <a:pt x="606805" y="0"/>
                </a:moveTo>
                <a:lnTo>
                  <a:pt x="29392" y="288706"/>
                </a:lnTo>
                <a:lnTo>
                  <a:pt x="22462" y="299276"/>
                </a:lnTo>
                <a:lnTo>
                  <a:pt x="34955" y="300088"/>
                </a:lnTo>
                <a:lnTo>
                  <a:pt x="612394" y="11429"/>
                </a:lnTo>
                <a:lnTo>
                  <a:pt x="606805" y="0"/>
                </a:lnTo>
                <a:close/>
              </a:path>
              <a:path extrusionOk="0" h="317500" w="612775">
                <a:moveTo>
                  <a:pt x="22921" y="298576"/>
                </a:moveTo>
                <a:lnTo>
                  <a:pt x="11683" y="298576"/>
                </a:lnTo>
                <a:lnTo>
                  <a:pt x="22462" y="299276"/>
                </a:lnTo>
                <a:lnTo>
                  <a:pt x="22921" y="298576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7902447" y="4354829"/>
            <a:ext cx="42418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90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537833" y="3413137"/>
            <a:ext cx="2456180" cy="1150620"/>
          </a:xfrm>
          <a:custGeom>
            <a:rect b="b" l="l" r="r" t="t"/>
            <a:pathLst>
              <a:path extrusionOk="0" h="1150620" w="2456179">
                <a:moveTo>
                  <a:pt x="100966" y="1133462"/>
                </a:moveTo>
                <a:lnTo>
                  <a:pt x="89937" y="1073632"/>
                </a:lnTo>
                <a:lnTo>
                  <a:pt x="79025" y="1013978"/>
                </a:lnTo>
                <a:lnTo>
                  <a:pt x="68348" y="954678"/>
                </a:lnTo>
                <a:lnTo>
                  <a:pt x="58023" y="895907"/>
                </a:lnTo>
                <a:lnTo>
                  <a:pt x="48168" y="837843"/>
                </a:lnTo>
                <a:lnTo>
                  <a:pt x="38901" y="780660"/>
                </a:lnTo>
                <a:lnTo>
                  <a:pt x="30338" y="724537"/>
                </a:lnTo>
                <a:lnTo>
                  <a:pt x="22598" y="669650"/>
                </a:lnTo>
                <a:lnTo>
                  <a:pt x="15797" y="616175"/>
                </a:lnTo>
                <a:lnTo>
                  <a:pt x="10053" y="564288"/>
                </a:lnTo>
                <a:lnTo>
                  <a:pt x="5484" y="514167"/>
                </a:lnTo>
                <a:lnTo>
                  <a:pt x="2207" y="465987"/>
                </a:lnTo>
                <a:lnTo>
                  <a:pt x="340" y="419926"/>
                </a:lnTo>
                <a:lnTo>
                  <a:pt x="0" y="376159"/>
                </a:lnTo>
                <a:lnTo>
                  <a:pt x="1304" y="334864"/>
                </a:lnTo>
                <a:lnTo>
                  <a:pt x="4370" y="296216"/>
                </a:lnTo>
                <a:lnTo>
                  <a:pt x="16257" y="227571"/>
                </a:lnTo>
                <a:lnTo>
                  <a:pt x="28981" y="179435"/>
                </a:lnTo>
                <a:lnTo>
                  <a:pt x="41869" y="137325"/>
                </a:lnTo>
                <a:lnTo>
                  <a:pt x="56277" y="101106"/>
                </a:lnTo>
                <a:lnTo>
                  <a:pt x="95074" y="45804"/>
                </a:lnTo>
                <a:lnTo>
                  <a:pt x="156212" y="12459"/>
                </a:lnTo>
                <a:lnTo>
                  <a:pt x="198546" y="3686"/>
                </a:lnTo>
                <a:lnTo>
                  <a:pt x="250532" y="0"/>
                </a:lnTo>
                <a:lnTo>
                  <a:pt x="313523" y="1266"/>
                </a:lnTo>
                <a:lnTo>
                  <a:pt x="388875" y="7353"/>
                </a:lnTo>
                <a:lnTo>
                  <a:pt x="455311" y="15827"/>
                </a:lnTo>
                <a:lnTo>
                  <a:pt x="492963" y="21684"/>
                </a:lnTo>
                <a:lnTo>
                  <a:pt x="533287" y="28559"/>
                </a:lnTo>
                <a:lnTo>
                  <a:pt x="576069" y="36407"/>
                </a:lnTo>
                <a:lnTo>
                  <a:pt x="621094" y="45180"/>
                </a:lnTo>
                <a:lnTo>
                  <a:pt x="668151" y="54834"/>
                </a:lnTo>
                <a:lnTo>
                  <a:pt x="717024" y="65321"/>
                </a:lnTo>
                <a:lnTo>
                  <a:pt x="767501" y="76597"/>
                </a:lnTo>
                <a:lnTo>
                  <a:pt x="819368" y="88614"/>
                </a:lnTo>
                <a:lnTo>
                  <a:pt x="872411" y="101327"/>
                </a:lnTo>
                <a:lnTo>
                  <a:pt x="926416" y="114689"/>
                </a:lnTo>
                <a:lnTo>
                  <a:pt x="981171" y="128655"/>
                </a:lnTo>
                <a:lnTo>
                  <a:pt x="1036462" y="143178"/>
                </a:lnTo>
                <a:lnTo>
                  <a:pt x="1092074" y="158213"/>
                </a:lnTo>
                <a:lnTo>
                  <a:pt x="1147795" y="173713"/>
                </a:lnTo>
                <a:lnTo>
                  <a:pt x="1203411" y="189632"/>
                </a:lnTo>
                <a:lnTo>
                  <a:pt x="1258707" y="205924"/>
                </a:lnTo>
                <a:lnTo>
                  <a:pt x="1313472" y="222543"/>
                </a:lnTo>
                <a:lnTo>
                  <a:pt x="1367490" y="239443"/>
                </a:lnTo>
                <a:lnTo>
                  <a:pt x="1420549" y="256578"/>
                </a:lnTo>
                <a:lnTo>
                  <a:pt x="1472435" y="273901"/>
                </a:lnTo>
                <a:lnTo>
                  <a:pt x="1522934" y="291367"/>
                </a:lnTo>
                <a:lnTo>
                  <a:pt x="1571832" y="308930"/>
                </a:lnTo>
                <a:lnTo>
                  <a:pt x="1618917" y="326543"/>
                </a:lnTo>
                <a:lnTo>
                  <a:pt x="1663975" y="344161"/>
                </a:lnTo>
                <a:lnTo>
                  <a:pt x="1706791" y="361736"/>
                </a:lnTo>
                <a:lnTo>
                  <a:pt x="1747152" y="379224"/>
                </a:lnTo>
                <a:lnTo>
                  <a:pt x="1784846" y="396579"/>
                </a:lnTo>
                <a:lnTo>
                  <a:pt x="1819657" y="413753"/>
                </a:lnTo>
                <a:lnTo>
                  <a:pt x="1876369" y="445419"/>
                </a:lnTo>
                <a:lnTo>
                  <a:pt x="1929076" y="479843"/>
                </a:lnTo>
                <a:lnTo>
                  <a:pt x="1977997" y="516588"/>
                </a:lnTo>
                <a:lnTo>
                  <a:pt x="2023349" y="555222"/>
                </a:lnTo>
                <a:lnTo>
                  <a:pt x="2065348" y="595311"/>
                </a:lnTo>
                <a:lnTo>
                  <a:pt x="2104212" y="636420"/>
                </a:lnTo>
                <a:lnTo>
                  <a:pt x="2140159" y="678115"/>
                </a:lnTo>
                <a:lnTo>
                  <a:pt x="2173406" y="719964"/>
                </a:lnTo>
                <a:lnTo>
                  <a:pt x="2204169" y="761531"/>
                </a:lnTo>
                <a:lnTo>
                  <a:pt x="2232667" y="802382"/>
                </a:lnTo>
                <a:lnTo>
                  <a:pt x="2259117" y="842085"/>
                </a:lnTo>
                <a:lnTo>
                  <a:pt x="2283735" y="880204"/>
                </a:lnTo>
                <a:lnTo>
                  <a:pt x="2306740" y="916306"/>
                </a:lnTo>
                <a:lnTo>
                  <a:pt x="2328348" y="949956"/>
                </a:lnTo>
                <a:lnTo>
                  <a:pt x="2348777" y="980722"/>
                </a:lnTo>
                <a:lnTo>
                  <a:pt x="2368244" y="1008168"/>
                </a:lnTo>
                <a:lnTo>
                  <a:pt x="2386966" y="1031862"/>
                </a:lnTo>
                <a:lnTo>
                  <a:pt x="2440274" y="1102186"/>
                </a:lnTo>
                <a:lnTo>
                  <a:pt x="2455768" y="1137161"/>
                </a:lnTo>
                <a:lnTo>
                  <a:pt x="2451689" y="1149109"/>
                </a:lnTo>
                <a:lnTo>
                  <a:pt x="2446275" y="1150353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 txBox="1"/>
          <p:nvPr/>
        </p:nvSpPr>
        <p:spPr>
          <a:xfrm>
            <a:off x="5641847" y="5200650"/>
            <a:ext cx="28784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moved then shape changed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7"/>
          <p:cNvSpPr txBox="1"/>
          <p:nvPr>
            <p:ph type="title"/>
          </p:nvPr>
        </p:nvSpPr>
        <p:spPr>
          <a:xfrm>
            <a:off x="2646679" y="0"/>
            <a:ext cx="2858135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Bezier Curves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7226300" y="4445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6692900" y="19685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6911847" y="323341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6302247" y="1740916"/>
            <a:ext cx="42418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4327397" y="1456689"/>
            <a:ext cx="0" cy="4720590"/>
          </a:xfrm>
          <a:custGeom>
            <a:rect b="b" l="l" r="r" t="t"/>
            <a:pathLst>
              <a:path extrusionOk="0" h="4720590" w="120000">
                <a:moveTo>
                  <a:pt x="0" y="0"/>
                </a:moveTo>
                <a:lnTo>
                  <a:pt x="0" y="4720272"/>
                </a:lnTo>
              </a:path>
            </a:pathLst>
          </a:custGeom>
          <a:noFill/>
          <a:ln cap="flat" cmpd="sng" w="110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304800" y="533361"/>
            <a:ext cx="4267200" cy="923925"/>
          </a:xfrm>
          <a:custGeom>
            <a:rect b="b" l="l" r="r" t="t"/>
            <a:pathLst>
              <a:path extrusionOk="0" h="923925" w="4267200">
                <a:moveTo>
                  <a:pt x="0" y="923328"/>
                </a:moveTo>
                <a:lnTo>
                  <a:pt x="4267200" y="923328"/>
                </a:lnTo>
                <a:lnTo>
                  <a:pt x="4267200" y="0"/>
                </a:lnTo>
                <a:lnTo>
                  <a:pt x="0" y="0"/>
                </a:lnTo>
                <a:lnTo>
                  <a:pt x="0" y="923328"/>
                </a:lnTo>
                <a:close/>
              </a:path>
            </a:pathLst>
          </a:custGeom>
          <a:solidFill>
            <a:srgbClr val="C5D9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 txBox="1"/>
          <p:nvPr/>
        </p:nvSpPr>
        <p:spPr>
          <a:xfrm>
            <a:off x="358140" y="551941"/>
            <a:ext cx="409765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consider 2 control points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 Any point L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719061" y="548258"/>
            <a:ext cx="533400" cy="1449070"/>
          </a:xfrm>
          <a:custGeom>
            <a:rect b="b" l="l" r="r" t="t"/>
            <a:pathLst>
              <a:path extrusionOk="0" h="1449070" w="533400">
                <a:moveTo>
                  <a:pt x="0" y="1448562"/>
                </a:moveTo>
                <a:lnTo>
                  <a:pt x="53340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 txBox="1"/>
          <p:nvPr/>
        </p:nvSpPr>
        <p:spPr>
          <a:xfrm>
            <a:off x="5260594" y="4133850"/>
            <a:ext cx="12795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Curve at t=x1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6226428" y="3797300"/>
            <a:ext cx="117601" cy="1320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845300" y="1435100"/>
            <a:ext cx="117601" cy="13207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533400" y="1712976"/>
            <a:ext cx="2218944" cy="21945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 txBox="1"/>
          <p:nvPr/>
        </p:nvSpPr>
        <p:spPr>
          <a:xfrm>
            <a:off x="281940" y="1847596"/>
            <a:ext cx="40074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3 control points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2918967" y="2620264"/>
            <a:ext cx="115316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 1	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 txBox="1"/>
          <p:nvPr/>
        </p:nvSpPr>
        <p:spPr>
          <a:xfrm>
            <a:off x="307340" y="2487676"/>
            <a:ext cx="40697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t=x, calculated point  at P P	line is L , at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 txBox="1"/>
          <p:nvPr/>
        </p:nvSpPr>
        <p:spPr>
          <a:xfrm>
            <a:off x="281940" y="2761996"/>
            <a:ext cx="41243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is L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at point AB line 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461263" y="3168903"/>
            <a:ext cx="261683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	0	1	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 txBox="1"/>
          <p:nvPr/>
        </p:nvSpPr>
        <p:spPr>
          <a:xfrm>
            <a:off x="307340" y="3036315"/>
            <a:ext cx="40728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 .  The  points  L , L	and L changed with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307340" y="3310635"/>
            <a:ext cx="40722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value of t. The final curve follows the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281940" y="3584955"/>
            <a:ext cx="90614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 Q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7470647" y="247141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5250941" y="2605658"/>
            <a:ext cx="1064895" cy="1280795"/>
          </a:xfrm>
          <a:custGeom>
            <a:rect b="b" l="l" r="r" t="t"/>
            <a:pathLst>
              <a:path extrusionOk="0" h="1280795" w="1064895">
                <a:moveTo>
                  <a:pt x="0" y="0"/>
                </a:moveTo>
                <a:lnTo>
                  <a:pt x="1064387" y="128054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5159628" y="2501900"/>
            <a:ext cx="117601" cy="1320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4626228" y="4025900"/>
            <a:ext cx="117601" cy="13208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4320794" y="4133850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7063485" y="4057396"/>
            <a:ext cx="3308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4652390" y="2605658"/>
            <a:ext cx="533400" cy="1449070"/>
          </a:xfrm>
          <a:custGeom>
            <a:rect b="b" l="l" r="r" t="t"/>
            <a:pathLst>
              <a:path extrusionOk="0" h="1449070" w="533400">
                <a:moveTo>
                  <a:pt x="0" y="1448561"/>
                </a:moveTo>
                <a:lnTo>
                  <a:pt x="53340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4778628" y="3492500"/>
            <a:ext cx="117601" cy="13208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5540628" y="2959100"/>
            <a:ext cx="117601" cy="13207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6594347" y="1237742"/>
            <a:ext cx="822325" cy="528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5099050" y="3447795"/>
            <a:ext cx="4305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5784850" y="2761996"/>
            <a:ext cx="4305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4883530" y="3025139"/>
            <a:ext cx="762000" cy="533400"/>
          </a:xfrm>
          <a:custGeom>
            <a:rect b="b" l="l" r="r" t="t"/>
            <a:pathLst>
              <a:path extrusionOk="0" h="533400" w="762000">
                <a:moveTo>
                  <a:pt x="0" y="533400"/>
                </a:moveTo>
                <a:lnTo>
                  <a:pt x="76200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5007228" y="3340100"/>
            <a:ext cx="117601" cy="13207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4363211" y="3752595"/>
            <a:ext cx="4305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6369050" y="3676395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4701032" y="4057396"/>
            <a:ext cx="33083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4832350" y="2152396"/>
            <a:ext cx="927735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3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	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402832" y="3371595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5835650" y="2914396"/>
            <a:ext cx="2495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4565650" y="3523995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4661661" y="3656583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 txBox="1"/>
          <p:nvPr/>
        </p:nvSpPr>
        <p:spPr>
          <a:xfrm>
            <a:off x="4997450" y="3075177"/>
            <a:ext cx="179705" cy="300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5151373" y="3208020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502919" y="2218352"/>
            <a:ext cx="2261152" cy="22368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4723510" y="3426311"/>
            <a:ext cx="1541145" cy="671830"/>
          </a:xfrm>
          <a:custGeom>
            <a:rect b="b" l="l" r="r" t="t"/>
            <a:pathLst>
              <a:path extrusionOk="0" h="671829" w="1541145">
                <a:moveTo>
                  <a:pt x="0" y="671597"/>
                </a:moveTo>
                <a:lnTo>
                  <a:pt x="9684" y="619194"/>
                </a:lnTo>
                <a:lnTo>
                  <a:pt x="19572" y="567073"/>
                </a:lnTo>
                <a:lnTo>
                  <a:pt x="29867" y="515519"/>
                </a:lnTo>
                <a:lnTo>
                  <a:pt x="40775" y="464814"/>
                </a:lnTo>
                <a:lnTo>
                  <a:pt x="52501" y="415241"/>
                </a:lnTo>
                <a:lnTo>
                  <a:pt x="65249" y="367084"/>
                </a:lnTo>
                <a:lnTo>
                  <a:pt x="79225" y="320626"/>
                </a:lnTo>
                <a:lnTo>
                  <a:pt x="94634" y="276150"/>
                </a:lnTo>
                <a:lnTo>
                  <a:pt x="111680" y="233940"/>
                </a:lnTo>
                <a:lnTo>
                  <a:pt x="130569" y="194277"/>
                </a:lnTo>
                <a:lnTo>
                  <a:pt x="151506" y="157446"/>
                </a:lnTo>
                <a:lnTo>
                  <a:pt x="174695" y="123729"/>
                </a:lnTo>
                <a:lnTo>
                  <a:pt x="200342" y="93410"/>
                </a:lnTo>
                <a:lnTo>
                  <a:pt x="228652" y="66771"/>
                </a:lnTo>
                <a:lnTo>
                  <a:pt x="259829" y="44097"/>
                </a:lnTo>
                <a:lnTo>
                  <a:pt x="294079" y="25670"/>
                </a:lnTo>
                <a:lnTo>
                  <a:pt x="331607" y="11772"/>
                </a:lnTo>
                <a:lnTo>
                  <a:pt x="372617" y="2688"/>
                </a:lnTo>
                <a:lnTo>
                  <a:pt x="405617" y="0"/>
                </a:lnTo>
                <a:lnTo>
                  <a:pt x="442727" y="1217"/>
                </a:lnTo>
                <a:lnTo>
                  <a:pt x="483562" y="6048"/>
                </a:lnTo>
                <a:lnTo>
                  <a:pt x="527733" y="14201"/>
                </a:lnTo>
                <a:lnTo>
                  <a:pt x="574854" y="25382"/>
                </a:lnTo>
                <a:lnTo>
                  <a:pt x="624539" y="39299"/>
                </a:lnTo>
                <a:lnTo>
                  <a:pt x="676400" y="55660"/>
                </a:lnTo>
                <a:lnTo>
                  <a:pt x="730050" y="74172"/>
                </a:lnTo>
                <a:lnTo>
                  <a:pt x="785103" y="94542"/>
                </a:lnTo>
                <a:lnTo>
                  <a:pt x="841172" y="116478"/>
                </a:lnTo>
                <a:lnTo>
                  <a:pt x="897870" y="139688"/>
                </a:lnTo>
                <a:lnTo>
                  <a:pt x="954810" y="163878"/>
                </a:lnTo>
                <a:lnTo>
                  <a:pt x="1011604" y="188757"/>
                </a:lnTo>
                <a:lnTo>
                  <a:pt x="1067868" y="214031"/>
                </a:lnTo>
                <a:lnTo>
                  <a:pt x="1123212" y="239408"/>
                </a:lnTo>
                <a:lnTo>
                  <a:pt x="1177251" y="264596"/>
                </a:lnTo>
                <a:lnTo>
                  <a:pt x="1229597" y="289302"/>
                </a:lnTo>
                <a:lnTo>
                  <a:pt x="1279864" y="313233"/>
                </a:lnTo>
                <a:lnTo>
                  <a:pt x="1327665" y="336097"/>
                </a:lnTo>
                <a:lnTo>
                  <a:pt x="1372613" y="357602"/>
                </a:lnTo>
                <a:lnTo>
                  <a:pt x="1414322" y="377454"/>
                </a:lnTo>
                <a:lnTo>
                  <a:pt x="1452403" y="395361"/>
                </a:lnTo>
                <a:lnTo>
                  <a:pt x="1486471" y="411031"/>
                </a:lnTo>
                <a:lnTo>
                  <a:pt x="1516138" y="424171"/>
                </a:lnTo>
                <a:lnTo>
                  <a:pt x="1541017" y="434488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8673210" y="3721100"/>
            <a:ext cx="117729" cy="13208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7697851" y="2529458"/>
            <a:ext cx="1064260" cy="1280795"/>
          </a:xfrm>
          <a:custGeom>
            <a:rect b="b" l="l" r="r" t="t"/>
            <a:pathLst>
              <a:path extrusionOk="0" h="1280795" w="1064259">
                <a:moveTo>
                  <a:pt x="0" y="0"/>
                </a:moveTo>
                <a:lnTo>
                  <a:pt x="1064259" y="128054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7606410" y="2425700"/>
            <a:ext cx="117729" cy="132079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7073010" y="3949700"/>
            <a:ext cx="117729" cy="13208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7571485" y="2152396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6758685" y="3828795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7099300" y="2529458"/>
            <a:ext cx="533400" cy="1449070"/>
          </a:xfrm>
          <a:custGeom>
            <a:rect b="b" l="l" r="r" t="t"/>
            <a:pathLst>
              <a:path extrusionOk="0" h="1449070" w="533400">
                <a:moveTo>
                  <a:pt x="0" y="1448561"/>
                </a:moveTo>
                <a:lnTo>
                  <a:pt x="53340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7428610" y="2959100"/>
            <a:ext cx="117729" cy="13207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8343010" y="3340100"/>
            <a:ext cx="117729" cy="13207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7749285" y="3295396"/>
            <a:ext cx="4305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7520051" y="3062858"/>
            <a:ext cx="849630" cy="306070"/>
          </a:xfrm>
          <a:custGeom>
            <a:rect b="b" l="l" r="r" t="t"/>
            <a:pathLst>
              <a:path extrusionOk="0" h="306070" w="849629">
                <a:moveTo>
                  <a:pt x="0" y="0"/>
                </a:moveTo>
                <a:lnTo>
                  <a:pt x="849249" y="30556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7962010" y="3187700"/>
            <a:ext cx="117729" cy="13207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8562085" y="3264916"/>
            <a:ext cx="52578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92100" marR="0" rtl="0" algn="l">
              <a:lnSpc>
                <a:spcPct val="11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367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8587485" y="3066796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8683497" y="3199384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6949185" y="2198116"/>
            <a:ext cx="125793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3200" marR="30480" rtl="0" algn="l">
              <a:lnSpc>
                <a:spcPct val="13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	t=0  L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7077329" y="3258842"/>
            <a:ext cx="1591945" cy="737870"/>
          </a:xfrm>
          <a:custGeom>
            <a:rect b="b" l="l" r="r" t="t"/>
            <a:pathLst>
              <a:path extrusionOk="0" h="737870" w="1591945">
                <a:moveTo>
                  <a:pt x="0" y="737465"/>
                </a:moveTo>
                <a:lnTo>
                  <a:pt x="38970" y="693388"/>
                </a:lnTo>
                <a:lnTo>
                  <a:pt x="77921" y="649450"/>
                </a:lnTo>
                <a:lnTo>
                  <a:pt x="116834" y="605792"/>
                </a:lnTo>
                <a:lnTo>
                  <a:pt x="155686" y="562552"/>
                </a:lnTo>
                <a:lnTo>
                  <a:pt x="194459" y="519872"/>
                </a:lnTo>
                <a:lnTo>
                  <a:pt x="233132" y="477889"/>
                </a:lnTo>
                <a:lnTo>
                  <a:pt x="271684" y="436745"/>
                </a:lnTo>
                <a:lnTo>
                  <a:pt x="310096" y="396579"/>
                </a:lnTo>
                <a:lnTo>
                  <a:pt x="348347" y="357530"/>
                </a:lnTo>
                <a:lnTo>
                  <a:pt x="386416" y="319738"/>
                </a:lnTo>
                <a:lnTo>
                  <a:pt x="424284" y="283342"/>
                </a:lnTo>
                <a:lnTo>
                  <a:pt x="461930" y="248484"/>
                </a:lnTo>
                <a:lnTo>
                  <a:pt x="499334" y="215301"/>
                </a:lnTo>
                <a:lnTo>
                  <a:pt x="536476" y="183934"/>
                </a:lnTo>
                <a:lnTo>
                  <a:pt x="573335" y="154523"/>
                </a:lnTo>
                <a:lnTo>
                  <a:pt x="609891" y="127207"/>
                </a:lnTo>
                <a:lnTo>
                  <a:pt x="646124" y="102126"/>
                </a:lnTo>
                <a:lnTo>
                  <a:pt x="682013" y="79419"/>
                </a:lnTo>
                <a:lnTo>
                  <a:pt x="717539" y="59226"/>
                </a:lnTo>
                <a:lnTo>
                  <a:pt x="752680" y="41688"/>
                </a:lnTo>
                <a:lnTo>
                  <a:pt x="821730" y="15131"/>
                </a:lnTo>
                <a:lnTo>
                  <a:pt x="889000" y="865"/>
                </a:lnTo>
                <a:lnTo>
                  <a:pt x="929236" y="0"/>
                </a:lnTo>
                <a:lnTo>
                  <a:pt x="970212" y="6275"/>
                </a:lnTo>
                <a:lnTo>
                  <a:pt x="1011715" y="18999"/>
                </a:lnTo>
                <a:lnTo>
                  <a:pt x="1053532" y="37479"/>
                </a:lnTo>
                <a:lnTo>
                  <a:pt x="1095450" y="61024"/>
                </a:lnTo>
                <a:lnTo>
                  <a:pt x="1137257" y="88940"/>
                </a:lnTo>
                <a:lnTo>
                  <a:pt x="1178739" y="120537"/>
                </a:lnTo>
                <a:lnTo>
                  <a:pt x="1219685" y="155121"/>
                </a:lnTo>
                <a:lnTo>
                  <a:pt x="1259881" y="192000"/>
                </a:lnTo>
                <a:lnTo>
                  <a:pt x="1299114" y="230481"/>
                </a:lnTo>
                <a:lnTo>
                  <a:pt x="1337172" y="269874"/>
                </a:lnTo>
                <a:lnTo>
                  <a:pt x="1373842" y="309485"/>
                </a:lnTo>
                <a:lnTo>
                  <a:pt x="1408911" y="348621"/>
                </a:lnTo>
                <a:lnTo>
                  <a:pt x="1442166" y="386592"/>
                </a:lnTo>
                <a:lnTo>
                  <a:pt x="1473394" y="422704"/>
                </a:lnTo>
                <a:lnTo>
                  <a:pt x="1502383" y="456265"/>
                </a:lnTo>
                <a:lnTo>
                  <a:pt x="1528920" y="486583"/>
                </a:lnTo>
                <a:lnTo>
                  <a:pt x="1552792" y="512966"/>
                </a:lnTo>
                <a:lnTo>
                  <a:pt x="1573787" y="534721"/>
                </a:lnTo>
                <a:lnTo>
                  <a:pt x="1591691" y="551156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7623047" y="4133850"/>
            <a:ext cx="12795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Curve at t=x2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7825485" y="2897378"/>
            <a:ext cx="1797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7979409" y="3029965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04800" y="4288045"/>
            <a:ext cx="2514600" cy="18704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304800" y="4574032"/>
            <a:ext cx="3943395" cy="16459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304800" y="4821260"/>
            <a:ext cx="3332103" cy="19664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159321" y="5510784"/>
            <a:ext cx="2865120" cy="219456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159321" y="5885688"/>
            <a:ext cx="4115558" cy="173736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 txBox="1"/>
          <p:nvPr/>
        </p:nvSpPr>
        <p:spPr>
          <a:xfrm>
            <a:off x="60197" y="5124450"/>
            <a:ext cx="3465829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4 control points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5361432" y="6267450"/>
            <a:ext cx="3308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6971410" y="5930900"/>
            <a:ext cx="117602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5996051" y="4739259"/>
            <a:ext cx="1064260" cy="1280795"/>
          </a:xfrm>
          <a:custGeom>
            <a:rect b="b" l="l" r="r" t="t"/>
            <a:pathLst>
              <a:path extrusionOk="0" h="1280795" w="1064259">
                <a:moveTo>
                  <a:pt x="0" y="0"/>
                </a:moveTo>
                <a:lnTo>
                  <a:pt x="1064259" y="1280541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5904610" y="4635500"/>
            <a:ext cx="117601" cy="1320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5371210" y="6159500"/>
            <a:ext cx="117601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 txBox="1"/>
          <p:nvPr/>
        </p:nvSpPr>
        <p:spPr>
          <a:xfrm>
            <a:off x="5056632" y="6038850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5397500" y="4739259"/>
            <a:ext cx="533400" cy="1449070"/>
          </a:xfrm>
          <a:custGeom>
            <a:rect b="b" l="l" r="r" t="t"/>
            <a:pathLst>
              <a:path extrusionOk="0" h="1449070" w="533400">
                <a:moveTo>
                  <a:pt x="0" y="1448562"/>
                </a:moveTo>
                <a:lnTo>
                  <a:pt x="53340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5726810" y="5168900"/>
            <a:ext cx="117601" cy="13208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6769100" y="5702300"/>
            <a:ext cx="117601" cy="13208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7"/>
          <p:cNvSpPr/>
          <p:nvPr/>
        </p:nvSpPr>
        <p:spPr>
          <a:xfrm>
            <a:off x="5818251" y="5272659"/>
            <a:ext cx="977265" cy="458470"/>
          </a:xfrm>
          <a:custGeom>
            <a:rect b="b" l="l" r="r" t="t"/>
            <a:pathLst>
              <a:path extrusionOk="0" h="458470" w="977265">
                <a:moveTo>
                  <a:pt x="0" y="0"/>
                </a:moveTo>
                <a:lnTo>
                  <a:pt x="977010" y="457961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7"/>
          <p:cNvSpPr/>
          <p:nvPr/>
        </p:nvSpPr>
        <p:spPr>
          <a:xfrm>
            <a:off x="6260210" y="5412740"/>
            <a:ext cx="117601" cy="132079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7"/>
          <p:cNvSpPr txBox="1"/>
          <p:nvPr/>
        </p:nvSpPr>
        <p:spPr>
          <a:xfrm>
            <a:off x="7064247" y="5810250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7"/>
          <p:cNvSpPr txBox="1"/>
          <p:nvPr/>
        </p:nvSpPr>
        <p:spPr>
          <a:xfrm>
            <a:off x="6556247" y="5734050"/>
            <a:ext cx="121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7"/>
          <p:cNvSpPr txBox="1"/>
          <p:nvPr/>
        </p:nvSpPr>
        <p:spPr>
          <a:xfrm>
            <a:off x="6652259" y="5866638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7"/>
          <p:cNvSpPr txBox="1"/>
          <p:nvPr/>
        </p:nvSpPr>
        <p:spPr>
          <a:xfrm>
            <a:off x="5247132" y="4408170"/>
            <a:ext cx="125793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03200" marR="30480" rtl="0" algn="l">
              <a:lnSpc>
                <a:spcPct val="13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	t=0  L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t=x2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7"/>
          <p:cNvSpPr/>
          <p:nvPr/>
        </p:nvSpPr>
        <p:spPr>
          <a:xfrm>
            <a:off x="7835900" y="5245100"/>
            <a:ext cx="117601" cy="1320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7010400" y="5311140"/>
            <a:ext cx="930910" cy="664845"/>
          </a:xfrm>
          <a:custGeom>
            <a:rect b="b" l="l" r="r" t="t"/>
            <a:pathLst>
              <a:path extrusionOk="0" h="664845" w="930909">
                <a:moveTo>
                  <a:pt x="0" y="664730"/>
                </a:moveTo>
                <a:lnTo>
                  <a:pt x="930401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6781800" y="5562600"/>
            <a:ext cx="838200" cy="228600"/>
          </a:xfrm>
          <a:custGeom>
            <a:rect b="b" l="l" r="r" t="t"/>
            <a:pathLst>
              <a:path extrusionOk="0" h="228600" w="838200">
                <a:moveTo>
                  <a:pt x="0" y="228600"/>
                </a:moveTo>
                <a:lnTo>
                  <a:pt x="83820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7"/>
          <p:cNvSpPr/>
          <p:nvPr/>
        </p:nvSpPr>
        <p:spPr>
          <a:xfrm>
            <a:off x="6365113" y="5478779"/>
            <a:ext cx="1179195" cy="111760"/>
          </a:xfrm>
          <a:custGeom>
            <a:rect b="b" l="l" r="r" t="t"/>
            <a:pathLst>
              <a:path extrusionOk="0" h="111760" w="1179195">
                <a:moveTo>
                  <a:pt x="0" y="0"/>
                </a:moveTo>
                <a:lnTo>
                  <a:pt x="1178687" y="11176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7"/>
          <p:cNvSpPr/>
          <p:nvPr/>
        </p:nvSpPr>
        <p:spPr>
          <a:xfrm>
            <a:off x="7086600" y="5486400"/>
            <a:ext cx="92201" cy="10668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7531100" y="5524500"/>
            <a:ext cx="117601" cy="13208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7"/>
          <p:cNvSpPr txBox="1"/>
          <p:nvPr/>
        </p:nvSpPr>
        <p:spPr>
          <a:xfrm>
            <a:off x="6911847" y="5124450"/>
            <a:ext cx="275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7"/>
          <p:cNvSpPr/>
          <p:nvPr/>
        </p:nvSpPr>
        <p:spPr>
          <a:xfrm>
            <a:off x="5455920" y="5359400"/>
            <a:ext cx="2392680" cy="828040"/>
          </a:xfrm>
          <a:custGeom>
            <a:rect b="b" l="l" r="r" t="t"/>
            <a:pathLst>
              <a:path extrusionOk="0" h="828039" w="2392679">
                <a:moveTo>
                  <a:pt x="0" y="828040"/>
                </a:moveTo>
                <a:lnTo>
                  <a:pt x="20642" y="778052"/>
                </a:lnTo>
                <a:lnTo>
                  <a:pt x="41371" y="728226"/>
                </a:lnTo>
                <a:lnTo>
                  <a:pt x="62274" y="678721"/>
                </a:lnTo>
                <a:lnTo>
                  <a:pt x="83440" y="629698"/>
                </a:lnTo>
                <a:lnTo>
                  <a:pt x="104958" y="581317"/>
                </a:lnTo>
                <a:lnTo>
                  <a:pt x="126914" y="533738"/>
                </a:lnTo>
                <a:lnTo>
                  <a:pt x="149399" y="487123"/>
                </a:lnTo>
                <a:lnTo>
                  <a:pt x="172498" y="441630"/>
                </a:lnTo>
                <a:lnTo>
                  <a:pt x="196302" y="397421"/>
                </a:lnTo>
                <a:lnTo>
                  <a:pt x="220898" y="354656"/>
                </a:lnTo>
                <a:lnTo>
                  <a:pt x="246374" y="313495"/>
                </a:lnTo>
                <a:lnTo>
                  <a:pt x="272819" y="274099"/>
                </a:lnTo>
                <a:lnTo>
                  <a:pt x="300321" y="236628"/>
                </a:lnTo>
                <a:lnTo>
                  <a:pt x="328967" y="201242"/>
                </a:lnTo>
                <a:lnTo>
                  <a:pt x="358847" y="168102"/>
                </a:lnTo>
                <a:lnTo>
                  <a:pt x="390048" y="137367"/>
                </a:lnTo>
                <a:lnTo>
                  <a:pt x="422658" y="109200"/>
                </a:lnTo>
                <a:lnTo>
                  <a:pt x="456766" y="83759"/>
                </a:lnTo>
                <a:lnTo>
                  <a:pt x="492460" y="61205"/>
                </a:lnTo>
                <a:lnTo>
                  <a:pt x="529829" y="41698"/>
                </a:lnTo>
                <a:lnTo>
                  <a:pt x="568959" y="25400"/>
                </a:lnTo>
                <a:lnTo>
                  <a:pt x="643926" y="7648"/>
                </a:lnTo>
                <a:lnTo>
                  <a:pt x="684772" y="4222"/>
                </a:lnTo>
                <a:lnTo>
                  <a:pt x="727586" y="4027"/>
                </a:lnTo>
                <a:lnTo>
                  <a:pt x="772164" y="6760"/>
                </a:lnTo>
                <a:lnTo>
                  <a:pt x="818300" y="12120"/>
                </a:lnTo>
                <a:lnTo>
                  <a:pt x="865790" y="19804"/>
                </a:lnTo>
                <a:lnTo>
                  <a:pt x="914428" y="29511"/>
                </a:lnTo>
                <a:lnTo>
                  <a:pt x="964009" y="40937"/>
                </a:lnTo>
                <a:lnTo>
                  <a:pt x="1014328" y="53782"/>
                </a:lnTo>
                <a:lnTo>
                  <a:pt x="1065181" y="67743"/>
                </a:lnTo>
                <a:lnTo>
                  <a:pt x="1116361" y="82518"/>
                </a:lnTo>
                <a:lnTo>
                  <a:pt x="1167665" y="97805"/>
                </a:lnTo>
                <a:lnTo>
                  <a:pt x="1218886" y="113301"/>
                </a:lnTo>
                <a:lnTo>
                  <a:pt x="1269821" y="128706"/>
                </a:lnTo>
                <a:lnTo>
                  <a:pt x="1320263" y="143716"/>
                </a:lnTo>
                <a:lnTo>
                  <a:pt x="1370008" y="158031"/>
                </a:lnTo>
                <a:lnTo>
                  <a:pt x="1418851" y="171346"/>
                </a:lnTo>
                <a:lnTo>
                  <a:pt x="1466587" y="183362"/>
                </a:lnTo>
                <a:lnTo>
                  <a:pt x="1513010" y="193774"/>
                </a:lnTo>
                <a:lnTo>
                  <a:pt x="1557916" y="202283"/>
                </a:lnTo>
                <a:lnTo>
                  <a:pt x="1601100" y="208584"/>
                </a:lnTo>
                <a:lnTo>
                  <a:pt x="1642356" y="212377"/>
                </a:lnTo>
                <a:lnTo>
                  <a:pt x="1681479" y="213359"/>
                </a:lnTo>
                <a:lnTo>
                  <a:pt x="1742024" y="210396"/>
                </a:lnTo>
                <a:lnTo>
                  <a:pt x="1801905" y="203535"/>
                </a:lnTo>
                <a:lnTo>
                  <a:pt x="1860844" y="193304"/>
                </a:lnTo>
                <a:lnTo>
                  <a:pt x="1918560" y="180231"/>
                </a:lnTo>
                <a:lnTo>
                  <a:pt x="1974774" y="164846"/>
                </a:lnTo>
                <a:lnTo>
                  <a:pt x="2029205" y="147675"/>
                </a:lnTo>
                <a:lnTo>
                  <a:pt x="2081574" y="129248"/>
                </a:lnTo>
                <a:lnTo>
                  <a:pt x="2131601" y="110093"/>
                </a:lnTo>
                <a:lnTo>
                  <a:pt x="2179005" y="90738"/>
                </a:lnTo>
                <a:lnTo>
                  <a:pt x="2223506" y="71712"/>
                </a:lnTo>
                <a:lnTo>
                  <a:pt x="2264825" y="53543"/>
                </a:lnTo>
                <a:lnTo>
                  <a:pt x="2302682" y="36758"/>
                </a:lnTo>
                <a:lnTo>
                  <a:pt x="2336797" y="21888"/>
                </a:lnTo>
                <a:lnTo>
                  <a:pt x="2366889" y="9458"/>
                </a:lnTo>
                <a:lnTo>
                  <a:pt x="2392679" y="0"/>
                </a:lnTo>
              </a:path>
            </a:pathLst>
          </a:cu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7"/>
          <p:cNvSpPr txBox="1"/>
          <p:nvPr/>
        </p:nvSpPr>
        <p:spPr>
          <a:xfrm>
            <a:off x="5921247" y="6008370"/>
            <a:ext cx="258826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723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	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Curve with 4 control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 txBox="1"/>
          <p:nvPr/>
        </p:nvSpPr>
        <p:spPr>
          <a:xfrm>
            <a:off x="5997447" y="5059934"/>
            <a:ext cx="408305" cy="669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0" lvl="0" marL="1384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 txBox="1"/>
          <p:nvPr/>
        </p:nvSpPr>
        <p:spPr>
          <a:xfrm>
            <a:off x="7597647" y="4865370"/>
            <a:ext cx="68643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28600" lvl="0" marL="114300" marR="30480" rtl="0" algn="l">
              <a:lnSpc>
                <a:spcPct val="13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  t=1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/>
          <p:nvPr/>
        </p:nvSpPr>
        <p:spPr>
          <a:xfrm>
            <a:off x="2246488" y="6267088"/>
            <a:ext cx="1884465" cy="59091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 txBox="1"/>
          <p:nvPr>
            <p:ph type="title"/>
          </p:nvPr>
        </p:nvSpPr>
        <p:spPr>
          <a:xfrm>
            <a:off x="5428234" y="0"/>
            <a:ext cx="2858135" cy="63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latin typeface="Calibri"/>
                <a:ea typeface="Calibri"/>
                <a:cs typeface="Calibri"/>
                <a:sym typeface="Calibri"/>
              </a:rPr>
              <a:t>Bezier Curves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5717032" y="621030"/>
            <a:ext cx="8255" cy="5671185"/>
          </a:xfrm>
          <a:custGeom>
            <a:rect b="b" l="l" r="r" t="t"/>
            <a:pathLst>
              <a:path extrusionOk="0" h="5671185" w="8254">
                <a:moveTo>
                  <a:pt x="0" y="0"/>
                </a:moveTo>
                <a:lnTo>
                  <a:pt x="8000" y="56706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52501" y="46202"/>
            <a:ext cx="4989830" cy="646430"/>
          </a:xfrm>
          <a:custGeom>
            <a:rect b="b" l="l" r="r" t="t"/>
            <a:pathLst>
              <a:path extrusionOk="0" h="646430" w="4989830">
                <a:moveTo>
                  <a:pt x="0" y="646328"/>
                </a:moveTo>
                <a:lnTo>
                  <a:pt x="4989576" y="646328"/>
                </a:lnTo>
                <a:lnTo>
                  <a:pt x="4989576" y="0"/>
                </a:lnTo>
                <a:lnTo>
                  <a:pt x="0" y="0"/>
                </a:lnTo>
                <a:lnTo>
                  <a:pt x="0" y="646328"/>
                </a:lnTo>
                <a:close/>
              </a:path>
            </a:pathLst>
          </a:custGeom>
          <a:solidFill>
            <a:srgbClr val="C5D9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 txBox="1"/>
          <p:nvPr/>
        </p:nvSpPr>
        <p:spPr>
          <a:xfrm>
            <a:off x="331215" y="64769"/>
            <a:ext cx="463359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Bezier curve controlled by 4 points  P0(1,1), P1(2,3), P2(4,3) and P3(6,4).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293662" y="1958736"/>
            <a:ext cx="5119223" cy="21610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 txBox="1"/>
          <p:nvPr/>
        </p:nvSpPr>
        <p:spPr>
          <a:xfrm>
            <a:off x="319786" y="731773"/>
            <a:ext cx="3917315" cy="112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4 Control Points (CP)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polynomial, </a:t>
            </a: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=4-1=3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equation of Bezier Curve for 4 CPs 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6878701" y="2042286"/>
            <a:ext cx="954405" cy="2540"/>
          </a:xfrm>
          <a:custGeom>
            <a:rect b="b" l="l" r="r" t="t"/>
            <a:pathLst>
              <a:path extrusionOk="0" h="2539" w="954404">
                <a:moveTo>
                  <a:pt x="0" y="0"/>
                </a:moveTo>
                <a:lnTo>
                  <a:pt x="953897" y="2286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7819897" y="1978532"/>
            <a:ext cx="117601" cy="13207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6540500" y="2776220"/>
            <a:ext cx="117601" cy="13207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 txBox="1"/>
          <p:nvPr/>
        </p:nvSpPr>
        <p:spPr>
          <a:xfrm>
            <a:off x="6784340" y="2715767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6631940" y="2014601"/>
            <a:ext cx="234315" cy="865505"/>
          </a:xfrm>
          <a:custGeom>
            <a:rect b="b" l="l" r="r" t="t"/>
            <a:pathLst>
              <a:path extrusionOk="0" h="865505" w="234315">
                <a:moveTo>
                  <a:pt x="0" y="865377"/>
                </a:moveTo>
                <a:lnTo>
                  <a:pt x="233806" y="0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6819900" y="1995170"/>
            <a:ext cx="117601" cy="13207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6115811" y="968247"/>
            <a:ext cx="132715" cy="2308860"/>
          </a:xfrm>
          <a:custGeom>
            <a:rect b="b" l="l" r="r" t="t"/>
            <a:pathLst>
              <a:path extrusionOk="0" h="2308860" w="132714">
                <a:moveTo>
                  <a:pt x="66405" y="56691"/>
                </a:moveTo>
                <a:lnTo>
                  <a:pt x="52129" y="81149"/>
                </a:lnTo>
                <a:lnTo>
                  <a:pt x="52070" y="2308352"/>
                </a:lnTo>
                <a:lnTo>
                  <a:pt x="80645" y="2308352"/>
                </a:lnTo>
                <a:lnTo>
                  <a:pt x="80645" y="81149"/>
                </a:lnTo>
                <a:lnTo>
                  <a:pt x="66405" y="56691"/>
                </a:lnTo>
                <a:close/>
              </a:path>
              <a:path extrusionOk="0" h="2308860" w="132714">
                <a:moveTo>
                  <a:pt x="66421" y="0"/>
                </a:moveTo>
                <a:lnTo>
                  <a:pt x="4063" y="106934"/>
                </a:lnTo>
                <a:lnTo>
                  <a:pt x="0" y="113791"/>
                </a:lnTo>
                <a:lnTo>
                  <a:pt x="2412" y="122554"/>
                </a:lnTo>
                <a:lnTo>
                  <a:pt x="9143" y="126491"/>
                </a:lnTo>
                <a:lnTo>
                  <a:pt x="16001" y="130428"/>
                </a:lnTo>
                <a:lnTo>
                  <a:pt x="24764" y="128142"/>
                </a:lnTo>
                <a:lnTo>
                  <a:pt x="28701" y="121285"/>
                </a:lnTo>
                <a:lnTo>
                  <a:pt x="52069" y="81250"/>
                </a:lnTo>
                <a:lnTo>
                  <a:pt x="52070" y="28448"/>
                </a:lnTo>
                <a:lnTo>
                  <a:pt x="83010" y="28448"/>
                </a:lnTo>
                <a:lnTo>
                  <a:pt x="66421" y="0"/>
                </a:lnTo>
                <a:close/>
              </a:path>
              <a:path extrusionOk="0" h="2308860" w="132714">
                <a:moveTo>
                  <a:pt x="83010" y="28448"/>
                </a:moveTo>
                <a:lnTo>
                  <a:pt x="80645" y="28448"/>
                </a:lnTo>
                <a:lnTo>
                  <a:pt x="80704" y="81250"/>
                </a:lnTo>
                <a:lnTo>
                  <a:pt x="104012" y="121285"/>
                </a:lnTo>
                <a:lnTo>
                  <a:pt x="108076" y="128142"/>
                </a:lnTo>
                <a:lnTo>
                  <a:pt x="116712" y="130428"/>
                </a:lnTo>
                <a:lnTo>
                  <a:pt x="130428" y="122554"/>
                </a:lnTo>
                <a:lnTo>
                  <a:pt x="132714" y="113791"/>
                </a:lnTo>
                <a:lnTo>
                  <a:pt x="128777" y="106934"/>
                </a:lnTo>
                <a:lnTo>
                  <a:pt x="83010" y="28448"/>
                </a:lnTo>
                <a:close/>
              </a:path>
              <a:path extrusionOk="0" h="2308860" w="132714">
                <a:moveTo>
                  <a:pt x="80645" y="28448"/>
                </a:moveTo>
                <a:lnTo>
                  <a:pt x="52070" y="28448"/>
                </a:lnTo>
                <a:lnTo>
                  <a:pt x="52070" y="81250"/>
                </a:lnTo>
                <a:lnTo>
                  <a:pt x="66405" y="56691"/>
                </a:lnTo>
                <a:lnTo>
                  <a:pt x="54101" y="35560"/>
                </a:lnTo>
                <a:lnTo>
                  <a:pt x="80645" y="35560"/>
                </a:lnTo>
                <a:lnTo>
                  <a:pt x="80645" y="28448"/>
                </a:lnTo>
                <a:close/>
              </a:path>
              <a:path extrusionOk="0" h="2308860" w="132714">
                <a:moveTo>
                  <a:pt x="80645" y="35560"/>
                </a:moveTo>
                <a:lnTo>
                  <a:pt x="78739" y="35560"/>
                </a:lnTo>
                <a:lnTo>
                  <a:pt x="66405" y="56691"/>
                </a:lnTo>
                <a:lnTo>
                  <a:pt x="80645" y="81149"/>
                </a:lnTo>
                <a:lnTo>
                  <a:pt x="80645" y="35560"/>
                </a:lnTo>
                <a:close/>
              </a:path>
              <a:path extrusionOk="0" h="2308860" w="132714">
                <a:moveTo>
                  <a:pt x="78739" y="35560"/>
                </a:moveTo>
                <a:lnTo>
                  <a:pt x="54101" y="35560"/>
                </a:lnTo>
                <a:lnTo>
                  <a:pt x="66405" y="56691"/>
                </a:lnTo>
                <a:lnTo>
                  <a:pt x="78739" y="3556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6117971" y="3211702"/>
            <a:ext cx="2874010" cy="132715"/>
          </a:xfrm>
          <a:custGeom>
            <a:rect b="b" l="l" r="r" t="t"/>
            <a:pathLst>
              <a:path extrusionOk="0" h="132714" w="2874009">
                <a:moveTo>
                  <a:pt x="2760090" y="0"/>
                </a:moveTo>
                <a:lnTo>
                  <a:pt x="2751328" y="2286"/>
                </a:lnTo>
                <a:lnTo>
                  <a:pt x="2747263" y="9017"/>
                </a:lnTo>
                <a:lnTo>
                  <a:pt x="2743327" y="15875"/>
                </a:lnTo>
                <a:lnTo>
                  <a:pt x="2745612" y="24637"/>
                </a:lnTo>
                <a:lnTo>
                  <a:pt x="2752471" y="28575"/>
                </a:lnTo>
                <a:lnTo>
                  <a:pt x="2792484" y="52025"/>
                </a:lnTo>
                <a:lnTo>
                  <a:pt x="2845307" y="52070"/>
                </a:lnTo>
                <a:lnTo>
                  <a:pt x="2845307" y="80645"/>
                </a:lnTo>
                <a:lnTo>
                  <a:pt x="2792320" y="80645"/>
                </a:lnTo>
                <a:lnTo>
                  <a:pt x="2752344" y="103886"/>
                </a:lnTo>
                <a:lnTo>
                  <a:pt x="2745612" y="107950"/>
                </a:lnTo>
                <a:lnTo>
                  <a:pt x="2743200" y="116712"/>
                </a:lnTo>
                <a:lnTo>
                  <a:pt x="2747263" y="123444"/>
                </a:lnTo>
                <a:lnTo>
                  <a:pt x="2751201" y="130301"/>
                </a:lnTo>
                <a:lnTo>
                  <a:pt x="2759963" y="132587"/>
                </a:lnTo>
                <a:lnTo>
                  <a:pt x="2849284" y="80645"/>
                </a:lnTo>
                <a:lnTo>
                  <a:pt x="2845307" y="80645"/>
                </a:lnTo>
                <a:lnTo>
                  <a:pt x="2849362" y="80600"/>
                </a:lnTo>
                <a:lnTo>
                  <a:pt x="2873755" y="66421"/>
                </a:lnTo>
                <a:lnTo>
                  <a:pt x="2760090" y="0"/>
                </a:lnTo>
                <a:close/>
              </a:path>
              <a:path extrusionOk="0" h="132714" w="2874009">
                <a:moveTo>
                  <a:pt x="2816918" y="66344"/>
                </a:moveTo>
                <a:lnTo>
                  <a:pt x="2792398" y="80600"/>
                </a:lnTo>
                <a:lnTo>
                  <a:pt x="2845307" y="80645"/>
                </a:lnTo>
                <a:lnTo>
                  <a:pt x="2845307" y="78739"/>
                </a:lnTo>
                <a:lnTo>
                  <a:pt x="2838069" y="78739"/>
                </a:lnTo>
                <a:lnTo>
                  <a:pt x="2816918" y="66344"/>
                </a:lnTo>
                <a:close/>
              </a:path>
              <a:path extrusionOk="0" h="132714" w="2874009">
                <a:moveTo>
                  <a:pt x="0" y="49657"/>
                </a:moveTo>
                <a:lnTo>
                  <a:pt x="0" y="78232"/>
                </a:lnTo>
                <a:lnTo>
                  <a:pt x="2792398" y="80600"/>
                </a:lnTo>
                <a:lnTo>
                  <a:pt x="2816918" y="66344"/>
                </a:lnTo>
                <a:lnTo>
                  <a:pt x="2792484" y="52025"/>
                </a:lnTo>
                <a:lnTo>
                  <a:pt x="0" y="49657"/>
                </a:lnTo>
                <a:close/>
              </a:path>
              <a:path extrusionOk="0" h="132714" w="2874009">
                <a:moveTo>
                  <a:pt x="2838196" y="53975"/>
                </a:moveTo>
                <a:lnTo>
                  <a:pt x="2816918" y="66344"/>
                </a:lnTo>
                <a:lnTo>
                  <a:pt x="2838069" y="78739"/>
                </a:lnTo>
                <a:lnTo>
                  <a:pt x="2838196" y="53975"/>
                </a:lnTo>
                <a:close/>
              </a:path>
              <a:path extrusionOk="0" h="132714" w="2874009">
                <a:moveTo>
                  <a:pt x="2845307" y="53975"/>
                </a:moveTo>
                <a:lnTo>
                  <a:pt x="2838196" y="53975"/>
                </a:lnTo>
                <a:lnTo>
                  <a:pt x="2838069" y="78739"/>
                </a:lnTo>
                <a:lnTo>
                  <a:pt x="2845307" y="78739"/>
                </a:lnTo>
                <a:lnTo>
                  <a:pt x="2845307" y="53975"/>
                </a:lnTo>
                <a:close/>
              </a:path>
              <a:path extrusionOk="0" h="132714" w="2874009">
                <a:moveTo>
                  <a:pt x="2792484" y="52025"/>
                </a:moveTo>
                <a:lnTo>
                  <a:pt x="2816918" y="66344"/>
                </a:lnTo>
                <a:lnTo>
                  <a:pt x="2838196" y="53975"/>
                </a:lnTo>
                <a:lnTo>
                  <a:pt x="2845307" y="53975"/>
                </a:lnTo>
                <a:lnTo>
                  <a:pt x="2845307" y="52070"/>
                </a:lnTo>
                <a:lnTo>
                  <a:pt x="2792484" y="52025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/>
          <p:nvPr/>
        </p:nvSpPr>
        <p:spPr>
          <a:xfrm>
            <a:off x="6598666" y="3275584"/>
            <a:ext cx="43180" cy="1270"/>
          </a:xfrm>
          <a:custGeom>
            <a:rect b="b" l="l" r="r" t="t"/>
            <a:pathLst>
              <a:path extrusionOk="0" h="1270" w="43179">
                <a:moveTo>
                  <a:pt x="-4762" y="508"/>
                </a:moveTo>
                <a:lnTo>
                  <a:pt x="47688" y="508"/>
                </a:lnTo>
              </a:path>
            </a:pathLst>
          </a:custGeom>
          <a:noFill/>
          <a:ln cap="flat" cmpd="sng" w="10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6611239" y="3201923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351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7072121" y="3203320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78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/>
          <p:nvPr/>
        </p:nvSpPr>
        <p:spPr>
          <a:xfrm>
            <a:off x="7519416" y="3200400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78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8"/>
          <p:cNvSpPr/>
          <p:nvPr/>
        </p:nvSpPr>
        <p:spPr>
          <a:xfrm>
            <a:off x="7931022" y="3200400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78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8"/>
          <p:cNvSpPr/>
          <p:nvPr/>
        </p:nvSpPr>
        <p:spPr>
          <a:xfrm>
            <a:off x="8330818" y="3200400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78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8742553" y="3200400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78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8"/>
          <p:cNvSpPr/>
          <p:nvPr/>
        </p:nvSpPr>
        <p:spPr>
          <a:xfrm>
            <a:off x="6080633" y="2429636"/>
            <a:ext cx="219075" cy="0"/>
          </a:xfrm>
          <a:custGeom>
            <a:rect b="b" l="l" r="r" t="t"/>
            <a:pathLst>
              <a:path extrusionOk="0" h="120000"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/>
          <p:nvPr/>
        </p:nvSpPr>
        <p:spPr>
          <a:xfrm>
            <a:off x="6070346" y="2014601"/>
            <a:ext cx="219075" cy="0"/>
          </a:xfrm>
          <a:custGeom>
            <a:rect b="b" l="l" r="r" t="t"/>
            <a:pathLst>
              <a:path extrusionOk="0" h="120000"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6080633" y="1627504"/>
            <a:ext cx="219075" cy="0"/>
          </a:xfrm>
          <a:custGeom>
            <a:rect b="b" l="l" r="r" t="t"/>
            <a:pathLst>
              <a:path extrusionOk="0" h="120000"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6063615" y="1200658"/>
            <a:ext cx="219075" cy="0"/>
          </a:xfrm>
          <a:custGeom>
            <a:rect b="b" l="l" r="r" t="t"/>
            <a:pathLst>
              <a:path extrusionOk="0" h="120000" w="219075">
                <a:moveTo>
                  <a:pt x="218567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 txBox="1"/>
          <p:nvPr/>
        </p:nvSpPr>
        <p:spPr>
          <a:xfrm>
            <a:off x="5830823" y="2156967"/>
            <a:ext cx="168910" cy="831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0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9370" marR="0" rtl="0" algn="l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5857747" y="1339088"/>
            <a:ext cx="1651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8605646" y="1563750"/>
            <a:ext cx="117601" cy="13207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6586981" y="3294379"/>
            <a:ext cx="14458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	2	3	</a:t>
            </a:r>
            <a:r>
              <a:rPr baseline="30000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30000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8"/>
          <p:cNvSpPr txBox="1"/>
          <p:nvPr/>
        </p:nvSpPr>
        <p:spPr>
          <a:xfrm>
            <a:off x="8291321" y="3314191"/>
            <a:ext cx="5549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	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7911338" y="1667510"/>
            <a:ext cx="786130" cy="339725"/>
          </a:xfrm>
          <a:custGeom>
            <a:rect b="b" l="l" r="r" t="t"/>
            <a:pathLst>
              <a:path extrusionOk="0" h="339725" w="786129">
                <a:moveTo>
                  <a:pt x="0" y="339343"/>
                </a:moveTo>
                <a:lnTo>
                  <a:pt x="785748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6520180" y="1825244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 txBox="1"/>
          <p:nvPr/>
        </p:nvSpPr>
        <p:spPr>
          <a:xfrm>
            <a:off x="6638290" y="1957832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7660385" y="1657350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 txBox="1"/>
          <p:nvPr/>
        </p:nvSpPr>
        <p:spPr>
          <a:xfrm>
            <a:off x="7778495" y="1789938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8414004" y="1277365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 txBox="1"/>
          <p:nvPr/>
        </p:nvSpPr>
        <p:spPr>
          <a:xfrm>
            <a:off x="1708911" y="2268728"/>
            <a:ext cx="293497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1, 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2, 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4, 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6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352285" y="2631058"/>
            <a:ext cx="287655" cy="212090"/>
          </a:xfrm>
          <a:custGeom>
            <a:rect b="b" l="l" r="r" t="t"/>
            <a:pathLst>
              <a:path extrusionOk="0" h="212089" w="287655">
                <a:moveTo>
                  <a:pt x="219570" y="0"/>
                </a:moveTo>
                <a:lnTo>
                  <a:pt x="216560" y="8636"/>
                </a:lnTo>
                <a:lnTo>
                  <a:pt x="228818" y="13946"/>
                </a:lnTo>
                <a:lnTo>
                  <a:pt x="239361" y="21304"/>
                </a:lnTo>
                <a:lnTo>
                  <a:pt x="260762" y="55449"/>
                </a:lnTo>
                <a:lnTo>
                  <a:pt x="267792" y="104901"/>
                </a:lnTo>
                <a:lnTo>
                  <a:pt x="267008" y="123571"/>
                </a:lnTo>
                <a:lnTo>
                  <a:pt x="255231" y="169290"/>
                </a:lnTo>
                <a:lnTo>
                  <a:pt x="228958" y="197865"/>
                </a:lnTo>
                <a:lnTo>
                  <a:pt x="216890" y="203200"/>
                </a:lnTo>
                <a:lnTo>
                  <a:pt x="219570" y="211836"/>
                </a:lnTo>
                <a:lnTo>
                  <a:pt x="260034" y="187725"/>
                </a:lnTo>
                <a:lnTo>
                  <a:pt x="282755" y="143382"/>
                </a:lnTo>
                <a:lnTo>
                  <a:pt x="287108" y="105917"/>
                </a:lnTo>
                <a:lnTo>
                  <a:pt x="286016" y="86538"/>
                </a:lnTo>
                <a:lnTo>
                  <a:pt x="269633" y="37211"/>
                </a:lnTo>
                <a:lnTo>
                  <a:pt x="234922" y="5599"/>
                </a:lnTo>
                <a:lnTo>
                  <a:pt x="219570" y="0"/>
                </a:lnTo>
                <a:close/>
              </a:path>
              <a:path extrusionOk="0" h="212089" w="287655">
                <a:moveTo>
                  <a:pt x="67525" y="0"/>
                </a:moveTo>
                <a:lnTo>
                  <a:pt x="27154" y="24181"/>
                </a:lnTo>
                <a:lnTo>
                  <a:pt x="4370" y="68611"/>
                </a:lnTo>
                <a:lnTo>
                  <a:pt x="0" y="105917"/>
                </a:lnTo>
                <a:lnTo>
                  <a:pt x="1088" y="125424"/>
                </a:lnTo>
                <a:lnTo>
                  <a:pt x="17411" y="174751"/>
                </a:lnTo>
                <a:lnTo>
                  <a:pt x="52133" y="206291"/>
                </a:lnTo>
                <a:lnTo>
                  <a:pt x="67525" y="211836"/>
                </a:lnTo>
                <a:lnTo>
                  <a:pt x="70205" y="203200"/>
                </a:lnTo>
                <a:lnTo>
                  <a:pt x="58144" y="197866"/>
                </a:lnTo>
                <a:lnTo>
                  <a:pt x="47734" y="190436"/>
                </a:lnTo>
                <a:lnTo>
                  <a:pt x="26372" y="155765"/>
                </a:lnTo>
                <a:lnTo>
                  <a:pt x="19316" y="104901"/>
                </a:lnTo>
                <a:lnTo>
                  <a:pt x="20100" y="86830"/>
                </a:lnTo>
                <a:lnTo>
                  <a:pt x="31864" y="42163"/>
                </a:lnTo>
                <a:lnTo>
                  <a:pt x="58337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4298696" y="2631058"/>
            <a:ext cx="687705" cy="212090"/>
          </a:xfrm>
          <a:custGeom>
            <a:rect b="b" l="l" r="r" t="t"/>
            <a:pathLst>
              <a:path extrusionOk="0" h="212089" w="687704">
                <a:moveTo>
                  <a:pt x="619632" y="0"/>
                </a:moveTo>
                <a:lnTo>
                  <a:pt x="616584" y="8636"/>
                </a:lnTo>
                <a:lnTo>
                  <a:pt x="628852" y="13946"/>
                </a:lnTo>
                <a:lnTo>
                  <a:pt x="639381" y="21304"/>
                </a:lnTo>
                <a:lnTo>
                  <a:pt x="660820" y="55449"/>
                </a:lnTo>
                <a:lnTo>
                  <a:pt x="667892" y="104901"/>
                </a:lnTo>
                <a:lnTo>
                  <a:pt x="667107" y="123571"/>
                </a:lnTo>
                <a:lnTo>
                  <a:pt x="655319" y="169290"/>
                </a:lnTo>
                <a:lnTo>
                  <a:pt x="629013" y="197865"/>
                </a:lnTo>
                <a:lnTo>
                  <a:pt x="616965" y="203200"/>
                </a:lnTo>
                <a:lnTo>
                  <a:pt x="619632" y="211836"/>
                </a:lnTo>
                <a:lnTo>
                  <a:pt x="660048" y="187725"/>
                </a:lnTo>
                <a:lnTo>
                  <a:pt x="682815" y="143382"/>
                </a:lnTo>
                <a:lnTo>
                  <a:pt x="687196" y="105917"/>
                </a:lnTo>
                <a:lnTo>
                  <a:pt x="686101" y="86538"/>
                </a:lnTo>
                <a:lnTo>
                  <a:pt x="669670" y="37211"/>
                </a:lnTo>
                <a:lnTo>
                  <a:pt x="634970" y="5599"/>
                </a:lnTo>
                <a:lnTo>
                  <a:pt x="619632" y="0"/>
                </a:lnTo>
                <a:close/>
              </a:path>
              <a:path extrusionOk="0" h="212089" w="687704">
                <a:moveTo>
                  <a:pt x="67563" y="0"/>
                </a:moveTo>
                <a:lnTo>
                  <a:pt x="27112" y="24181"/>
                </a:lnTo>
                <a:lnTo>
                  <a:pt x="4365" y="68611"/>
                </a:lnTo>
                <a:lnTo>
                  <a:pt x="0" y="105917"/>
                </a:lnTo>
                <a:lnTo>
                  <a:pt x="1093" y="125424"/>
                </a:lnTo>
                <a:lnTo>
                  <a:pt x="17399" y="174751"/>
                </a:lnTo>
                <a:lnTo>
                  <a:pt x="52135" y="206291"/>
                </a:lnTo>
                <a:lnTo>
                  <a:pt x="67563" y="211836"/>
                </a:lnTo>
                <a:lnTo>
                  <a:pt x="70230" y="203200"/>
                </a:lnTo>
                <a:lnTo>
                  <a:pt x="58130" y="197866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830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4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 txBox="1"/>
          <p:nvPr/>
        </p:nvSpPr>
        <p:spPr>
          <a:xfrm>
            <a:off x="52831" y="2561335"/>
            <a:ext cx="573786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</a:t>
            </a:r>
            <a:r>
              <a:rPr baseline="-25000"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𝑥 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	= 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+3𝑥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+3𝑥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 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1 − 𝑢	+ 𝑥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aseline="30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6060185" y="2539237"/>
            <a:ext cx="282575" cy="22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18"/>
          <p:cNvSpPr txBox="1"/>
          <p:nvPr/>
        </p:nvSpPr>
        <p:spPr>
          <a:xfrm>
            <a:off x="288797" y="2252979"/>
            <a:ext cx="11874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Solving for 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404164" y="3725036"/>
            <a:ext cx="287655" cy="212090"/>
          </a:xfrm>
          <a:custGeom>
            <a:rect b="b" l="l" r="r" t="t"/>
            <a:pathLst>
              <a:path extrusionOk="0" h="212089" w="287655">
                <a:moveTo>
                  <a:pt x="219582" y="0"/>
                </a:moveTo>
                <a:lnTo>
                  <a:pt x="216560" y="8508"/>
                </a:lnTo>
                <a:lnTo>
                  <a:pt x="228818" y="13819"/>
                </a:lnTo>
                <a:lnTo>
                  <a:pt x="239361" y="21177"/>
                </a:lnTo>
                <a:lnTo>
                  <a:pt x="260764" y="55322"/>
                </a:lnTo>
                <a:lnTo>
                  <a:pt x="267804" y="104775"/>
                </a:lnTo>
                <a:lnTo>
                  <a:pt x="267019" y="123443"/>
                </a:lnTo>
                <a:lnTo>
                  <a:pt x="255244" y="169163"/>
                </a:lnTo>
                <a:lnTo>
                  <a:pt x="228966" y="197738"/>
                </a:lnTo>
                <a:lnTo>
                  <a:pt x="216903" y="203073"/>
                </a:lnTo>
                <a:lnTo>
                  <a:pt x="219582" y="211708"/>
                </a:lnTo>
                <a:lnTo>
                  <a:pt x="260036" y="187652"/>
                </a:lnTo>
                <a:lnTo>
                  <a:pt x="282755" y="143271"/>
                </a:lnTo>
                <a:lnTo>
                  <a:pt x="287108" y="105918"/>
                </a:lnTo>
                <a:lnTo>
                  <a:pt x="286018" y="86465"/>
                </a:lnTo>
                <a:lnTo>
                  <a:pt x="269646" y="37083"/>
                </a:lnTo>
                <a:lnTo>
                  <a:pt x="234934" y="5526"/>
                </a:lnTo>
                <a:lnTo>
                  <a:pt x="219582" y="0"/>
                </a:lnTo>
                <a:close/>
              </a:path>
              <a:path extrusionOk="0" h="212089" w="287655">
                <a:moveTo>
                  <a:pt x="67538" y="0"/>
                </a:moveTo>
                <a:lnTo>
                  <a:pt x="27154" y="24056"/>
                </a:lnTo>
                <a:lnTo>
                  <a:pt x="4370" y="68500"/>
                </a:lnTo>
                <a:lnTo>
                  <a:pt x="0" y="105918"/>
                </a:lnTo>
                <a:lnTo>
                  <a:pt x="1090" y="125350"/>
                </a:lnTo>
                <a:lnTo>
                  <a:pt x="17424" y="174625"/>
                </a:lnTo>
                <a:lnTo>
                  <a:pt x="52141" y="206182"/>
                </a:lnTo>
                <a:lnTo>
                  <a:pt x="67538" y="211708"/>
                </a:lnTo>
                <a:lnTo>
                  <a:pt x="70218" y="203073"/>
                </a:lnTo>
                <a:lnTo>
                  <a:pt x="58149" y="197738"/>
                </a:lnTo>
                <a:lnTo>
                  <a:pt x="47737" y="190309"/>
                </a:lnTo>
                <a:lnTo>
                  <a:pt x="26383" y="155638"/>
                </a:lnTo>
                <a:lnTo>
                  <a:pt x="19316" y="104775"/>
                </a:lnTo>
                <a:lnTo>
                  <a:pt x="20102" y="86703"/>
                </a:lnTo>
                <a:lnTo>
                  <a:pt x="31877" y="42037"/>
                </a:lnTo>
                <a:lnTo>
                  <a:pt x="58337" y="13819"/>
                </a:lnTo>
                <a:lnTo>
                  <a:pt x="70548" y="8508"/>
                </a:lnTo>
                <a:lnTo>
                  <a:pt x="6753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4355846" y="3725036"/>
            <a:ext cx="687705" cy="212090"/>
          </a:xfrm>
          <a:custGeom>
            <a:rect b="b" l="l" r="r" t="t"/>
            <a:pathLst>
              <a:path extrusionOk="0" h="212089" w="687704">
                <a:moveTo>
                  <a:pt x="619632" y="0"/>
                </a:moveTo>
                <a:lnTo>
                  <a:pt x="616712" y="8508"/>
                </a:lnTo>
                <a:lnTo>
                  <a:pt x="628925" y="13819"/>
                </a:lnTo>
                <a:lnTo>
                  <a:pt x="639460" y="21177"/>
                </a:lnTo>
                <a:lnTo>
                  <a:pt x="660874" y="55322"/>
                </a:lnTo>
                <a:lnTo>
                  <a:pt x="667892" y="104775"/>
                </a:lnTo>
                <a:lnTo>
                  <a:pt x="667107" y="123443"/>
                </a:lnTo>
                <a:lnTo>
                  <a:pt x="655319" y="169163"/>
                </a:lnTo>
                <a:lnTo>
                  <a:pt x="629066" y="197738"/>
                </a:lnTo>
                <a:lnTo>
                  <a:pt x="616965" y="203073"/>
                </a:lnTo>
                <a:lnTo>
                  <a:pt x="619632" y="211708"/>
                </a:lnTo>
                <a:lnTo>
                  <a:pt x="660155" y="187652"/>
                </a:lnTo>
                <a:lnTo>
                  <a:pt x="682831" y="143271"/>
                </a:lnTo>
                <a:lnTo>
                  <a:pt x="687196" y="105918"/>
                </a:lnTo>
                <a:lnTo>
                  <a:pt x="686103" y="86465"/>
                </a:lnTo>
                <a:lnTo>
                  <a:pt x="669798" y="37083"/>
                </a:lnTo>
                <a:lnTo>
                  <a:pt x="634990" y="5526"/>
                </a:lnTo>
                <a:lnTo>
                  <a:pt x="619632" y="0"/>
                </a:lnTo>
                <a:close/>
              </a:path>
              <a:path extrusionOk="0" h="212089" w="687704">
                <a:moveTo>
                  <a:pt x="67563" y="0"/>
                </a:moveTo>
                <a:lnTo>
                  <a:pt x="27219" y="24056"/>
                </a:lnTo>
                <a:lnTo>
                  <a:pt x="4381" y="68500"/>
                </a:lnTo>
                <a:lnTo>
                  <a:pt x="0" y="105918"/>
                </a:lnTo>
                <a:lnTo>
                  <a:pt x="1095" y="125350"/>
                </a:lnTo>
                <a:lnTo>
                  <a:pt x="17525" y="174625"/>
                </a:lnTo>
                <a:lnTo>
                  <a:pt x="52208" y="206182"/>
                </a:lnTo>
                <a:lnTo>
                  <a:pt x="67563" y="211708"/>
                </a:lnTo>
                <a:lnTo>
                  <a:pt x="70230" y="203073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03"/>
                </a:lnTo>
                <a:lnTo>
                  <a:pt x="31876" y="42037"/>
                </a:lnTo>
                <a:lnTo>
                  <a:pt x="58398" y="13819"/>
                </a:lnTo>
                <a:lnTo>
                  <a:pt x="70612" y="8508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116839" y="3261105"/>
            <a:ext cx="5732780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375">
            <a:spAutoFit/>
          </a:bodyPr>
          <a:lstStyle/>
          <a:p>
            <a:pPr indent="0" lvl="0" marL="127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Solving for y	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1, 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3, 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3, 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= 4</a:t>
            </a:r>
            <a:endParaRPr sz="18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50800" marR="0" rtl="0" algn="l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𝑦   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	= 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+3𝑦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+3𝑦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 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1 − 𝑢	+ 𝑦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aseline="30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479907" y="4073144"/>
            <a:ext cx="287655" cy="212090"/>
          </a:xfrm>
          <a:custGeom>
            <a:rect b="b" l="l" r="r" t="t"/>
            <a:pathLst>
              <a:path extrusionOk="0" h="212089" w="287655">
                <a:moveTo>
                  <a:pt x="219570" y="0"/>
                </a:moveTo>
                <a:lnTo>
                  <a:pt x="216560" y="8635"/>
                </a:lnTo>
                <a:lnTo>
                  <a:pt x="228817" y="13946"/>
                </a:lnTo>
                <a:lnTo>
                  <a:pt x="239356" y="21304"/>
                </a:lnTo>
                <a:lnTo>
                  <a:pt x="260762" y="55431"/>
                </a:lnTo>
                <a:lnTo>
                  <a:pt x="267792" y="104901"/>
                </a:lnTo>
                <a:lnTo>
                  <a:pt x="267006" y="123570"/>
                </a:lnTo>
                <a:lnTo>
                  <a:pt x="255231" y="169290"/>
                </a:lnTo>
                <a:lnTo>
                  <a:pt x="228958" y="197865"/>
                </a:lnTo>
                <a:lnTo>
                  <a:pt x="216890" y="203199"/>
                </a:lnTo>
                <a:lnTo>
                  <a:pt x="219570" y="211835"/>
                </a:lnTo>
                <a:lnTo>
                  <a:pt x="260023" y="187707"/>
                </a:lnTo>
                <a:lnTo>
                  <a:pt x="282743" y="143335"/>
                </a:lnTo>
                <a:lnTo>
                  <a:pt x="287096" y="105917"/>
                </a:lnTo>
                <a:lnTo>
                  <a:pt x="286005" y="86536"/>
                </a:lnTo>
                <a:lnTo>
                  <a:pt x="269633" y="37083"/>
                </a:lnTo>
                <a:lnTo>
                  <a:pt x="234922" y="5544"/>
                </a:lnTo>
                <a:lnTo>
                  <a:pt x="219570" y="0"/>
                </a:lnTo>
                <a:close/>
              </a:path>
              <a:path extrusionOk="0" h="212089" w="287655">
                <a:moveTo>
                  <a:pt x="67525" y="0"/>
                </a:moveTo>
                <a:lnTo>
                  <a:pt x="27142" y="24110"/>
                </a:lnTo>
                <a:lnTo>
                  <a:pt x="4364" y="68595"/>
                </a:lnTo>
                <a:lnTo>
                  <a:pt x="0" y="105917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28" y="206238"/>
                </a:lnTo>
                <a:lnTo>
                  <a:pt x="67525" y="211835"/>
                </a:lnTo>
                <a:lnTo>
                  <a:pt x="70205" y="203199"/>
                </a:lnTo>
                <a:lnTo>
                  <a:pt x="58142" y="197865"/>
                </a:lnTo>
                <a:lnTo>
                  <a:pt x="47729" y="190436"/>
                </a:lnTo>
                <a:lnTo>
                  <a:pt x="26370" y="155765"/>
                </a:lnTo>
                <a:lnTo>
                  <a:pt x="19304" y="104901"/>
                </a:lnTo>
                <a:lnTo>
                  <a:pt x="20089" y="86776"/>
                </a:lnTo>
                <a:lnTo>
                  <a:pt x="31864" y="42163"/>
                </a:lnTo>
                <a:lnTo>
                  <a:pt x="58330" y="13946"/>
                </a:lnTo>
                <a:lnTo>
                  <a:pt x="70548" y="8635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3752722" y="4073144"/>
            <a:ext cx="687070" cy="212090"/>
          </a:xfrm>
          <a:custGeom>
            <a:rect b="b" l="l" r="r" t="t"/>
            <a:pathLst>
              <a:path extrusionOk="0" h="212089" w="687070">
                <a:moveTo>
                  <a:pt x="619632" y="0"/>
                </a:moveTo>
                <a:lnTo>
                  <a:pt x="616585" y="8635"/>
                </a:lnTo>
                <a:lnTo>
                  <a:pt x="628852" y="13946"/>
                </a:lnTo>
                <a:lnTo>
                  <a:pt x="639381" y="21304"/>
                </a:lnTo>
                <a:lnTo>
                  <a:pt x="660800" y="55431"/>
                </a:lnTo>
                <a:lnTo>
                  <a:pt x="667765" y="104901"/>
                </a:lnTo>
                <a:lnTo>
                  <a:pt x="666982" y="123570"/>
                </a:lnTo>
                <a:lnTo>
                  <a:pt x="655319" y="169290"/>
                </a:lnTo>
                <a:lnTo>
                  <a:pt x="629013" y="197865"/>
                </a:lnTo>
                <a:lnTo>
                  <a:pt x="616965" y="203199"/>
                </a:lnTo>
                <a:lnTo>
                  <a:pt x="619632" y="211835"/>
                </a:lnTo>
                <a:lnTo>
                  <a:pt x="660030" y="187707"/>
                </a:lnTo>
                <a:lnTo>
                  <a:pt x="682751" y="143335"/>
                </a:lnTo>
                <a:lnTo>
                  <a:pt x="687069" y="105917"/>
                </a:lnTo>
                <a:lnTo>
                  <a:pt x="685994" y="86536"/>
                </a:lnTo>
                <a:lnTo>
                  <a:pt x="669671" y="37083"/>
                </a:lnTo>
                <a:lnTo>
                  <a:pt x="634970" y="5544"/>
                </a:lnTo>
                <a:lnTo>
                  <a:pt x="619632" y="0"/>
                </a:lnTo>
                <a:close/>
              </a:path>
              <a:path extrusionOk="0" h="212089" w="687070">
                <a:moveTo>
                  <a:pt x="67563" y="0"/>
                </a:moveTo>
                <a:lnTo>
                  <a:pt x="27094" y="24110"/>
                </a:lnTo>
                <a:lnTo>
                  <a:pt x="4365" y="68595"/>
                </a:lnTo>
                <a:lnTo>
                  <a:pt x="0" y="105917"/>
                </a:lnTo>
                <a:lnTo>
                  <a:pt x="1075" y="125370"/>
                </a:lnTo>
                <a:lnTo>
                  <a:pt x="17399" y="174751"/>
                </a:lnTo>
                <a:lnTo>
                  <a:pt x="52135" y="206238"/>
                </a:lnTo>
                <a:lnTo>
                  <a:pt x="67563" y="211835"/>
                </a:lnTo>
                <a:lnTo>
                  <a:pt x="70230" y="203199"/>
                </a:lnTo>
                <a:lnTo>
                  <a:pt x="58130" y="197865"/>
                </a:lnTo>
                <a:lnTo>
                  <a:pt x="47720" y="190436"/>
                </a:lnTo>
                <a:lnTo>
                  <a:pt x="26376" y="155765"/>
                </a:lnTo>
                <a:lnTo>
                  <a:pt x="19303" y="104901"/>
                </a:lnTo>
                <a:lnTo>
                  <a:pt x="20089" y="86776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5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 txBox="1"/>
          <p:nvPr/>
        </p:nvSpPr>
        <p:spPr>
          <a:xfrm>
            <a:off x="205231" y="4003547"/>
            <a:ext cx="4927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</a:t>
            </a:r>
            <a:r>
              <a:rPr baseline="-25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𝑦   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𝑢	= 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+9𝑢(1 −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+9𝑢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 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1 − 𝑢	+ 4𝑢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aseline="30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14" name="Google Shape;514;p18"/>
          <p:cNvSpPr txBox="1"/>
          <p:nvPr/>
        </p:nvSpPr>
        <p:spPr>
          <a:xfrm>
            <a:off x="312674" y="3004057"/>
            <a:ext cx="124460" cy="22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𝑥</a:t>
            </a:r>
            <a:endParaRPr sz="130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458343" y="2965576"/>
            <a:ext cx="287655" cy="212090"/>
          </a:xfrm>
          <a:custGeom>
            <a:rect b="b" l="l" r="r" t="t"/>
            <a:pathLst>
              <a:path extrusionOk="0" h="212089" w="287655">
                <a:moveTo>
                  <a:pt x="219570" y="0"/>
                </a:moveTo>
                <a:lnTo>
                  <a:pt x="216560" y="8636"/>
                </a:lnTo>
                <a:lnTo>
                  <a:pt x="228817" y="13946"/>
                </a:lnTo>
                <a:lnTo>
                  <a:pt x="239356" y="21304"/>
                </a:lnTo>
                <a:lnTo>
                  <a:pt x="260762" y="55429"/>
                </a:lnTo>
                <a:lnTo>
                  <a:pt x="267792" y="104775"/>
                </a:lnTo>
                <a:lnTo>
                  <a:pt x="267008" y="123444"/>
                </a:lnTo>
                <a:lnTo>
                  <a:pt x="255231" y="169163"/>
                </a:lnTo>
                <a:lnTo>
                  <a:pt x="228958" y="197864"/>
                </a:lnTo>
                <a:lnTo>
                  <a:pt x="216890" y="203200"/>
                </a:lnTo>
                <a:lnTo>
                  <a:pt x="219570" y="211709"/>
                </a:lnTo>
                <a:lnTo>
                  <a:pt x="260028" y="187705"/>
                </a:lnTo>
                <a:lnTo>
                  <a:pt x="282755" y="143335"/>
                </a:lnTo>
                <a:lnTo>
                  <a:pt x="287108" y="105918"/>
                </a:lnTo>
                <a:lnTo>
                  <a:pt x="286016" y="86536"/>
                </a:lnTo>
                <a:lnTo>
                  <a:pt x="269633" y="37084"/>
                </a:lnTo>
                <a:lnTo>
                  <a:pt x="234922" y="5544"/>
                </a:lnTo>
                <a:lnTo>
                  <a:pt x="219570" y="0"/>
                </a:lnTo>
                <a:close/>
              </a:path>
              <a:path extrusionOk="0" h="212089" w="287655">
                <a:moveTo>
                  <a:pt x="67525" y="0"/>
                </a:moveTo>
                <a:lnTo>
                  <a:pt x="27142" y="24110"/>
                </a:lnTo>
                <a:lnTo>
                  <a:pt x="4364" y="68595"/>
                </a:lnTo>
                <a:lnTo>
                  <a:pt x="0" y="105918"/>
                </a:lnTo>
                <a:lnTo>
                  <a:pt x="1088" y="125370"/>
                </a:lnTo>
                <a:lnTo>
                  <a:pt x="17411" y="174751"/>
                </a:lnTo>
                <a:lnTo>
                  <a:pt x="52133" y="206184"/>
                </a:lnTo>
                <a:lnTo>
                  <a:pt x="67525" y="211709"/>
                </a:lnTo>
                <a:lnTo>
                  <a:pt x="70205" y="203200"/>
                </a:lnTo>
                <a:lnTo>
                  <a:pt x="58142" y="197864"/>
                </a:lnTo>
                <a:lnTo>
                  <a:pt x="47729" y="190420"/>
                </a:lnTo>
                <a:lnTo>
                  <a:pt x="26370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64" y="42163"/>
                </a:lnTo>
                <a:lnTo>
                  <a:pt x="58335" y="13946"/>
                </a:lnTo>
                <a:lnTo>
                  <a:pt x="70548" y="8636"/>
                </a:lnTo>
                <a:lnTo>
                  <a:pt x="675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3857625" y="2965576"/>
            <a:ext cx="687705" cy="212090"/>
          </a:xfrm>
          <a:custGeom>
            <a:rect b="b" l="l" r="r" t="t"/>
            <a:pathLst>
              <a:path extrusionOk="0" h="212089" w="687704">
                <a:moveTo>
                  <a:pt x="619633" y="0"/>
                </a:moveTo>
                <a:lnTo>
                  <a:pt x="616585" y="8636"/>
                </a:lnTo>
                <a:lnTo>
                  <a:pt x="628870" y="13946"/>
                </a:lnTo>
                <a:lnTo>
                  <a:pt x="639429" y="21304"/>
                </a:lnTo>
                <a:lnTo>
                  <a:pt x="660820" y="55429"/>
                </a:lnTo>
                <a:lnTo>
                  <a:pt x="667892" y="104775"/>
                </a:lnTo>
                <a:lnTo>
                  <a:pt x="667107" y="123444"/>
                </a:lnTo>
                <a:lnTo>
                  <a:pt x="655320" y="169163"/>
                </a:lnTo>
                <a:lnTo>
                  <a:pt x="629013" y="197864"/>
                </a:lnTo>
                <a:lnTo>
                  <a:pt x="616965" y="203200"/>
                </a:lnTo>
                <a:lnTo>
                  <a:pt x="619633" y="211709"/>
                </a:lnTo>
                <a:lnTo>
                  <a:pt x="660102" y="187705"/>
                </a:lnTo>
                <a:lnTo>
                  <a:pt x="682831" y="143335"/>
                </a:lnTo>
                <a:lnTo>
                  <a:pt x="687197" y="105918"/>
                </a:lnTo>
                <a:lnTo>
                  <a:pt x="686101" y="86536"/>
                </a:lnTo>
                <a:lnTo>
                  <a:pt x="669671" y="37084"/>
                </a:lnTo>
                <a:lnTo>
                  <a:pt x="634970" y="5544"/>
                </a:lnTo>
                <a:lnTo>
                  <a:pt x="619633" y="0"/>
                </a:lnTo>
                <a:close/>
              </a:path>
              <a:path extrusionOk="0" h="212089" w="687704">
                <a:moveTo>
                  <a:pt x="67563" y="0"/>
                </a:moveTo>
                <a:lnTo>
                  <a:pt x="27166" y="24110"/>
                </a:lnTo>
                <a:lnTo>
                  <a:pt x="4381" y="68595"/>
                </a:lnTo>
                <a:lnTo>
                  <a:pt x="0" y="105918"/>
                </a:lnTo>
                <a:lnTo>
                  <a:pt x="1093" y="125370"/>
                </a:lnTo>
                <a:lnTo>
                  <a:pt x="17399" y="174751"/>
                </a:lnTo>
                <a:lnTo>
                  <a:pt x="52153" y="206184"/>
                </a:lnTo>
                <a:lnTo>
                  <a:pt x="67563" y="211709"/>
                </a:lnTo>
                <a:lnTo>
                  <a:pt x="70230" y="203200"/>
                </a:lnTo>
                <a:lnTo>
                  <a:pt x="58130" y="197864"/>
                </a:lnTo>
                <a:lnTo>
                  <a:pt x="47720" y="190420"/>
                </a:lnTo>
                <a:lnTo>
                  <a:pt x="26376" y="155638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291" y="13946"/>
                </a:lnTo>
                <a:lnTo>
                  <a:pt x="70485" y="8636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190500" y="2895853"/>
            <a:ext cx="504761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𝑃	𝑢	= 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+6𝑢(1 − 𝑢)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+12𝑢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2  </a:t>
            </a:r>
            <a:r>
              <a:rPr lang="en-US" sz="180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1 − 𝑢	+ 6𝑢</a:t>
            </a:r>
            <a:r>
              <a:rPr baseline="30000" lang="en-US" sz="1950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endParaRPr baseline="30000" sz="1950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aphicFrame>
        <p:nvGraphicFramePr>
          <p:cNvPr id="518" name="Google Shape;518;p18"/>
          <p:cNvGraphicFramePr/>
          <p:nvPr/>
        </p:nvGraphicFramePr>
        <p:xfrm>
          <a:off x="1325117" y="43949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{15F9A894-D037-4468-AD1A-A03F8086B980}</a:tableStyleId>
              </a:tblPr>
              <a:tblGrid>
                <a:gridCol w="1022350"/>
                <a:gridCol w="1022350"/>
                <a:gridCol w="10223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</a:t>
                      </a:r>
                      <a:r>
                        <a:rPr b="1" baseline="-25000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(u)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17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8CDE4"/>
                    </a:solidFill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1.712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1.984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2.616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2.632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3.664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3.088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4.808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3.496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30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9" name="Google Shape;519;p18"/>
          <p:cNvSpPr/>
          <p:nvPr/>
        </p:nvSpPr>
        <p:spPr>
          <a:xfrm>
            <a:off x="7842377" y="4981194"/>
            <a:ext cx="117601" cy="13208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6562979" y="5778855"/>
            <a:ext cx="117601" cy="13207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842379" y="4997830"/>
            <a:ext cx="117601" cy="13208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6138417" y="3970909"/>
            <a:ext cx="132715" cy="2308860"/>
          </a:xfrm>
          <a:custGeom>
            <a:rect b="b" l="l" r="r" t="t"/>
            <a:pathLst>
              <a:path extrusionOk="0" h="2308860" w="132714">
                <a:moveTo>
                  <a:pt x="66293" y="56664"/>
                </a:moveTo>
                <a:lnTo>
                  <a:pt x="52070" y="81033"/>
                </a:lnTo>
                <a:lnTo>
                  <a:pt x="52070" y="2308326"/>
                </a:lnTo>
                <a:lnTo>
                  <a:pt x="80645" y="2308326"/>
                </a:lnTo>
                <a:lnTo>
                  <a:pt x="80645" y="81250"/>
                </a:lnTo>
                <a:lnTo>
                  <a:pt x="66293" y="56664"/>
                </a:lnTo>
                <a:close/>
              </a:path>
              <a:path extrusionOk="0" h="2308860" w="132714">
                <a:moveTo>
                  <a:pt x="66294" y="0"/>
                </a:moveTo>
                <a:lnTo>
                  <a:pt x="3937" y="106934"/>
                </a:lnTo>
                <a:lnTo>
                  <a:pt x="0" y="113792"/>
                </a:lnTo>
                <a:lnTo>
                  <a:pt x="2286" y="122428"/>
                </a:lnTo>
                <a:lnTo>
                  <a:pt x="15875" y="130429"/>
                </a:lnTo>
                <a:lnTo>
                  <a:pt x="24637" y="128143"/>
                </a:lnTo>
                <a:lnTo>
                  <a:pt x="28575" y="121285"/>
                </a:lnTo>
                <a:lnTo>
                  <a:pt x="52070" y="81033"/>
                </a:lnTo>
                <a:lnTo>
                  <a:pt x="52070" y="28321"/>
                </a:lnTo>
                <a:lnTo>
                  <a:pt x="82808" y="28321"/>
                </a:lnTo>
                <a:lnTo>
                  <a:pt x="66294" y="0"/>
                </a:lnTo>
                <a:close/>
              </a:path>
              <a:path extrusionOk="0" h="2308860" w="132714">
                <a:moveTo>
                  <a:pt x="82808" y="28321"/>
                </a:moveTo>
                <a:lnTo>
                  <a:pt x="80645" y="28321"/>
                </a:lnTo>
                <a:lnTo>
                  <a:pt x="80645" y="81250"/>
                </a:lnTo>
                <a:lnTo>
                  <a:pt x="104012" y="121285"/>
                </a:lnTo>
                <a:lnTo>
                  <a:pt x="107950" y="128143"/>
                </a:lnTo>
                <a:lnTo>
                  <a:pt x="116712" y="130429"/>
                </a:lnTo>
                <a:lnTo>
                  <a:pt x="130302" y="122428"/>
                </a:lnTo>
                <a:lnTo>
                  <a:pt x="132587" y="113792"/>
                </a:lnTo>
                <a:lnTo>
                  <a:pt x="128651" y="106934"/>
                </a:lnTo>
                <a:lnTo>
                  <a:pt x="82808" y="28321"/>
                </a:lnTo>
                <a:close/>
              </a:path>
              <a:path extrusionOk="0" h="2308860" w="132714">
                <a:moveTo>
                  <a:pt x="80645" y="35560"/>
                </a:moveTo>
                <a:lnTo>
                  <a:pt x="78612" y="35560"/>
                </a:lnTo>
                <a:lnTo>
                  <a:pt x="66293" y="56664"/>
                </a:lnTo>
                <a:lnTo>
                  <a:pt x="80645" y="81250"/>
                </a:lnTo>
                <a:lnTo>
                  <a:pt x="80645" y="35560"/>
                </a:lnTo>
                <a:close/>
              </a:path>
              <a:path extrusionOk="0" h="2308860" w="132714">
                <a:moveTo>
                  <a:pt x="80645" y="28321"/>
                </a:moveTo>
                <a:lnTo>
                  <a:pt x="52070" y="28321"/>
                </a:lnTo>
                <a:lnTo>
                  <a:pt x="52070" y="81033"/>
                </a:lnTo>
                <a:lnTo>
                  <a:pt x="66293" y="56664"/>
                </a:lnTo>
                <a:lnTo>
                  <a:pt x="53975" y="35560"/>
                </a:lnTo>
                <a:lnTo>
                  <a:pt x="80645" y="35560"/>
                </a:lnTo>
                <a:lnTo>
                  <a:pt x="80645" y="28321"/>
                </a:lnTo>
                <a:close/>
              </a:path>
              <a:path extrusionOk="0" h="2308860" w="132714">
                <a:moveTo>
                  <a:pt x="78612" y="35560"/>
                </a:moveTo>
                <a:lnTo>
                  <a:pt x="53975" y="35560"/>
                </a:lnTo>
                <a:lnTo>
                  <a:pt x="66293" y="56664"/>
                </a:lnTo>
                <a:lnTo>
                  <a:pt x="78612" y="35560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6140450" y="6214287"/>
            <a:ext cx="2874010" cy="132715"/>
          </a:xfrm>
          <a:custGeom>
            <a:rect b="b" l="l" r="r" t="t"/>
            <a:pathLst>
              <a:path extrusionOk="0" h="132714" w="2874009">
                <a:moveTo>
                  <a:pt x="2760091" y="0"/>
                </a:moveTo>
                <a:lnTo>
                  <a:pt x="2751328" y="2298"/>
                </a:lnTo>
                <a:lnTo>
                  <a:pt x="2747391" y="9105"/>
                </a:lnTo>
                <a:lnTo>
                  <a:pt x="2743327" y="15925"/>
                </a:lnTo>
                <a:lnTo>
                  <a:pt x="2745613" y="24676"/>
                </a:lnTo>
                <a:lnTo>
                  <a:pt x="2792549" y="52062"/>
                </a:lnTo>
                <a:lnTo>
                  <a:pt x="2845434" y="52108"/>
                </a:lnTo>
                <a:lnTo>
                  <a:pt x="2845434" y="80683"/>
                </a:lnTo>
                <a:lnTo>
                  <a:pt x="2792477" y="80683"/>
                </a:lnTo>
                <a:lnTo>
                  <a:pt x="2745613" y="107949"/>
                </a:lnTo>
                <a:lnTo>
                  <a:pt x="2743327" y="116700"/>
                </a:lnTo>
                <a:lnTo>
                  <a:pt x="2751201" y="130340"/>
                </a:lnTo>
                <a:lnTo>
                  <a:pt x="2759964" y="132651"/>
                </a:lnTo>
                <a:lnTo>
                  <a:pt x="2849258" y="80683"/>
                </a:lnTo>
                <a:lnTo>
                  <a:pt x="2845434" y="80683"/>
                </a:lnTo>
                <a:lnTo>
                  <a:pt x="2849336" y="80637"/>
                </a:lnTo>
                <a:lnTo>
                  <a:pt x="2873755" y="66420"/>
                </a:lnTo>
                <a:lnTo>
                  <a:pt x="2760091" y="0"/>
                </a:lnTo>
                <a:close/>
              </a:path>
              <a:path extrusionOk="0" h="132714" w="2874009">
                <a:moveTo>
                  <a:pt x="2817045" y="66372"/>
                </a:moveTo>
                <a:lnTo>
                  <a:pt x="2792555" y="80637"/>
                </a:lnTo>
                <a:lnTo>
                  <a:pt x="2845434" y="80683"/>
                </a:lnTo>
                <a:lnTo>
                  <a:pt x="2845434" y="78727"/>
                </a:lnTo>
                <a:lnTo>
                  <a:pt x="2838196" y="78727"/>
                </a:lnTo>
                <a:lnTo>
                  <a:pt x="2817045" y="66372"/>
                </a:lnTo>
                <a:close/>
              </a:path>
              <a:path extrusionOk="0" h="132714" w="2874009">
                <a:moveTo>
                  <a:pt x="0" y="49669"/>
                </a:moveTo>
                <a:lnTo>
                  <a:pt x="0" y="78244"/>
                </a:lnTo>
                <a:lnTo>
                  <a:pt x="2792555" y="80637"/>
                </a:lnTo>
                <a:lnTo>
                  <a:pt x="2817045" y="66372"/>
                </a:lnTo>
                <a:lnTo>
                  <a:pt x="2792549" y="52062"/>
                </a:lnTo>
                <a:lnTo>
                  <a:pt x="0" y="49669"/>
                </a:lnTo>
                <a:close/>
              </a:path>
              <a:path extrusionOk="0" h="132714" w="2874009">
                <a:moveTo>
                  <a:pt x="2838196" y="54051"/>
                </a:moveTo>
                <a:lnTo>
                  <a:pt x="2817045" y="66372"/>
                </a:lnTo>
                <a:lnTo>
                  <a:pt x="2838196" y="78727"/>
                </a:lnTo>
                <a:lnTo>
                  <a:pt x="2838196" y="54051"/>
                </a:lnTo>
                <a:close/>
              </a:path>
              <a:path extrusionOk="0" h="132714" w="2874009">
                <a:moveTo>
                  <a:pt x="2845434" y="54051"/>
                </a:moveTo>
                <a:lnTo>
                  <a:pt x="2838196" y="54051"/>
                </a:lnTo>
                <a:lnTo>
                  <a:pt x="2838196" y="78727"/>
                </a:lnTo>
                <a:lnTo>
                  <a:pt x="2845434" y="78727"/>
                </a:lnTo>
                <a:lnTo>
                  <a:pt x="2845434" y="54051"/>
                </a:lnTo>
                <a:close/>
              </a:path>
              <a:path extrusionOk="0" h="132714" w="2874009">
                <a:moveTo>
                  <a:pt x="2792549" y="52062"/>
                </a:moveTo>
                <a:lnTo>
                  <a:pt x="2817045" y="66372"/>
                </a:lnTo>
                <a:lnTo>
                  <a:pt x="2838196" y="54051"/>
                </a:lnTo>
                <a:lnTo>
                  <a:pt x="2845434" y="54051"/>
                </a:lnTo>
                <a:lnTo>
                  <a:pt x="2845434" y="52108"/>
                </a:lnTo>
                <a:lnTo>
                  <a:pt x="2792549" y="52062"/>
                </a:lnTo>
                <a:close/>
              </a:path>
            </a:pathLst>
          </a:custGeom>
          <a:solidFill>
            <a:srgbClr val="497DB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621144" y="6278245"/>
            <a:ext cx="43180" cy="1270"/>
          </a:xfrm>
          <a:custGeom>
            <a:rect b="b" l="l" r="r" t="t"/>
            <a:pathLst>
              <a:path extrusionOk="0" h="1270" w="43179">
                <a:moveTo>
                  <a:pt x="-4762" y="495"/>
                </a:moveTo>
                <a:lnTo>
                  <a:pt x="47688" y="495"/>
                </a:lnTo>
              </a:path>
            </a:pathLst>
          </a:custGeom>
          <a:noFill/>
          <a:ln cap="flat" cmpd="sng" w="10500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6633718" y="6204508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53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7094601" y="6205994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4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7541894" y="6203035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4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7953629" y="6203035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4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8353425" y="6203035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4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8765031" y="6203035"/>
            <a:ext cx="0" cy="149860"/>
          </a:xfrm>
          <a:custGeom>
            <a:rect b="b" l="l" r="r" t="t"/>
            <a:pathLst>
              <a:path extrusionOk="0" h="149860" w="120000">
                <a:moveTo>
                  <a:pt x="0" y="0"/>
                </a:moveTo>
                <a:lnTo>
                  <a:pt x="0" y="14944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6095365" y="5884329"/>
            <a:ext cx="219075" cy="0"/>
          </a:xfrm>
          <a:custGeom>
            <a:rect b="b" l="l" r="r" t="t"/>
            <a:pathLst>
              <a:path extrusionOk="0" h="120000" w="219075">
                <a:moveTo>
                  <a:pt x="218694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6103111" y="5432297"/>
            <a:ext cx="219075" cy="0"/>
          </a:xfrm>
          <a:custGeom>
            <a:rect b="b" l="l" r="r" t="t"/>
            <a:pathLst>
              <a:path extrusionOk="0" h="120000"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6092952" y="5017261"/>
            <a:ext cx="219075" cy="0"/>
          </a:xfrm>
          <a:custGeom>
            <a:rect b="b" l="l" r="r" t="t"/>
            <a:pathLst>
              <a:path extrusionOk="0" h="120000" w="219075">
                <a:moveTo>
                  <a:pt x="218567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6103111" y="4630165"/>
            <a:ext cx="219075" cy="0"/>
          </a:xfrm>
          <a:custGeom>
            <a:rect b="b" l="l" r="r" t="t"/>
            <a:pathLst>
              <a:path extrusionOk="0" h="120000"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6086094" y="4203319"/>
            <a:ext cx="219075" cy="0"/>
          </a:xfrm>
          <a:custGeom>
            <a:rect b="b" l="l" r="r" t="t"/>
            <a:pathLst>
              <a:path extrusionOk="0" h="120000" w="219075">
                <a:moveTo>
                  <a:pt x="21856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 txBox="1"/>
          <p:nvPr/>
        </p:nvSpPr>
        <p:spPr>
          <a:xfrm>
            <a:off x="5880608" y="5691123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 txBox="1"/>
          <p:nvPr/>
        </p:nvSpPr>
        <p:spPr>
          <a:xfrm>
            <a:off x="5853176" y="5288533"/>
            <a:ext cx="1416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8"/>
          <p:cNvSpPr txBox="1"/>
          <p:nvPr/>
        </p:nvSpPr>
        <p:spPr>
          <a:xfrm>
            <a:off x="5880353" y="4342129"/>
            <a:ext cx="16446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8640826" y="4579111"/>
            <a:ext cx="92710" cy="106680"/>
          </a:xfrm>
          <a:custGeom>
            <a:rect b="b" l="l" r="r" t="t"/>
            <a:pathLst>
              <a:path extrusionOk="0" h="106679" w="92709">
                <a:moveTo>
                  <a:pt x="46100" y="0"/>
                </a:moveTo>
                <a:lnTo>
                  <a:pt x="28182" y="4191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39"/>
                </a:ln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9"/>
                </a:lnTo>
                <a:lnTo>
                  <a:pt x="78724" y="91059"/>
                </a:lnTo>
                <a:lnTo>
                  <a:pt x="88588" y="74104"/>
                </a:lnTo>
                <a:lnTo>
                  <a:pt x="92201" y="53339"/>
                </a:lnTo>
                <a:lnTo>
                  <a:pt x="88588" y="32575"/>
                </a:lnTo>
                <a:lnTo>
                  <a:pt x="78724" y="15621"/>
                </a:lnTo>
                <a:lnTo>
                  <a:pt x="64073" y="4191"/>
                </a:lnTo>
                <a:lnTo>
                  <a:pt x="461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8640826" y="4579111"/>
            <a:ext cx="92710" cy="106680"/>
          </a:xfrm>
          <a:custGeom>
            <a:rect b="b" l="l" r="r" t="t"/>
            <a:pathLst>
              <a:path extrusionOk="0" h="106679" w="92709">
                <a:moveTo>
                  <a:pt x="0" y="53339"/>
                </a:moveTo>
                <a:lnTo>
                  <a:pt x="3631" y="74104"/>
                </a:lnTo>
                <a:lnTo>
                  <a:pt x="13525" y="91059"/>
                </a:lnTo>
                <a:lnTo>
                  <a:pt x="28182" y="102489"/>
                </a:lnTo>
                <a:lnTo>
                  <a:pt x="46100" y="106680"/>
                </a:lnTo>
                <a:lnTo>
                  <a:pt x="64073" y="102488"/>
                </a:lnTo>
                <a:lnTo>
                  <a:pt x="78724" y="91058"/>
                </a:lnTo>
                <a:lnTo>
                  <a:pt x="88588" y="74104"/>
                </a:lnTo>
                <a:lnTo>
                  <a:pt x="92201" y="53339"/>
                </a:lnTo>
                <a:lnTo>
                  <a:pt x="88588" y="32575"/>
                </a:lnTo>
                <a:lnTo>
                  <a:pt x="78724" y="15620"/>
                </a:lnTo>
                <a:lnTo>
                  <a:pt x="64073" y="4190"/>
                </a:lnTo>
                <a:lnTo>
                  <a:pt x="46100" y="0"/>
                </a:lnTo>
                <a:lnTo>
                  <a:pt x="28182" y="4191"/>
                </a:lnTo>
                <a:lnTo>
                  <a:pt x="13525" y="15621"/>
                </a:lnTo>
                <a:lnTo>
                  <a:pt x="3631" y="32575"/>
                </a:lnTo>
                <a:lnTo>
                  <a:pt x="0" y="53339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 txBox="1"/>
          <p:nvPr/>
        </p:nvSpPr>
        <p:spPr>
          <a:xfrm>
            <a:off x="6385305" y="5839205"/>
            <a:ext cx="1695450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36220" marR="0" rtl="0" algn="l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	2	3	</a:t>
            </a:r>
            <a:r>
              <a:rPr baseline="30000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30000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 txBox="1"/>
          <p:nvPr/>
        </p:nvSpPr>
        <p:spPr>
          <a:xfrm>
            <a:off x="8313673" y="6317234"/>
            <a:ext cx="5556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	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8"/>
          <p:cNvSpPr txBox="1"/>
          <p:nvPr/>
        </p:nvSpPr>
        <p:spPr>
          <a:xfrm>
            <a:off x="6542785" y="4828285"/>
            <a:ext cx="14351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6660895" y="4960873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 txBox="1"/>
          <p:nvPr/>
        </p:nvSpPr>
        <p:spPr>
          <a:xfrm>
            <a:off x="7550657" y="4660138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 txBox="1"/>
          <p:nvPr/>
        </p:nvSpPr>
        <p:spPr>
          <a:xfrm>
            <a:off x="8436609" y="4280407"/>
            <a:ext cx="271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6616700" y="5778500"/>
            <a:ext cx="117601" cy="13208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6905497" y="5395595"/>
            <a:ext cx="117601" cy="13208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7286497" y="5140325"/>
            <a:ext cx="117601" cy="13208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7687309" y="5005704"/>
            <a:ext cx="117601" cy="13208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8124697" y="4911725"/>
            <a:ext cx="117601" cy="13208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8670797" y="4648200"/>
            <a:ext cx="92710" cy="106680"/>
          </a:xfrm>
          <a:custGeom>
            <a:rect b="b" l="l" r="r" t="t"/>
            <a:pathLst>
              <a:path extrusionOk="0" h="106679" w="92709">
                <a:moveTo>
                  <a:pt x="46100" y="0"/>
                </a:moveTo>
                <a:lnTo>
                  <a:pt x="28128" y="4191"/>
                </a:lnTo>
                <a:lnTo>
                  <a:pt x="13477" y="15621"/>
                </a:lnTo>
                <a:lnTo>
                  <a:pt x="3613" y="32575"/>
                </a:lnTo>
                <a:lnTo>
                  <a:pt x="0" y="53339"/>
                </a:lnTo>
                <a:lnTo>
                  <a:pt x="3613" y="74104"/>
                </a:lnTo>
                <a:lnTo>
                  <a:pt x="13477" y="91059"/>
                </a:lnTo>
                <a:lnTo>
                  <a:pt x="28128" y="102489"/>
                </a:lnTo>
                <a:lnTo>
                  <a:pt x="46100" y="106680"/>
                </a:lnTo>
                <a:lnTo>
                  <a:pt x="64019" y="102489"/>
                </a:lnTo>
                <a:lnTo>
                  <a:pt x="78676" y="91059"/>
                </a:lnTo>
                <a:lnTo>
                  <a:pt x="88570" y="74104"/>
                </a:lnTo>
                <a:lnTo>
                  <a:pt x="92201" y="53339"/>
                </a:lnTo>
                <a:lnTo>
                  <a:pt x="88570" y="32575"/>
                </a:lnTo>
                <a:lnTo>
                  <a:pt x="78676" y="15621"/>
                </a:lnTo>
                <a:lnTo>
                  <a:pt x="64019" y="4191"/>
                </a:lnTo>
                <a:lnTo>
                  <a:pt x="46100" y="0"/>
                </a:lnTo>
                <a:close/>
              </a:path>
            </a:pathLst>
          </a:custGeom>
          <a:solidFill>
            <a:srgbClr val="00AF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8670797" y="4648200"/>
            <a:ext cx="92710" cy="106680"/>
          </a:xfrm>
          <a:custGeom>
            <a:rect b="b" l="l" r="r" t="t"/>
            <a:pathLst>
              <a:path extrusionOk="0" h="106679" w="92709">
                <a:moveTo>
                  <a:pt x="0" y="53339"/>
                </a:moveTo>
                <a:lnTo>
                  <a:pt x="3613" y="74104"/>
                </a:lnTo>
                <a:lnTo>
                  <a:pt x="13477" y="91059"/>
                </a:lnTo>
                <a:lnTo>
                  <a:pt x="28128" y="102489"/>
                </a:lnTo>
                <a:lnTo>
                  <a:pt x="46100" y="106680"/>
                </a:lnTo>
                <a:lnTo>
                  <a:pt x="64019" y="102488"/>
                </a:lnTo>
                <a:lnTo>
                  <a:pt x="78676" y="91058"/>
                </a:lnTo>
                <a:lnTo>
                  <a:pt x="88570" y="74104"/>
                </a:lnTo>
                <a:lnTo>
                  <a:pt x="92201" y="53339"/>
                </a:lnTo>
                <a:lnTo>
                  <a:pt x="88570" y="32575"/>
                </a:lnTo>
                <a:lnTo>
                  <a:pt x="78676" y="15620"/>
                </a:lnTo>
                <a:lnTo>
                  <a:pt x="64019" y="4190"/>
                </a:lnTo>
                <a:lnTo>
                  <a:pt x="46100" y="0"/>
                </a:lnTo>
                <a:lnTo>
                  <a:pt x="28128" y="4191"/>
                </a:lnTo>
                <a:lnTo>
                  <a:pt x="13477" y="15621"/>
                </a:lnTo>
                <a:lnTo>
                  <a:pt x="3613" y="32575"/>
                </a:lnTo>
                <a:lnTo>
                  <a:pt x="0" y="53339"/>
                </a:lnTo>
                <a:close/>
              </a:path>
            </a:pathLst>
          </a:custGeom>
          <a:noFill/>
          <a:ln cap="flat" cmpd="sng" w="25400">
            <a:solidFill>
              <a:srgbClr val="385D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6734175" y="4733925"/>
            <a:ext cx="1936750" cy="1104900"/>
          </a:xfrm>
          <a:custGeom>
            <a:rect b="b" l="l" r="r" t="t"/>
            <a:pathLst>
              <a:path extrusionOk="0" h="1104900" w="1936750">
                <a:moveTo>
                  <a:pt x="0" y="1104900"/>
                </a:moveTo>
                <a:lnTo>
                  <a:pt x="23027" y="1057062"/>
                </a:lnTo>
                <a:lnTo>
                  <a:pt x="46297" y="1009555"/>
                </a:lnTo>
                <a:lnTo>
                  <a:pt x="70052" y="962713"/>
                </a:lnTo>
                <a:lnTo>
                  <a:pt x="94534" y="916872"/>
                </a:lnTo>
                <a:lnTo>
                  <a:pt x="119987" y="872365"/>
                </a:lnTo>
                <a:lnTo>
                  <a:pt x="146652" y="829527"/>
                </a:lnTo>
                <a:lnTo>
                  <a:pt x="174772" y="788693"/>
                </a:lnTo>
                <a:lnTo>
                  <a:pt x="204589" y="750197"/>
                </a:lnTo>
                <a:lnTo>
                  <a:pt x="236347" y="714375"/>
                </a:lnTo>
                <a:lnTo>
                  <a:pt x="274971" y="677351"/>
                </a:lnTo>
                <a:lnTo>
                  <a:pt x="316503" y="643401"/>
                </a:lnTo>
                <a:lnTo>
                  <a:pt x="360304" y="612197"/>
                </a:lnTo>
                <a:lnTo>
                  <a:pt x="405733" y="583406"/>
                </a:lnTo>
                <a:lnTo>
                  <a:pt x="452150" y="556699"/>
                </a:lnTo>
                <a:lnTo>
                  <a:pt x="498915" y="531745"/>
                </a:lnTo>
                <a:lnTo>
                  <a:pt x="545389" y="508213"/>
                </a:lnTo>
                <a:lnTo>
                  <a:pt x="590930" y="485775"/>
                </a:lnTo>
                <a:lnTo>
                  <a:pt x="635349" y="465134"/>
                </a:lnTo>
                <a:lnTo>
                  <a:pt x="679106" y="446978"/>
                </a:lnTo>
                <a:lnTo>
                  <a:pt x="722681" y="430801"/>
                </a:lnTo>
                <a:lnTo>
                  <a:pt x="766556" y="416099"/>
                </a:lnTo>
                <a:lnTo>
                  <a:pt x="811210" y="402367"/>
                </a:lnTo>
                <a:lnTo>
                  <a:pt x="857124" y="389102"/>
                </a:lnTo>
                <a:lnTo>
                  <a:pt x="904780" y="375797"/>
                </a:lnTo>
                <a:lnTo>
                  <a:pt x="954658" y="361950"/>
                </a:lnTo>
                <a:lnTo>
                  <a:pt x="1000785" y="350308"/>
                </a:lnTo>
                <a:lnTo>
                  <a:pt x="1048182" y="340312"/>
                </a:lnTo>
                <a:lnTo>
                  <a:pt x="1096776" y="331258"/>
                </a:lnTo>
                <a:lnTo>
                  <a:pt x="1146493" y="322438"/>
                </a:lnTo>
                <a:lnTo>
                  <a:pt x="1197258" y="313149"/>
                </a:lnTo>
                <a:lnTo>
                  <a:pt x="1248997" y="302683"/>
                </a:lnTo>
                <a:lnTo>
                  <a:pt x="1301637" y="290336"/>
                </a:lnTo>
                <a:lnTo>
                  <a:pt x="1355102" y="275401"/>
                </a:lnTo>
                <a:lnTo>
                  <a:pt x="1409319" y="257175"/>
                </a:lnTo>
                <a:lnTo>
                  <a:pt x="1450583" y="241322"/>
                </a:lnTo>
                <a:lnTo>
                  <a:pt x="1492546" y="224013"/>
                </a:lnTo>
                <a:lnTo>
                  <a:pt x="1535144" y="205382"/>
                </a:lnTo>
                <a:lnTo>
                  <a:pt x="1578313" y="185561"/>
                </a:lnTo>
                <a:lnTo>
                  <a:pt x="1621991" y="164681"/>
                </a:lnTo>
                <a:lnTo>
                  <a:pt x="1666112" y="142875"/>
                </a:lnTo>
                <a:lnTo>
                  <a:pt x="1710615" y="120275"/>
                </a:lnTo>
                <a:lnTo>
                  <a:pt x="1755436" y="97013"/>
                </a:lnTo>
                <a:lnTo>
                  <a:pt x="1800510" y="73223"/>
                </a:lnTo>
                <a:lnTo>
                  <a:pt x="1845775" y="49036"/>
                </a:lnTo>
                <a:lnTo>
                  <a:pt x="1891167" y="24584"/>
                </a:lnTo>
                <a:lnTo>
                  <a:pt x="1936623" y="0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 txBox="1"/>
          <p:nvPr/>
        </p:nvSpPr>
        <p:spPr>
          <a:xfrm>
            <a:off x="8352281" y="4880864"/>
            <a:ext cx="490855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u=0.8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 txBox="1"/>
          <p:nvPr/>
        </p:nvSpPr>
        <p:spPr>
          <a:xfrm>
            <a:off x="6888480" y="5004308"/>
            <a:ext cx="151765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038860" marR="0" rtl="0" algn="l">
              <a:lnSpc>
                <a:spcPct val="100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u=0.6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95630" marR="0" rtl="0" algn="l">
              <a:lnSpc>
                <a:spcPct val="100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u=0.4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7970" marR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u=0.2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u=0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 txBox="1"/>
          <p:nvPr/>
        </p:nvSpPr>
        <p:spPr>
          <a:xfrm>
            <a:off x="8757157" y="4684014"/>
            <a:ext cx="33655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u=1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9"/>
          <p:cNvSpPr txBox="1"/>
          <p:nvPr>
            <p:ph type="title"/>
          </p:nvPr>
        </p:nvSpPr>
        <p:spPr>
          <a:xfrm>
            <a:off x="2764027" y="164591"/>
            <a:ext cx="361569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B-Spline Curves</a:t>
            </a:r>
            <a:endParaRPr/>
          </a:p>
        </p:txBody>
      </p:sp>
      <p:sp>
        <p:nvSpPr>
          <p:cNvPr id="563" name="Google Shape;563;p19"/>
          <p:cNvSpPr txBox="1"/>
          <p:nvPr/>
        </p:nvSpPr>
        <p:spPr>
          <a:xfrm>
            <a:off x="459740" y="1314196"/>
            <a:ext cx="26650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B Spline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 txBox="1"/>
          <p:nvPr>
            <p:ph idx="1" type="body"/>
          </p:nvPr>
        </p:nvSpPr>
        <p:spPr>
          <a:xfrm>
            <a:off x="459740" y="1588515"/>
            <a:ext cx="4033520" cy="16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It is an approximate Spline curve</a:t>
            </a:r>
            <a:endParaRPr/>
          </a:p>
          <a:p>
            <a:pPr indent="-3429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It s local control curve by control points</a:t>
            </a:r>
            <a:endParaRPr/>
          </a:p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The curves is divided into segments  and any of control point (CP) affects  only in the segment. The number of  segment is obtained by</a:t>
            </a:r>
            <a:endParaRPr/>
          </a:p>
        </p:txBody>
      </p:sp>
      <p:sp>
        <p:nvSpPr>
          <p:cNvPr id="565" name="Google Shape;565;p19"/>
          <p:cNvSpPr txBox="1"/>
          <p:nvPr/>
        </p:nvSpPr>
        <p:spPr>
          <a:xfrm>
            <a:off x="459740" y="3234435"/>
            <a:ext cx="403225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Seg=n-k+2 here n=total CP-1, k=no. of  control points in a segment (2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CP)  Let k=3 then seg=(7-1)-3+2=5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9"/>
          <p:cNvSpPr txBox="1"/>
          <p:nvPr/>
        </p:nvSpPr>
        <p:spPr>
          <a:xfrm>
            <a:off x="421640" y="4210050"/>
            <a:ext cx="2533650" cy="1671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Segment	Control Points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1	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2	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3	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4	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60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5	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800">
                <a:solidFill>
                  <a:srgbClr val="94373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9"/>
          <p:cNvSpPr txBox="1"/>
          <p:nvPr/>
        </p:nvSpPr>
        <p:spPr>
          <a:xfrm>
            <a:off x="6403847" y="3671061"/>
            <a:ext cx="5880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Q(u)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8216900" y="33401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7378700" y="3797300"/>
            <a:ext cx="101600" cy="1320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8369300" y="27305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5168900" y="31115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5181600" y="2414067"/>
            <a:ext cx="3268345" cy="1160780"/>
          </a:xfrm>
          <a:custGeom>
            <a:rect b="b" l="l" r="r" t="t"/>
            <a:pathLst>
              <a:path extrusionOk="0" h="1160779" w="3268345">
                <a:moveTo>
                  <a:pt x="0" y="817320"/>
                </a:moveTo>
                <a:lnTo>
                  <a:pt x="19148" y="767202"/>
                </a:lnTo>
                <a:lnTo>
                  <a:pt x="38363" y="717252"/>
                </a:lnTo>
                <a:lnTo>
                  <a:pt x="57711" y="667638"/>
                </a:lnTo>
                <a:lnTo>
                  <a:pt x="77260" y="618526"/>
                </a:lnTo>
                <a:lnTo>
                  <a:pt x="97077" y="570084"/>
                </a:lnTo>
                <a:lnTo>
                  <a:pt x="117229" y="522481"/>
                </a:lnTo>
                <a:lnTo>
                  <a:pt x="137784" y="475883"/>
                </a:lnTo>
                <a:lnTo>
                  <a:pt x="158809" y="430459"/>
                </a:lnTo>
                <a:lnTo>
                  <a:pt x="180370" y="386375"/>
                </a:lnTo>
                <a:lnTo>
                  <a:pt x="202537" y="343800"/>
                </a:lnTo>
                <a:lnTo>
                  <a:pt x="225375" y="302901"/>
                </a:lnTo>
                <a:lnTo>
                  <a:pt x="248952" y="263846"/>
                </a:lnTo>
                <a:lnTo>
                  <a:pt x="273335" y="226802"/>
                </a:lnTo>
                <a:lnTo>
                  <a:pt x="298592" y="191937"/>
                </a:lnTo>
                <a:lnTo>
                  <a:pt x="324790" y="159418"/>
                </a:lnTo>
                <a:lnTo>
                  <a:pt x="351996" y="129413"/>
                </a:lnTo>
                <a:lnTo>
                  <a:pt x="380278" y="102091"/>
                </a:lnTo>
                <a:lnTo>
                  <a:pt x="409702" y="77617"/>
                </a:lnTo>
                <a:lnTo>
                  <a:pt x="472248" y="37889"/>
                </a:lnTo>
                <a:lnTo>
                  <a:pt x="540172" y="11570"/>
                </a:lnTo>
                <a:lnTo>
                  <a:pt x="614013" y="0"/>
                </a:lnTo>
                <a:lnTo>
                  <a:pt x="653320" y="165"/>
                </a:lnTo>
                <a:lnTo>
                  <a:pt x="694309" y="4520"/>
                </a:lnTo>
                <a:lnTo>
                  <a:pt x="751079" y="20137"/>
                </a:lnTo>
                <a:lnTo>
                  <a:pt x="812321" y="49048"/>
                </a:lnTo>
                <a:lnTo>
                  <a:pt x="877593" y="89774"/>
                </a:lnTo>
                <a:lnTo>
                  <a:pt x="911602" y="114104"/>
                </a:lnTo>
                <a:lnTo>
                  <a:pt x="946453" y="140834"/>
                </a:lnTo>
                <a:lnTo>
                  <a:pt x="982091" y="169777"/>
                </a:lnTo>
                <a:lnTo>
                  <a:pt x="1018460" y="200749"/>
                </a:lnTo>
                <a:lnTo>
                  <a:pt x="1055506" y="233565"/>
                </a:lnTo>
                <a:lnTo>
                  <a:pt x="1093172" y="268040"/>
                </a:lnTo>
                <a:lnTo>
                  <a:pt x="1131404" y="303989"/>
                </a:lnTo>
                <a:lnTo>
                  <a:pt x="1170148" y="341227"/>
                </a:lnTo>
                <a:lnTo>
                  <a:pt x="1209346" y="379569"/>
                </a:lnTo>
                <a:lnTo>
                  <a:pt x="1248945" y="418831"/>
                </a:lnTo>
                <a:lnTo>
                  <a:pt x="1288889" y="458826"/>
                </a:lnTo>
                <a:lnTo>
                  <a:pt x="1329123" y="499371"/>
                </a:lnTo>
                <a:lnTo>
                  <a:pt x="1369591" y="540281"/>
                </a:lnTo>
                <a:lnTo>
                  <a:pt x="1410239" y="581370"/>
                </a:lnTo>
                <a:lnTo>
                  <a:pt x="1451012" y="622453"/>
                </a:lnTo>
                <a:lnTo>
                  <a:pt x="1491853" y="663346"/>
                </a:lnTo>
                <a:lnTo>
                  <a:pt x="1532708" y="703864"/>
                </a:lnTo>
                <a:lnTo>
                  <a:pt x="1573522" y="743821"/>
                </a:lnTo>
                <a:lnTo>
                  <a:pt x="1614240" y="783034"/>
                </a:lnTo>
                <a:lnTo>
                  <a:pt x="1654806" y="821316"/>
                </a:lnTo>
                <a:lnTo>
                  <a:pt x="1695165" y="858483"/>
                </a:lnTo>
                <a:lnTo>
                  <a:pt x="1735262" y="894349"/>
                </a:lnTo>
                <a:lnTo>
                  <a:pt x="1775041" y="928731"/>
                </a:lnTo>
                <a:lnTo>
                  <a:pt x="1814449" y="961443"/>
                </a:lnTo>
                <a:lnTo>
                  <a:pt x="1853428" y="992300"/>
                </a:lnTo>
                <a:lnTo>
                  <a:pt x="1891925" y="1021117"/>
                </a:lnTo>
                <a:lnTo>
                  <a:pt x="1929883" y="1047710"/>
                </a:lnTo>
                <a:lnTo>
                  <a:pt x="1967248" y="1071893"/>
                </a:lnTo>
                <a:lnTo>
                  <a:pt x="2003965" y="1093481"/>
                </a:lnTo>
                <a:lnTo>
                  <a:pt x="2039978" y="1112289"/>
                </a:lnTo>
                <a:lnTo>
                  <a:pt x="2075233" y="1128133"/>
                </a:lnTo>
                <a:lnTo>
                  <a:pt x="2143244" y="1150188"/>
                </a:lnTo>
                <a:lnTo>
                  <a:pt x="2218470" y="1159756"/>
                </a:lnTo>
                <a:lnTo>
                  <a:pt x="2260422" y="1160292"/>
                </a:lnTo>
                <a:lnTo>
                  <a:pt x="2301767" y="1157747"/>
                </a:lnTo>
                <a:lnTo>
                  <a:pt x="2342529" y="1152231"/>
                </a:lnTo>
                <a:lnTo>
                  <a:pt x="2382727" y="1143853"/>
                </a:lnTo>
                <a:lnTo>
                  <a:pt x="2422384" y="1132725"/>
                </a:lnTo>
                <a:lnTo>
                  <a:pt x="2461522" y="1118955"/>
                </a:lnTo>
                <a:lnTo>
                  <a:pt x="2500162" y="1102655"/>
                </a:lnTo>
                <a:lnTo>
                  <a:pt x="2538326" y="1083933"/>
                </a:lnTo>
                <a:lnTo>
                  <a:pt x="2576035" y="1062900"/>
                </a:lnTo>
                <a:lnTo>
                  <a:pt x="2613311" y="1039666"/>
                </a:lnTo>
                <a:lnTo>
                  <a:pt x="2650176" y="1014342"/>
                </a:lnTo>
                <a:lnTo>
                  <a:pt x="2686651" y="987036"/>
                </a:lnTo>
                <a:lnTo>
                  <a:pt x="2722758" y="957859"/>
                </a:lnTo>
                <a:lnTo>
                  <a:pt x="2758519" y="926921"/>
                </a:lnTo>
                <a:lnTo>
                  <a:pt x="2793955" y="894332"/>
                </a:lnTo>
                <a:lnTo>
                  <a:pt x="2829088" y="860202"/>
                </a:lnTo>
                <a:lnTo>
                  <a:pt x="2863940" y="824641"/>
                </a:lnTo>
                <a:lnTo>
                  <a:pt x="2898532" y="787759"/>
                </a:lnTo>
                <a:lnTo>
                  <a:pt x="2932886" y="749667"/>
                </a:lnTo>
                <a:lnTo>
                  <a:pt x="2967023" y="710473"/>
                </a:lnTo>
                <a:lnTo>
                  <a:pt x="3000966" y="670288"/>
                </a:lnTo>
                <a:lnTo>
                  <a:pt x="3034735" y="629222"/>
                </a:lnTo>
                <a:lnTo>
                  <a:pt x="3068353" y="587386"/>
                </a:lnTo>
                <a:lnTo>
                  <a:pt x="3101841" y="544888"/>
                </a:lnTo>
                <a:lnTo>
                  <a:pt x="3135221" y="501840"/>
                </a:lnTo>
                <a:lnTo>
                  <a:pt x="3168514" y="458351"/>
                </a:lnTo>
                <a:lnTo>
                  <a:pt x="3201742" y="414531"/>
                </a:lnTo>
                <a:lnTo>
                  <a:pt x="3234927" y="370490"/>
                </a:lnTo>
                <a:lnTo>
                  <a:pt x="3268091" y="326338"/>
                </a:lnTo>
              </a:path>
            </a:pathLst>
          </a:custGeom>
          <a:noFill/>
          <a:ln cap="flat" cmpd="sng" w="19050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5245100" y="22733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5930900" y="21209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6769100" y="26543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 txBox="1"/>
          <p:nvPr/>
        </p:nvSpPr>
        <p:spPr>
          <a:xfrm>
            <a:off x="4930394" y="20777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 txBox="1"/>
          <p:nvPr/>
        </p:nvSpPr>
        <p:spPr>
          <a:xfrm>
            <a:off x="4854194" y="29921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9"/>
          <p:cNvSpPr txBox="1"/>
          <p:nvPr/>
        </p:nvSpPr>
        <p:spPr>
          <a:xfrm>
            <a:off x="5692647" y="18491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 txBox="1"/>
          <p:nvPr/>
        </p:nvSpPr>
        <p:spPr>
          <a:xfrm>
            <a:off x="6607047" y="23825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 txBox="1"/>
          <p:nvPr/>
        </p:nvSpPr>
        <p:spPr>
          <a:xfrm>
            <a:off x="7597647" y="3754120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 txBox="1"/>
          <p:nvPr/>
        </p:nvSpPr>
        <p:spPr>
          <a:xfrm>
            <a:off x="8359647" y="32207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 txBox="1"/>
          <p:nvPr/>
        </p:nvSpPr>
        <p:spPr>
          <a:xfrm>
            <a:off x="8512047" y="24587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9"/>
          <p:cNvSpPr txBox="1"/>
          <p:nvPr/>
        </p:nvSpPr>
        <p:spPr>
          <a:xfrm>
            <a:off x="4188849" y="5953759"/>
            <a:ext cx="3945254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curve will be piecewise polynomial of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9"/>
          <p:cNvSpPr txBox="1"/>
          <p:nvPr/>
        </p:nvSpPr>
        <p:spPr>
          <a:xfrm>
            <a:off x="383540" y="5953759"/>
            <a:ext cx="36207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14300" lvl="0" marL="11747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the polynomial =k-1=3-1=2  degree (k-1)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0"/>
          <p:cNvSpPr txBox="1"/>
          <p:nvPr>
            <p:ph type="title"/>
          </p:nvPr>
        </p:nvSpPr>
        <p:spPr>
          <a:xfrm>
            <a:off x="2764027" y="164591"/>
            <a:ext cx="361569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B-Spline Curves</a:t>
            </a:r>
            <a:endParaRPr/>
          </a:p>
        </p:txBody>
      </p:sp>
      <p:sp>
        <p:nvSpPr>
          <p:cNvPr id="590" name="Google Shape;590;p20"/>
          <p:cNvSpPr txBox="1"/>
          <p:nvPr/>
        </p:nvSpPr>
        <p:spPr>
          <a:xfrm>
            <a:off x="459740" y="1314196"/>
            <a:ext cx="3328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equation of B Spline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 txBox="1"/>
          <p:nvPr/>
        </p:nvSpPr>
        <p:spPr>
          <a:xfrm>
            <a:off x="6403847" y="3671061"/>
            <a:ext cx="5880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Q(u)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8216900" y="33401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7378700" y="3797300"/>
            <a:ext cx="101600" cy="13208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8369300" y="27305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5168900" y="31115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181600" y="2414067"/>
            <a:ext cx="3268345" cy="1160780"/>
          </a:xfrm>
          <a:custGeom>
            <a:rect b="b" l="l" r="r" t="t"/>
            <a:pathLst>
              <a:path extrusionOk="0" h="1160779" w="3268345">
                <a:moveTo>
                  <a:pt x="0" y="817320"/>
                </a:moveTo>
                <a:lnTo>
                  <a:pt x="19148" y="767202"/>
                </a:lnTo>
                <a:lnTo>
                  <a:pt x="38363" y="717252"/>
                </a:lnTo>
                <a:lnTo>
                  <a:pt x="57711" y="667638"/>
                </a:lnTo>
                <a:lnTo>
                  <a:pt x="77260" y="618526"/>
                </a:lnTo>
                <a:lnTo>
                  <a:pt x="97077" y="570084"/>
                </a:lnTo>
                <a:lnTo>
                  <a:pt x="117229" y="522481"/>
                </a:lnTo>
                <a:lnTo>
                  <a:pt x="137784" y="475883"/>
                </a:lnTo>
                <a:lnTo>
                  <a:pt x="158809" y="430459"/>
                </a:lnTo>
                <a:lnTo>
                  <a:pt x="180370" y="386375"/>
                </a:lnTo>
                <a:lnTo>
                  <a:pt x="202537" y="343800"/>
                </a:lnTo>
                <a:lnTo>
                  <a:pt x="225375" y="302901"/>
                </a:lnTo>
                <a:lnTo>
                  <a:pt x="248952" y="263846"/>
                </a:lnTo>
                <a:lnTo>
                  <a:pt x="273335" y="226802"/>
                </a:lnTo>
                <a:lnTo>
                  <a:pt x="298592" y="191937"/>
                </a:lnTo>
                <a:lnTo>
                  <a:pt x="324790" y="159418"/>
                </a:lnTo>
                <a:lnTo>
                  <a:pt x="351996" y="129413"/>
                </a:lnTo>
                <a:lnTo>
                  <a:pt x="380278" y="102091"/>
                </a:lnTo>
                <a:lnTo>
                  <a:pt x="409702" y="77617"/>
                </a:lnTo>
                <a:lnTo>
                  <a:pt x="472248" y="37889"/>
                </a:lnTo>
                <a:lnTo>
                  <a:pt x="540172" y="11570"/>
                </a:lnTo>
                <a:lnTo>
                  <a:pt x="614013" y="0"/>
                </a:lnTo>
                <a:lnTo>
                  <a:pt x="653320" y="165"/>
                </a:lnTo>
                <a:lnTo>
                  <a:pt x="694309" y="4520"/>
                </a:lnTo>
                <a:lnTo>
                  <a:pt x="751079" y="20137"/>
                </a:lnTo>
                <a:lnTo>
                  <a:pt x="812321" y="49048"/>
                </a:lnTo>
                <a:lnTo>
                  <a:pt x="877593" y="89774"/>
                </a:lnTo>
                <a:lnTo>
                  <a:pt x="911602" y="114104"/>
                </a:lnTo>
                <a:lnTo>
                  <a:pt x="946453" y="140834"/>
                </a:lnTo>
                <a:lnTo>
                  <a:pt x="982091" y="169777"/>
                </a:lnTo>
                <a:lnTo>
                  <a:pt x="1018460" y="200749"/>
                </a:lnTo>
                <a:lnTo>
                  <a:pt x="1055506" y="233565"/>
                </a:lnTo>
                <a:lnTo>
                  <a:pt x="1093172" y="268040"/>
                </a:lnTo>
                <a:lnTo>
                  <a:pt x="1131404" y="303989"/>
                </a:lnTo>
                <a:lnTo>
                  <a:pt x="1170148" y="341227"/>
                </a:lnTo>
                <a:lnTo>
                  <a:pt x="1209346" y="379569"/>
                </a:lnTo>
                <a:lnTo>
                  <a:pt x="1248945" y="418831"/>
                </a:lnTo>
                <a:lnTo>
                  <a:pt x="1288889" y="458826"/>
                </a:lnTo>
                <a:lnTo>
                  <a:pt x="1329123" y="499371"/>
                </a:lnTo>
                <a:lnTo>
                  <a:pt x="1369591" y="540281"/>
                </a:lnTo>
                <a:lnTo>
                  <a:pt x="1410239" y="581370"/>
                </a:lnTo>
                <a:lnTo>
                  <a:pt x="1451012" y="622453"/>
                </a:lnTo>
                <a:lnTo>
                  <a:pt x="1491853" y="663346"/>
                </a:lnTo>
                <a:lnTo>
                  <a:pt x="1532708" y="703864"/>
                </a:lnTo>
                <a:lnTo>
                  <a:pt x="1573522" y="743821"/>
                </a:lnTo>
                <a:lnTo>
                  <a:pt x="1614240" y="783034"/>
                </a:lnTo>
                <a:lnTo>
                  <a:pt x="1654806" y="821316"/>
                </a:lnTo>
                <a:lnTo>
                  <a:pt x="1695165" y="858483"/>
                </a:lnTo>
                <a:lnTo>
                  <a:pt x="1735262" y="894349"/>
                </a:lnTo>
                <a:lnTo>
                  <a:pt x="1775041" y="928731"/>
                </a:lnTo>
                <a:lnTo>
                  <a:pt x="1814449" y="961443"/>
                </a:lnTo>
                <a:lnTo>
                  <a:pt x="1853428" y="992300"/>
                </a:lnTo>
                <a:lnTo>
                  <a:pt x="1891925" y="1021117"/>
                </a:lnTo>
                <a:lnTo>
                  <a:pt x="1929883" y="1047710"/>
                </a:lnTo>
                <a:lnTo>
                  <a:pt x="1967248" y="1071893"/>
                </a:lnTo>
                <a:lnTo>
                  <a:pt x="2003965" y="1093481"/>
                </a:lnTo>
                <a:lnTo>
                  <a:pt x="2039978" y="1112289"/>
                </a:lnTo>
                <a:lnTo>
                  <a:pt x="2075233" y="1128133"/>
                </a:lnTo>
                <a:lnTo>
                  <a:pt x="2143244" y="1150188"/>
                </a:lnTo>
                <a:lnTo>
                  <a:pt x="2218470" y="1159756"/>
                </a:lnTo>
                <a:lnTo>
                  <a:pt x="2260422" y="1160292"/>
                </a:lnTo>
                <a:lnTo>
                  <a:pt x="2301767" y="1157747"/>
                </a:lnTo>
                <a:lnTo>
                  <a:pt x="2342529" y="1152231"/>
                </a:lnTo>
                <a:lnTo>
                  <a:pt x="2382727" y="1143853"/>
                </a:lnTo>
                <a:lnTo>
                  <a:pt x="2422384" y="1132725"/>
                </a:lnTo>
                <a:lnTo>
                  <a:pt x="2461522" y="1118955"/>
                </a:lnTo>
                <a:lnTo>
                  <a:pt x="2500162" y="1102655"/>
                </a:lnTo>
                <a:lnTo>
                  <a:pt x="2538326" y="1083933"/>
                </a:lnTo>
                <a:lnTo>
                  <a:pt x="2576035" y="1062900"/>
                </a:lnTo>
                <a:lnTo>
                  <a:pt x="2613311" y="1039666"/>
                </a:lnTo>
                <a:lnTo>
                  <a:pt x="2650176" y="1014342"/>
                </a:lnTo>
                <a:lnTo>
                  <a:pt x="2686651" y="987036"/>
                </a:lnTo>
                <a:lnTo>
                  <a:pt x="2722758" y="957859"/>
                </a:lnTo>
                <a:lnTo>
                  <a:pt x="2758519" y="926921"/>
                </a:lnTo>
                <a:lnTo>
                  <a:pt x="2793955" y="894332"/>
                </a:lnTo>
                <a:lnTo>
                  <a:pt x="2829088" y="860202"/>
                </a:lnTo>
                <a:lnTo>
                  <a:pt x="2863940" y="824641"/>
                </a:lnTo>
                <a:lnTo>
                  <a:pt x="2898532" y="787759"/>
                </a:lnTo>
                <a:lnTo>
                  <a:pt x="2932886" y="749667"/>
                </a:lnTo>
                <a:lnTo>
                  <a:pt x="2967023" y="710473"/>
                </a:lnTo>
                <a:lnTo>
                  <a:pt x="3000966" y="670288"/>
                </a:lnTo>
                <a:lnTo>
                  <a:pt x="3034735" y="629222"/>
                </a:lnTo>
                <a:lnTo>
                  <a:pt x="3068353" y="587386"/>
                </a:lnTo>
                <a:lnTo>
                  <a:pt x="3101841" y="544888"/>
                </a:lnTo>
                <a:lnTo>
                  <a:pt x="3135221" y="501840"/>
                </a:lnTo>
                <a:lnTo>
                  <a:pt x="3168514" y="458351"/>
                </a:lnTo>
                <a:lnTo>
                  <a:pt x="3201742" y="414531"/>
                </a:lnTo>
                <a:lnTo>
                  <a:pt x="3234927" y="370490"/>
                </a:lnTo>
                <a:lnTo>
                  <a:pt x="3268091" y="326338"/>
                </a:lnTo>
              </a:path>
            </a:pathLst>
          </a:custGeom>
          <a:noFill/>
          <a:ln cap="flat" cmpd="sng" w="19050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5245100" y="22733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5930900" y="21209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6769100" y="26543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0"/>
          <p:cNvSpPr txBox="1"/>
          <p:nvPr/>
        </p:nvSpPr>
        <p:spPr>
          <a:xfrm>
            <a:off x="4930394" y="20777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 txBox="1"/>
          <p:nvPr/>
        </p:nvSpPr>
        <p:spPr>
          <a:xfrm>
            <a:off x="4854194" y="29921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 txBox="1"/>
          <p:nvPr/>
        </p:nvSpPr>
        <p:spPr>
          <a:xfrm>
            <a:off x="5692647" y="18491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 txBox="1"/>
          <p:nvPr/>
        </p:nvSpPr>
        <p:spPr>
          <a:xfrm>
            <a:off x="6607047" y="23825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 txBox="1"/>
          <p:nvPr/>
        </p:nvSpPr>
        <p:spPr>
          <a:xfrm>
            <a:off x="7597647" y="3754120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 txBox="1"/>
          <p:nvPr/>
        </p:nvSpPr>
        <p:spPr>
          <a:xfrm>
            <a:off x="8359647" y="32207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 txBox="1"/>
          <p:nvPr/>
        </p:nvSpPr>
        <p:spPr>
          <a:xfrm>
            <a:off x="8512047" y="24587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 txBox="1"/>
          <p:nvPr/>
        </p:nvSpPr>
        <p:spPr>
          <a:xfrm>
            <a:off x="5181600" y="4952949"/>
            <a:ext cx="3200400" cy="1754505"/>
          </a:xfrm>
          <a:prstGeom prst="rect">
            <a:avLst/>
          </a:prstGeom>
          <a:solidFill>
            <a:srgbClr val="F1DCDB"/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91440" marR="180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Joint Point at which piece of  curve joins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1619250" rtl="0" algn="l">
              <a:lnSpc>
                <a:spcPct val="118888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(0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n+k)  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 if i&lt;k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1439545" rtl="0" algn="l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i-k+1 if k&lt; I &lt;n  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n-k+2 if i&gt;k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609600" y="1703009"/>
            <a:ext cx="2357011" cy="75837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 txBox="1"/>
          <p:nvPr/>
        </p:nvSpPr>
        <p:spPr>
          <a:xfrm>
            <a:off x="459740" y="2533396"/>
            <a:ext cx="3630929" cy="156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4769" marR="932814" rtl="0" algn="l">
              <a:lnSpc>
                <a:spcPct val="121111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 = control points  u=parameter (0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n-k+2)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Q(u) has two values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(u) and y(u), then  we can write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533400" y="4212771"/>
            <a:ext cx="1907539" cy="62048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2726308" y="4171786"/>
            <a:ext cx="2025758" cy="65878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457200" y="5968409"/>
            <a:ext cx="2945042" cy="45897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4953000" y="4343400"/>
            <a:ext cx="1905" cy="2362200"/>
          </a:xfrm>
          <a:custGeom>
            <a:rect b="b" l="l" r="r" t="t"/>
            <a:pathLst>
              <a:path extrusionOk="0" h="2362200" w="1904">
                <a:moveTo>
                  <a:pt x="1650" y="0"/>
                </a:moveTo>
                <a:lnTo>
                  <a:pt x="0" y="2362200"/>
                </a:lnTo>
              </a:path>
            </a:pathLst>
          </a:custGeom>
          <a:noFill/>
          <a:ln cap="flat" cmpd="sng" w="952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304800" y="5192267"/>
            <a:ext cx="4385434" cy="480059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1"/>
          <p:cNvSpPr txBox="1"/>
          <p:nvPr>
            <p:ph type="title"/>
          </p:nvPr>
        </p:nvSpPr>
        <p:spPr>
          <a:xfrm>
            <a:off x="782827" y="164591"/>
            <a:ext cx="3615690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B-Spline Curves</a:t>
            </a:r>
            <a:endParaRPr/>
          </a:p>
        </p:txBody>
      </p:sp>
      <p:sp>
        <p:nvSpPr>
          <p:cNvPr id="620" name="Google Shape;620;p21"/>
          <p:cNvSpPr txBox="1"/>
          <p:nvPr/>
        </p:nvSpPr>
        <p:spPr>
          <a:xfrm>
            <a:off x="307340" y="1085341"/>
            <a:ext cx="363474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CP=6, n=5 and k=3, the  equation of the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 txBox="1"/>
          <p:nvPr/>
        </p:nvSpPr>
        <p:spPr>
          <a:xfrm>
            <a:off x="5870447" y="1613661"/>
            <a:ext cx="58801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Q(u)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1"/>
          <p:cNvSpPr/>
          <p:nvPr/>
        </p:nvSpPr>
        <p:spPr>
          <a:xfrm>
            <a:off x="7912100" y="19685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8521700" y="11303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/>
          <p:nvPr/>
        </p:nvSpPr>
        <p:spPr>
          <a:xfrm>
            <a:off x="5321300" y="15113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5334000" y="813867"/>
            <a:ext cx="3268345" cy="1160780"/>
          </a:xfrm>
          <a:custGeom>
            <a:rect b="b" l="l" r="r" t="t"/>
            <a:pathLst>
              <a:path extrusionOk="0" h="1160780" w="3268345">
                <a:moveTo>
                  <a:pt x="0" y="817320"/>
                </a:moveTo>
                <a:lnTo>
                  <a:pt x="19148" y="767202"/>
                </a:lnTo>
                <a:lnTo>
                  <a:pt x="38363" y="717252"/>
                </a:lnTo>
                <a:lnTo>
                  <a:pt x="57711" y="667638"/>
                </a:lnTo>
                <a:lnTo>
                  <a:pt x="77260" y="618526"/>
                </a:lnTo>
                <a:lnTo>
                  <a:pt x="97077" y="570084"/>
                </a:lnTo>
                <a:lnTo>
                  <a:pt x="117229" y="522481"/>
                </a:lnTo>
                <a:lnTo>
                  <a:pt x="137784" y="475883"/>
                </a:lnTo>
                <a:lnTo>
                  <a:pt x="158809" y="430459"/>
                </a:lnTo>
                <a:lnTo>
                  <a:pt x="180370" y="386375"/>
                </a:lnTo>
                <a:lnTo>
                  <a:pt x="202537" y="343800"/>
                </a:lnTo>
                <a:lnTo>
                  <a:pt x="225375" y="302901"/>
                </a:lnTo>
                <a:lnTo>
                  <a:pt x="248952" y="263846"/>
                </a:lnTo>
                <a:lnTo>
                  <a:pt x="273335" y="226802"/>
                </a:lnTo>
                <a:lnTo>
                  <a:pt x="298592" y="191937"/>
                </a:lnTo>
                <a:lnTo>
                  <a:pt x="324790" y="159418"/>
                </a:lnTo>
                <a:lnTo>
                  <a:pt x="351996" y="129413"/>
                </a:lnTo>
                <a:lnTo>
                  <a:pt x="380278" y="102091"/>
                </a:lnTo>
                <a:lnTo>
                  <a:pt x="409702" y="77617"/>
                </a:lnTo>
                <a:lnTo>
                  <a:pt x="472248" y="37889"/>
                </a:lnTo>
                <a:lnTo>
                  <a:pt x="540172" y="11570"/>
                </a:lnTo>
                <a:lnTo>
                  <a:pt x="614013" y="0"/>
                </a:lnTo>
                <a:lnTo>
                  <a:pt x="653320" y="165"/>
                </a:lnTo>
                <a:lnTo>
                  <a:pt x="694309" y="4520"/>
                </a:lnTo>
                <a:lnTo>
                  <a:pt x="751079" y="20137"/>
                </a:lnTo>
                <a:lnTo>
                  <a:pt x="812321" y="49048"/>
                </a:lnTo>
                <a:lnTo>
                  <a:pt x="877593" y="89774"/>
                </a:lnTo>
                <a:lnTo>
                  <a:pt x="911602" y="114104"/>
                </a:lnTo>
                <a:lnTo>
                  <a:pt x="946453" y="140834"/>
                </a:lnTo>
                <a:lnTo>
                  <a:pt x="982091" y="169777"/>
                </a:lnTo>
                <a:lnTo>
                  <a:pt x="1018460" y="200749"/>
                </a:lnTo>
                <a:lnTo>
                  <a:pt x="1055506" y="233565"/>
                </a:lnTo>
                <a:lnTo>
                  <a:pt x="1093172" y="268040"/>
                </a:lnTo>
                <a:lnTo>
                  <a:pt x="1131404" y="303989"/>
                </a:lnTo>
                <a:lnTo>
                  <a:pt x="1170148" y="341227"/>
                </a:lnTo>
                <a:lnTo>
                  <a:pt x="1209346" y="379569"/>
                </a:lnTo>
                <a:lnTo>
                  <a:pt x="1248945" y="418831"/>
                </a:lnTo>
                <a:lnTo>
                  <a:pt x="1288889" y="458826"/>
                </a:lnTo>
                <a:lnTo>
                  <a:pt x="1329123" y="499371"/>
                </a:lnTo>
                <a:lnTo>
                  <a:pt x="1369591" y="540281"/>
                </a:lnTo>
                <a:lnTo>
                  <a:pt x="1410239" y="581370"/>
                </a:lnTo>
                <a:lnTo>
                  <a:pt x="1451012" y="622453"/>
                </a:lnTo>
                <a:lnTo>
                  <a:pt x="1491853" y="663346"/>
                </a:lnTo>
                <a:lnTo>
                  <a:pt x="1532708" y="703864"/>
                </a:lnTo>
                <a:lnTo>
                  <a:pt x="1573522" y="743821"/>
                </a:lnTo>
                <a:lnTo>
                  <a:pt x="1614240" y="783034"/>
                </a:lnTo>
                <a:lnTo>
                  <a:pt x="1654806" y="821316"/>
                </a:lnTo>
                <a:lnTo>
                  <a:pt x="1695165" y="858483"/>
                </a:lnTo>
                <a:lnTo>
                  <a:pt x="1735262" y="894349"/>
                </a:lnTo>
                <a:lnTo>
                  <a:pt x="1775041" y="928731"/>
                </a:lnTo>
                <a:lnTo>
                  <a:pt x="1814449" y="961443"/>
                </a:lnTo>
                <a:lnTo>
                  <a:pt x="1853428" y="992300"/>
                </a:lnTo>
                <a:lnTo>
                  <a:pt x="1891925" y="1021117"/>
                </a:lnTo>
                <a:lnTo>
                  <a:pt x="1929883" y="1047710"/>
                </a:lnTo>
                <a:lnTo>
                  <a:pt x="1967248" y="1071893"/>
                </a:lnTo>
                <a:lnTo>
                  <a:pt x="2003965" y="1093481"/>
                </a:lnTo>
                <a:lnTo>
                  <a:pt x="2039978" y="1112289"/>
                </a:lnTo>
                <a:lnTo>
                  <a:pt x="2075233" y="1128133"/>
                </a:lnTo>
                <a:lnTo>
                  <a:pt x="2143244" y="1150188"/>
                </a:lnTo>
                <a:lnTo>
                  <a:pt x="2218470" y="1159756"/>
                </a:lnTo>
                <a:lnTo>
                  <a:pt x="2260422" y="1160292"/>
                </a:lnTo>
                <a:lnTo>
                  <a:pt x="2301767" y="1157747"/>
                </a:lnTo>
                <a:lnTo>
                  <a:pt x="2342529" y="1152231"/>
                </a:lnTo>
                <a:lnTo>
                  <a:pt x="2382727" y="1143853"/>
                </a:lnTo>
                <a:lnTo>
                  <a:pt x="2422384" y="1132725"/>
                </a:lnTo>
                <a:lnTo>
                  <a:pt x="2461522" y="1118955"/>
                </a:lnTo>
                <a:lnTo>
                  <a:pt x="2500162" y="1102655"/>
                </a:lnTo>
                <a:lnTo>
                  <a:pt x="2538326" y="1083933"/>
                </a:lnTo>
                <a:lnTo>
                  <a:pt x="2576035" y="1062900"/>
                </a:lnTo>
                <a:lnTo>
                  <a:pt x="2613311" y="1039666"/>
                </a:lnTo>
                <a:lnTo>
                  <a:pt x="2650176" y="1014342"/>
                </a:lnTo>
                <a:lnTo>
                  <a:pt x="2686651" y="987036"/>
                </a:lnTo>
                <a:lnTo>
                  <a:pt x="2722758" y="957859"/>
                </a:lnTo>
                <a:lnTo>
                  <a:pt x="2758519" y="926921"/>
                </a:lnTo>
                <a:lnTo>
                  <a:pt x="2793955" y="894332"/>
                </a:lnTo>
                <a:lnTo>
                  <a:pt x="2829088" y="860202"/>
                </a:lnTo>
                <a:lnTo>
                  <a:pt x="2863940" y="824641"/>
                </a:lnTo>
                <a:lnTo>
                  <a:pt x="2898532" y="787759"/>
                </a:lnTo>
                <a:lnTo>
                  <a:pt x="2932886" y="749667"/>
                </a:lnTo>
                <a:lnTo>
                  <a:pt x="2967023" y="710473"/>
                </a:lnTo>
                <a:lnTo>
                  <a:pt x="3000966" y="670288"/>
                </a:lnTo>
                <a:lnTo>
                  <a:pt x="3034735" y="629222"/>
                </a:lnTo>
                <a:lnTo>
                  <a:pt x="3068353" y="587386"/>
                </a:lnTo>
                <a:lnTo>
                  <a:pt x="3101841" y="544888"/>
                </a:lnTo>
                <a:lnTo>
                  <a:pt x="3135221" y="501840"/>
                </a:lnTo>
                <a:lnTo>
                  <a:pt x="3168514" y="458351"/>
                </a:lnTo>
                <a:lnTo>
                  <a:pt x="3201742" y="414531"/>
                </a:lnTo>
                <a:lnTo>
                  <a:pt x="3234927" y="370490"/>
                </a:lnTo>
                <a:lnTo>
                  <a:pt x="3268091" y="326338"/>
                </a:lnTo>
              </a:path>
            </a:pathLst>
          </a:custGeom>
          <a:noFill/>
          <a:ln cap="flat" cmpd="sng" w="19050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1"/>
          <p:cNvSpPr/>
          <p:nvPr/>
        </p:nvSpPr>
        <p:spPr>
          <a:xfrm>
            <a:off x="5397500" y="6731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1"/>
          <p:cNvSpPr/>
          <p:nvPr/>
        </p:nvSpPr>
        <p:spPr>
          <a:xfrm>
            <a:off x="6083300" y="5207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6921500" y="1054100"/>
            <a:ext cx="101600" cy="13207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 txBox="1"/>
          <p:nvPr/>
        </p:nvSpPr>
        <p:spPr>
          <a:xfrm>
            <a:off x="5082794" y="477266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1"/>
          <p:cNvSpPr txBox="1"/>
          <p:nvPr/>
        </p:nvSpPr>
        <p:spPr>
          <a:xfrm>
            <a:off x="5006594" y="13919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1"/>
          <p:cNvSpPr txBox="1"/>
          <p:nvPr/>
        </p:nvSpPr>
        <p:spPr>
          <a:xfrm>
            <a:off x="5845047" y="248666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1"/>
          <p:cNvSpPr txBox="1"/>
          <p:nvPr/>
        </p:nvSpPr>
        <p:spPr>
          <a:xfrm>
            <a:off x="6759447" y="782066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1"/>
          <p:cNvSpPr txBox="1"/>
          <p:nvPr/>
        </p:nvSpPr>
        <p:spPr>
          <a:xfrm>
            <a:off x="8131047" y="1925319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1"/>
          <p:cNvSpPr txBox="1"/>
          <p:nvPr/>
        </p:nvSpPr>
        <p:spPr>
          <a:xfrm>
            <a:off x="8664447" y="858266"/>
            <a:ext cx="25019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aseline="-25000" sz="15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5868225" y="3119437"/>
            <a:ext cx="0" cy="1376680"/>
          </a:xfrm>
          <a:custGeom>
            <a:rect b="b" l="l" r="r" t="t"/>
            <a:pathLst>
              <a:path extrusionOk="0" h="1376679" w="120000">
                <a:moveTo>
                  <a:pt x="0" y="0"/>
                </a:moveTo>
                <a:lnTo>
                  <a:pt x="0" y="1376334"/>
                </a:lnTo>
              </a:path>
            </a:pathLst>
          </a:custGeom>
          <a:noFill/>
          <a:ln cap="flat" cmpd="sng" w="11175">
            <a:solidFill>
              <a:srgbClr val="49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313258" y="1600187"/>
            <a:ext cx="2133600" cy="79198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1"/>
          <p:cNvSpPr/>
          <p:nvPr/>
        </p:nvSpPr>
        <p:spPr>
          <a:xfrm>
            <a:off x="838200" y="2362200"/>
            <a:ext cx="6742176" cy="304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1"/>
          <p:cNvSpPr txBox="1"/>
          <p:nvPr/>
        </p:nvSpPr>
        <p:spPr>
          <a:xfrm>
            <a:off x="275336" y="2688082"/>
            <a:ext cx="38938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u=n-k+2=4, so range of u=(0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406400" y="3047990"/>
            <a:ext cx="3943332" cy="22273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381000" y="3428990"/>
            <a:ext cx="3943332" cy="222738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381000" y="3809990"/>
            <a:ext cx="3943332" cy="222738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/>
          <p:nvPr/>
        </p:nvSpPr>
        <p:spPr>
          <a:xfrm>
            <a:off x="381000" y="4190990"/>
            <a:ext cx="3943332" cy="222738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1"/>
          <p:cNvSpPr/>
          <p:nvPr/>
        </p:nvSpPr>
        <p:spPr>
          <a:xfrm>
            <a:off x="4724400" y="3070763"/>
            <a:ext cx="902825" cy="13897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4736585" y="3429380"/>
            <a:ext cx="938288" cy="146303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/>
          <p:nvPr/>
        </p:nvSpPr>
        <p:spPr>
          <a:xfrm>
            <a:off x="4753476" y="3835780"/>
            <a:ext cx="938288" cy="146303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1"/>
          <p:cNvSpPr/>
          <p:nvPr/>
        </p:nvSpPr>
        <p:spPr>
          <a:xfrm>
            <a:off x="4724400" y="4216780"/>
            <a:ext cx="962660" cy="146303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 txBox="1"/>
          <p:nvPr/>
        </p:nvSpPr>
        <p:spPr>
          <a:xfrm>
            <a:off x="381000" y="4495762"/>
            <a:ext cx="3352800" cy="2031364"/>
          </a:xfrm>
          <a:prstGeom prst="rect">
            <a:avLst/>
          </a:prstGeom>
          <a:solidFill>
            <a:srgbClr val="F1DCDB"/>
          </a:solidFill>
          <a:ln>
            <a:noFill/>
          </a:ln>
        </p:spPr>
        <p:txBody>
          <a:bodyPr anchorCtr="0" anchor="t" bIns="0" lIns="0" spcFirstLastPara="1" rIns="0" wrap="square" tIns="31750">
            <a:spAutoFit/>
          </a:bodyPr>
          <a:lstStyle/>
          <a:p>
            <a:pPr indent="0" lvl="0" marL="91440" marR="3333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Joint Point at which piece of  curve joins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19444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= (0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n+k=8)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144145" rtl="0" algn="l">
              <a:lnSpc>
                <a:spcPct val="120000"/>
              </a:lnSpc>
              <a:spcBef>
                <a:spcPts val="6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need to find [t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0 ,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……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 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 if i&lt;k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159702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i-k+1 if k&lt; i &lt;n  t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n-k+2 if i&gt;k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1"/>
          <p:cNvSpPr txBox="1"/>
          <p:nvPr/>
        </p:nvSpPr>
        <p:spPr>
          <a:xfrm>
            <a:off x="3886200" y="4495772"/>
            <a:ext cx="3352800" cy="2308860"/>
          </a:xfrm>
          <a:prstGeom prst="rect">
            <a:avLst/>
          </a:prstGeom>
          <a:solidFill>
            <a:srgbClr val="F1DCDB"/>
          </a:solidFill>
          <a:ln>
            <a:noFill/>
          </a:ln>
        </p:spPr>
        <p:txBody>
          <a:bodyPr anchorCtr="0" anchor="t" bIns="0" lIns="0" spcFirstLastPara="1" rIns="0" wrap="square" tIns="33650">
            <a:spAutoFit/>
          </a:bodyPr>
          <a:lstStyle/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	as 0&lt;3 (i&lt;k)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	as 1&lt;3 (i&lt;k)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0	as  2&lt;3 (i&lt;k)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1078865" rtl="0" algn="l">
              <a:lnSpc>
                <a:spcPct val="119375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	as 3 </a:t>
            </a:r>
            <a:r>
              <a:rPr lang="en-US" sz="16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3&lt;5 (k </a:t>
            </a:r>
            <a:r>
              <a:rPr lang="en-US" sz="160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i&lt;n)  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		as 4&gt;3 (i&gt;k)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15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	as 5&gt;3 (i&gt;k)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	as 6&gt;3 (i&gt;k)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	as  7&gt;3 (i&gt;k)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157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4	as  8&gt;3 (i&gt;k)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2020-10-04T17:14:45Z</dcterms:created>
  <dc:creator>Windows User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2020-05-26T00:00:00Z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2020-10-04T00:00:00Z</vt:filetime>
  </property>
</Properties>
</file>