
<file path=[Content_Types].xml><?xml version="1.0" encoding="utf-8"?>
<Types xmlns="http://schemas.openxmlformats.org/package/2006/content-types">
  <Default ContentType="image/jpeg" Extension="jpg"/>
  <Default ContentType="application/vnd.openxmlformats-officedocument.vmlDrawing" Extension="vml"/>
  <Default ContentType="application/x-fontdata" Extension="fntdata"/>
  <Default ContentType="application/vnd.openxmlformats-officedocument.oleObject" Extension="bin"/>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5.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oleObject" PartName="/ppt/embeddings/oleObject3.bin"/>
  <Override ContentType="application/vnd.openxmlformats-officedocument.oleObject" PartName="/ppt/embeddings/oleObject6.bin"/>
  <Override ContentType="application/vnd.openxmlformats-officedocument.oleObject" PartName="/ppt/embeddings/oleObject5.bin"/>
  <Override ContentType="application/vnd.openxmlformats-officedocument.oleObject" PartName="/ppt/embeddings/oleObject4.bin"/>
  <Override ContentType="application/vnd.openxmlformats-officedocument.oleObject" PartName="/ppt/embeddings/oleObject2.bin"/>
  <Override ContentType="application/vnd.openxmlformats-officedocument.oleObject" PartName="/ppt/embeddings/oleObject1.bin"/>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60" r:id="rId6"/>
    <p:sldMasterId id="2147483672" r:id="rId7"/>
    <p:sldMasterId id="2147483684" r:id="rId8"/>
    <p:sldMasterId id="2147483696" r:id="rId9"/>
  </p:sldMasterIdLst>
  <p:notesMasterIdLst>
    <p:notesMasterId r:id="rId10"/>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 id="291" r:id="rId46"/>
    <p:sldId id="292" r:id="rId47"/>
    <p:sldId id="293" r:id="rId48"/>
    <p:sldId id="294" r:id="rId49"/>
    <p:sldId id="295" r:id="rId50"/>
    <p:sldId id="296" r:id="rId51"/>
    <p:sldId id="297" r:id="rId52"/>
    <p:sldId id="298" r:id="rId53"/>
    <p:sldId id="299" r:id="rId54"/>
    <p:sldId id="300" r:id="rId55"/>
    <p:sldId id="301" r:id="rId56"/>
    <p:sldId id="302" r:id="rId57"/>
    <p:sldId id="303" r:id="rId58"/>
    <p:sldId id="304" r:id="rId59"/>
    <p:sldId id="305" r:id="rId60"/>
    <p:sldId id="306" r:id="rId61"/>
    <p:sldId id="307" r:id="rId62"/>
    <p:sldId id="308" r:id="rId63"/>
    <p:sldId id="309" r:id="rId64"/>
    <p:sldId id="310" r:id="rId65"/>
    <p:sldId id="311" r:id="rId66"/>
    <p:sldId id="312" r:id="rId67"/>
    <p:sldId id="313" r:id="rId68"/>
  </p:sldIdLst>
  <p:sldSz cy="6858000" cx="9144000"/>
  <p:notesSz cx="6858000" cy="9144000"/>
  <p:embeddedFontLst>
    <p:embeddedFont>
      <p:font typeface="Tahoma"/>
      <p:regular r:id="rId69"/>
      <p:bold r:id="rId70"/>
    </p:embeddedFont>
    <p:embeddedFont>
      <p:font typeface="Helvetica Neue"/>
      <p:regular r:id="rId71"/>
      <p:bold r:id="rId72"/>
      <p:italic r:id="rId73"/>
      <p:boldItalic r:id="rId7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75" roundtripDataSignature="AMtx7mjKTaT4EEX1k+EkDy2pZDeSsOziS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D1CA7B9-0ED0-4342-BBFB-D95BC0C4817D}">
  <a:tblStyle styleId="{FD1CA7B9-0ED0-4342-BBFB-D95BC0C4817D}"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0.xml"/><Relationship Id="rId42" Type="http://schemas.openxmlformats.org/officeDocument/2006/relationships/slide" Target="slides/slide32.xml"/><Relationship Id="rId41" Type="http://schemas.openxmlformats.org/officeDocument/2006/relationships/slide" Target="slides/slide31.xml"/><Relationship Id="rId44" Type="http://schemas.openxmlformats.org/officeDocument/2006/relationships/slide" Target="slides/slide34.xml"/><Relationship Id="rId43" Type="http://schemas.openxmlformats.org/officeDocument/2006/relationships/slide" Target="slides/slide33.xml"/><Relationship Id="rId46" Type="http://schemas.openxmlformats.org/officeDocument/2006/relationships/slide" Target="slides/slide36.xml"/><Relationship Id="rId45" Type="http://schemas.openxmlformats.org/officeDocument/2006/relationships/slide" Target="slides/slide35.xml"/><Relationship Id="rId1" Type="http://schemas.openxmlformats.org/officeDocument/2006/relationships/theme" Target="theme/theme6.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Master" Target="slideMasters/slideMaster5.xml"/><Relationship Id="rId48" Type="http://schemas.openxmlformats.org/officeDocument/2006/relationships/slide" Target="slides/slide38.xml"/><Relationship Id="rId47" Type="http://schemas.openxmlformats.org/officeDocument/2006/relationships/slide" Target="slides/slide37.xml"/><Relationship Id="rId49" Type="http://schemas.openxmlformats.org/officeDocument/2006/relationships/slide" Target="slides/slide39.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73" Type="http://schemas.openxmlformats.org/officeDocument/2006/relationships/font" Target="fonts/HelveticaNeue-italic.fntdata"/><Relationship Id="rId72" Type="http://schemas.openxmlformats.org/officeDocument/2006/relationships/font" Target="fonts/HelveticaNeue-bold.fntdata"/><Relationship Id="rId31" Type="http://schemas.openxmlformats.org/officeDocument/2006/relationships/slide" Target="slides/slide21.xml"/><Relationship Id="rId75" Type="http://customschemas.google.com/relationships/presentationmetadata" Target="metadata"/><Relationship Id="rId30" Type="http://schemas.openxmlformats.org/officeDocument/2006/relationships/slide" Target="slides/slide20.xml"/><Relationship Id="rId74" Type="http://schemas.openxmlformats.org/officeDocument/2006/relationships/font" Target="fonts/HelveticaNeue-boldItalic.fntdata"/><Relationship Id="rId33" Type="http://schemas.openxmlformats.org/officeDocument/2006/relationships/slide" Target="slides/slide23.xml"/><Relationship Id="rId32" Type="http://schemas.openxmlformats.org/officeDocument/2006/relationships/slide" Target="slides/slide22.xml"/><Relationship Id="rId35" Type="http://schemas.openxmlformats.org/officeDocument/2006/relationships/slide" Target="slides/slide25.xml"/><Relationship Id="rId34" Type="http://schemas.openxmlformats.org/officeDocument/2006/relationships/slide" Target="slides/slide24.xml"/><Relationship Id="rId71" Type="http://schemas.openxmlformats.org/officeDocument/2006/relationships/font" Target="fonts/HelveticaNeue-regular.fntdata"/><Relationship Id="rId70" Type="http://schemas.openxmlformats.org/officeDocument/2006/relationships/font" Target="fonts/Tahoma-bold.fntdata"/><Relationship Id="rId37" Type="http://schemas.openxmlformats.org/officeDocument/2006/relationships/slide" Target="slides/slide27.xml"/><Relationship Id="rId36" Type="http://schemas.openxmlformats.org/officeDocument/2006/relationships/slide" Target="slides/slide26.xml"/><Relationship Id="rId39" Type="http://schemas.openxmlformats.org/officeDocument/2006/relationships/slide" Target="slides/slide29.xml"/><Relationship Id="rId38" Type="http://schemas.openxmlformats.org/officeDocument/2006/relationships/slide" Target="slides/slide28.xml"/><Relationship Id="rId62" Type="http://schemas.openxmlformats.org/officeDocument/2006/relationships/slide" Target="slides/slide52.xml"/><Relationship Id="rId61" Type="http://schemas.openxmlformats.org/officeDocument/2006/relationships/slide" Target="slides/slide51.xml"/><Relationship Id="rId20" Type="http://schemas.openxmlformats.org/officeDocument/2006/relationships/slide" Target="slides/slide10.xml"/><Relationship Id="rId64" Type="http://schemas.openxmlformats.org/officeDocument/2006/relationships/slide" Target="slides/slide54.xml"/><Relationship Id="rId63" Type="http://schemas.openxmlformats.org/officeDocument/2006/relationships/slide" Target="slides/slide53.xml"/><Relationship Id="rId22" Type="http://schemas.openxmlformats.org/officeDocument/2006/relationships/slide" Target="slides/slide12.xml"/><Relationship Id="rId66" Type="http://schemas.openxmlformats.org/officeDocument/2006/relationships/slide" Target="slides/slide56.xml"/><Relationship Id="rId21" Type="http://schemas.openxmlformats.org/officeDocument/2006/relationships/slide" Target="slides/slide11.xml"/><Relationship Id="rId65" Type="http://schemas.openxmlformats.org/officeDocument/2006/relationships/slide" Target="slides/slide55.xml"/><Relationship Id="rId24" Type="http://schemas.openxmlformats.org/officeDocument/2006/relationships/slide" Target="slides/slide14.xml"/><Relationship Id="rId68" Type="http://schemas.openxmlformats.org/officeDocument/2006/relationships/slide" Target="slides/slide58.xml"/><Relationship Id="rId23" Type="http://schemas.openxmlformats.org/officeDocument/2006/relationships/slide" Target="slides/slide13.xml"/><Relationship Id="rId67" Type="http://schemas.openxmlformats.org/officeDocument/2006/relationships/slide" Target="slides/slide57.xml"/><Relationship Id="rId60" Type="http://schemas.openxmlformats.org/officeDocument/2006/relationships/slide" Target="slides/slide50.xml"/><Relationship Id="rId26" Type="http://schemas.openxmlformats.org/officeDocument/2006/relationships/slide" Target="slides/slide16.xml"/><Relationship Id="rId25" Type="http://schemas.openxmlformats.org/officeDocument/2006/relationships/slide" Target="slides/slide15.xml"/><Relationship Id="rId69" Type="http://schemas.openxmlformats.org/officeDocument/2006/relationships/font" Target="fonts/Tahoma-regular.fntdata"/><Relationship Id="rId28" Type="http://schemas.openxmlformats.org/officeDocument/2006/relationships/slide" Target="slides/slide18.xml"/><Relationship Id="rId27" Type="http://schemas.openxmlformats.org/officeDocument/2006/relationships/slide" Target="slides/slide17.xml"/><Relationship Id="rId29" Type="http://schemas.openxmlformats.org/officeDocument/2006/relationships/slide" Target="slides/slide19.xml"/><Relationship Id="rId51" Type="http://schemas.openxmlformats.org/officeDocument/2006/relationships/slide" Target="slides/slide41.xml"/><Relationship Id="rId50" Type="http://schemas.openxmlformats.org/officeDocument/2006/relationships/slide" Target="slides/slide40.xml"/><Relationship Id="rId53" Type="http://schemas.openxmlformats.org/officeDocument/2006/relationships/slide" Target="slides/slide43.xml"/><Relationship Id="rId52" Type="http://schemas.openxmlformats.org/officeDocument/2006/relationships/slide" Target="slides/slide42.xml"/><Relationship Id="rId11" Type="http://schemas.openxmlformats.org/officeDocument/2006/relationships/slide" Target="slides/slide1.xml"/><Relationship Id="rId55" Type="http://schemas.openxmlformats.org/officeDocument/2006/relationships/slide" Target="slides/slide45.xml"/><Relationship Id="rId10" Type="http://schemas.openxmlformats.org/officeDocument/2006/relationships/notesMaster" Target="notesMasters/notesMaster1.xml"/><Relationship Id="rId54" Type="http://schemas.openxmlformats.org/officeDocument/2006/relationships/slide" Target="slides/slide44.xml"/><Relationship Id="rId13" Type="http://schemas.openxmlformats.org/officeDocument/2006/relationships/slide" Target="slides/slide3.xml"/><Relationship Id="rId57" Type="http://schemas.openxmlformats.org/officeDocument/2006/relationships/slide" Target="slides/slide47.xml"/><Relationship Id="rId12" Type="http://schemas.openxmlformats.org/officeDocument/2006/relationships/slide" Target="slides/slide2.xml"/><Relationship Id="rId56" Type="http://schemas.openxmlformats.org/officeDocument/2006/relationships/slide" Target="slides/slide46.xml"/><Relationship Id="rId15" Type="http://schemas.openxmlformats.org/officeDocument/2006/relationships/slide" Target="slides/slide5.xml"/><Relationship Id="rId59" Type="http://schemas.openxmlformats.org/officeDocument/2006/relationships/slide" Target="slides/slide49.xml"/><Relationship Id="rId14" Type="http://schemas.openxmlformats.org/officeDocument/2006/relationships/slide" Target="slides/slide4.xml"/><Relationship Id="rId58" Type="http://schemas.openxmlformats.org/officeDocument/2006/relationships/slide" Target="slides/slide48.xml"/><Relationship Id="rId17" Type="http://schemas.openxmlformats.org/officeDocument/2006/relationships/slide" Target="slides/slide7.xml"/><Relationship Id="rId16" Type="http://schemas.openxmlformats.org/officeDocument/2006/relationships/slide" Target="slides/slide6.xml"/><Relationship Id="rId19" Type="http://schemas.openxmlformats.org/officeDocument/2006/relationships/slide" Target="slides/slide9.xml"/><Relationship Id="rId18" Type="http://schemas.openxmlformats.org/officeDocument/2006/relationships/slide" Target="slides/slide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1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9.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0.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9pPr>
          </a:lstStyle>
          <a:p/>
        </p:txBody>
      </p:sp>
      <p:sp>
        <p:nvSpPr>
          <p:cNvPr id="4" name="Google Shape;4;n"/>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indent="-228600" lvl="1" marL="9144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2pPr>
            <a:lvl3pPr indent="-228600" lvl="2" marL="13716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3pPr>
            <a:lvl4pPr indent="-228600" lvl="3" marL="18288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4pPr>
            <a:lvl5pPr indent="-228600" lvl="4" marL="22860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9pPr>
          </a:lstStyle>
          <a:p/>
        </p:txBody>
      </p:sp>
      <p:sp>
        <p:nvSpPr>
          <p:cNvPr id="8" name="Google Shape;8;n"/>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87" name="Google Shape;387;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93" name="Google Shape;393;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99" name="Google Shape;399;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05" name="Google Shape;405;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17" name="Google Shape;417;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27" name="Google Shape;427;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41" name="Google Shape;441;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53" name="Google Shape;453;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65" name="Google Shape;465;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p1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15" name="Google Shape;615;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p1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35" name="Google Shape;635;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p1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43" name="Google Shape;643;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p1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54" name="Google Shape;654;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p1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63" name="Google Shape;663;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p1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76" name="Google Shape;676;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p1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83" name="Google Shape;683;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p1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90" name="Google Shape;690;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p1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96" name="Google Shape;696;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p1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03" name="Google Shape;703;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p2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11" name="Google Shape;711;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p2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19" name="Google Shape;719;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p2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27" name="Google Shape;727;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p2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34" name="Google Shape;734;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p2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42" name="Google Shape;742;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p2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50" name="Google Shape;750;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6" name="Shape 756"/>
        <p:cNvGrpSpPr/>
        <p:nvPr/>
      </p:nvGrpSpPr>
      <p:grpSpPr>
        <a:xfrm>
          <a:off x="0" y="0"/>
          <a:ext cx="0" cy="0"/>
          <a:chOff x="0" y="0"/>
          <a:chExt cx="0" cy="0"/>
        </a:xfrm>
      </p:grpSpPr>
      <p:sp>
        <p:nvSpPr>
          <p:cNvPr id="757" name="Google Shape;757;p2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58" name="Google Shape;758;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7" name="Shape 767"/>
        <p:cNvGrpSpPr/>
        <p:nvPr/>
      </p:nvGrpSpPr>
      <p:grpSpPr>
        <a:xfrm>
          <a:off x="0" y="0"/>
          <a:ext cx="0" cy="0"/>
          <a:chOff x="0" y="0"/>
          <a:chExt cx="0" cy="0"/>
        </a:xfrm>
      </p:grpSpPr>
      <p:sp>
        <p:nvSpPr>
          <p:cNvPr id="768" name="Google Shape;768;p2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69" name="Google Shape;769;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5" name="Shape 775"/>
        <p:cNvGrpSpPr/>
        <p:nvPr/>
      </p:nvGrpSpPr>
      <p:grpSpPr>
        <a:xfrm>
          <a:off x="0" y="0"/>
          <a:ext cx="0" cy="0"/>
          <a:chOff x="0" y="0"/>
          <a:chExt cx="0" cy="0"/>
        </a:xfrm>
      </p:grpSpPr>
      <p:sp>
        <p:nvSpPr>
          <p:cNvPr id="776" name="Google Shape;776;p2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77" name="Google Shape;777;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1" name="Shape 781"/>
        <p:cNvGrpSpPr/>
        <p:nvPr/>
      </p:nvGrpSpPr>
      <p:grpSpPr>
        <a:xfrm>
          <a:off x="0" y="0"/>
          <a:ext cx="0" cy="0"/>
          <a:chOff x="0" y="0"/>
          <a:chExt cx="0" cy="0"/>
        </a:xfrm>
      </p:grpSpPr>
      <p:sp>
        <p:nvSpPr>
          <p:cNvPr id="782" name="Google Shape;782;p2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83" name="Google Shape;783;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p3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93" name="Google Shape;793;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p3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16" name="Google Shape;816;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p3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51" name="Google Shape;851;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5" name="Shape 855"/>
        <p:cNvGrpSpPr/>
        <p:nvPr/>
      </p:nvGrpSpPr>
      <p:grpSpPr>
        <a:xfrm>
          <a:off x="0" y="0"/>
          <a:ext cx="0" cy="0"/>
          <a:chOff x="0" y="0"/>
          <a:chExt cx="0" cy="0"/>
        </a:xfrm>
      </p:grpSpPr>
      <p:sp>
        <p:nvSpPr>
          <p:cNvPr id="856" name="Google Shape;856;p3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57" name="Google Shape;857;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4" name="Shape 904"/>
        <p:cNvGrpSpPr/>
        <p:nvPr/>
      </p:nvGrpSpPr>
      <p:grpSpPr>
        <a:xfrm>
          <a:off x="0" y="0"/>
          <a:ext cx="0" cy="0"/>
          <a:chOff x="0" y="0"/>
          <a:chExt cx="0" cy="0"/>
        </a:xfrm>
      </p:grpSpPr>
      <p:sp>
        <p:nvSpPr>
          <p:cNvPr id="905" name="Google Shape;905;p3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906" name="Google Shape;906;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0" name="Shape 950"/>
        <p:cNvGrpSpPr/>
        <p:nvPr/>
      </p:nvGrpSpPr>
      <p:grpSpPr>
        <a:xfrm>
          <a:off x="0" y="0"/>
          <a:ext cx="0" cy="0"/>
          <a:chOff x="0" y="0"/>
          <a:chExt cx="0" cy="0"/>
        </a:xfrm>
      </p:grpSpPr>
      <p:sp>
        <p:nvSpPr>
          <p:cNvPr id="951" name="Google Shape;951;p3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952" name="Google Shape;952;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7" name="Shape 997"/>
        <p:cNvGrpSpPr/>
        <p:nvPr/>
      </p:nvGrpSpPr>
      <p:grpSpPr>
        <a:xfrm>
          <a:off x="0" y="0"/>
          <a:ext cx="0" cy="0"/>
          <a:chOff x="0" y="0"/>
          <a:chExt cx="0" cy="0"/>
        </a:xfrm>
      </p:grpSpPr>
      <p:sp>
        <p:nvSpPr>
          <p:cNvPr id="998" name="Google Shape;998;p3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999" name="Google Shape;999;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p3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046" name="Google Shape;1046;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1" name="Shape 1091"/>
        <p:cNvGrpSpPr/>
        <p:nvPr/>
      </p:nvGrpSpPr>
      <p:grpSpPr>
        <a:xfrm>
          <a:off x="0" y="0"/>
          <a:ext cx="0" cy="0"/>
          <a:chOff x="0" y="0"/>
          <a:chExt cx="0" cy="0"/>
        </a:xfrm>
      </p:grpSpPr>
      <p:sp>
        <p:nvSpPr>
          <p:cNvPr id="1092" name="Google Shape;1092;p3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093" name="Google Shape;1093;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8" name="Shape 1138"/>
        <p:cNvGrpSpPr/>
        <p:nvPr/>
      </p:nvGrpSpPr>
      <p:grpSpPr>
        <a:xfrm>
          <a:off x="0" y="0"/>
          <a:ext cx="0" cy="0"/>
          <a:chOff x="0" y="0"/>
          <a:chExt cx="0" cy="0"/>
        </a:xfrm>
      </p:grpSpPr>
      <p:sp>
        <p:nvSpPr>
          <p:cNvPr id="1139" name="Google Shape;1139;p3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140" name="Google Shape;1140;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5" name="Shape 1185"/>
        <p:cNvGrpSpPr/>
        <p:nvPr/>
      </p:nvGrpSpPr>
      <p:grpSpPr>
        <a:xfrm>
          <a:off x="0" y="0"/>
          <a:ext cx="0" cy="0"/>
          <a:chOff x="0" y="0"/>
          <a:chExt cx="0" cy="0"/>
        </a:xfrm>
      </p:grpSpPr>
      <p:sp>
        <p:nvSpPr>
          <p:cNvPr id="1186" name="Google Shape;1186;p4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187" name="Google Shape;1187;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4" name="Shape 1234"/>
        <p:cNvGrpSpPr/>
        <p:nvPr/>
      </p:nvGrpSpPr>
      <p:grpSpPr>
        <a:xfrm>
          <a:off x="0" y="0"/>
          <a:ext cx="0" cy="0"/>
          <a:chOff x="0" y="0"/>
          <a:chExt cx="0" cy="0"/>
        </a:xfrm>
      </p:grpSpPr>
      <p:sp>
        <p:nvSpPr>
          <p:cNvPr id="1235" name="Google Shape;1235;p4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236" name="Google Shape;1236;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1" name="Shape 1281"/>
        <p:cNvGrpSpPr/>
        <p:nvPr/>
      </p:nvGrpSpPr>
      <p:grpSpPr>
        <a:xfrm>
          <a:off x="0" y="0"/>
          <a:ext cx="0" cy="0"/>
          <a:chOff x="0" y="0"/>
          <a:chExt cx="0" cy="0"/>
        </a:xfrm>
      </p:grpSpPr>
      <p:sp>
        <p:nvSpPr>
          <p:cNvPr id="1282" name="Google Shape;1282;p4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283" name="Google Shape;1283;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8" name="Shape 1328"/>
        <p:cNvGrpSpPr/>
        <p:nvPr/>
      </p:nvGrpSpPr>
      <p:grpSpPr>
        <a:xfrm>
          <a:off x="0" y="0"/>
          <a:ext cx="0" cy="0"/>
          <a:chOff x="0" y="0"/>
          <a:chExt cx="0" cy="0"/>
        </a:xfrm>
      </p:grpSpPr>
      <p:sp>
        <p:nvSpPr>
          <p:cNvPr id="1329" name="Google Shape;1329;p4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330" name="Google Shape;1330;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5" name="Shape 1375"/>
        <p:cNvGrpSpPr/>
        <p:nvPr/>
      </p:nvGrpSpPr>
      <p:grpSpPr>
        <a:xfrm>
          <a:off x="0" y="0"/>
          <a:ext cx="0" cy="0"/>
          <a:chOff x="0" y="0"/>
          <a:chExt cx="0" cy="0"/>
        </a:xfrm>
      </p:grpSpPr>
      <p:sp>
        <p:nvSpPr>
          <p:cNvPr id="1376" name="Google Shape;1376;p4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377" name="Google Shape;1377;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2" name="Shape 1422"/>
        <p:cNvGrpSpPr/>
        <p:nvPr/>
      </p:nvGrpSpPr>
      <p:grpSpPr>
        <a:xfrm>
          <a:off x="0" y="0"/>
          <a:ext cx="0" cy="0"/>
          <a:chOff x="0" y="0"/>
          <a:chExt cx="0" cy="0"/>
        </a:xfrm>
      </p:grpSpPr>
      <p:sp>
        <p:nvSpPr>
          <p:cNvPr id="1423" name="Google Shape;1423;p4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24" name="Google Shape;1424;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9" name="Shape 1469"/>
        <p:cNvGrpSpPr/>
        <p:nvPr/>
      </p:nvGrpSpPr>
      <p:grpSpPr>
        <a:xfrm>
          <a:off x="0" y="0"/>
          <a:ext cx="0" cy="0"/>
          <a:chOff x="0" y="0"/>
          <a:chExt cx="0" cy="0"/>
        </a:xfrm>
      </p:grpSpPr>
      <p:sp>
        <p:nvSpPr>
          <p:cNvPr id="1470" name="Google Shape;1470;p4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71" name="Google Shape;1471;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6" name="Shape 1516"/>
        <p:cNvGrpSpPr/>
        <p:nvPr/>
      </p:nvGrpSpPr>
      <p:grpSpPr>
        <a:xfrm>
          <a:off x="0" y="0"/>
          <a:ext cx="0" cy="0"/>
          <a:chOff x="0" y="0"/>
          <a:chExt cx="0" cy="0"/>
        </a:xfrm>
      </p:grpSpPr>
      <p:sp>
        <p:nvSpPr>
          <p:cNvPr id="1517" name="Google Shape;1517;p4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518" name="Google Shape;1518;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3" name="Shape 1563"/>
        <p:cNvGrpSpPr/>
        <p:nvPr/>
      </p:nvGrpSpPr>
      <p:grpSpPr>
        <a:xfrm>
          <a:off x="0" y="0"/>
          <a:ext cx="0" cy="0"/>
          <a:chOff x="0" y="0"/>
          <a:chExt cx="0" cy="0"/>
        </a:xfrm>
      </p:grpSpPr>
      <p:sp>
        <p:nvSpPr>
          <p:cNvPr id="1564" name="Google Shape;1564;p4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565" name="Google Shape;1565;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0" name="Shape 1610"/>
        <p:cNvGrpSpPr/>
        <p:nvPr/>
      </p:nvGrpSpPr>
      <p:grpSpPr>
        <a:xfrm>
          <a:off x="0" y="0"/>
          <a:ext cx="0" cy="0"/>
          <a:chOff x="0" y="0"/>
          <a:chExt cx="0" cy="0"/>
        </a:xfrm>
      </p:grpSpPr>
      <p:sp>
        <p:nvSpPr>
          <p:cNvPr id="1611" name="Google Shape;1611;p4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612" name="Google Shape;1612;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7" name="Shape 1657"/>
        <p:cNvGrpSpPr/>
        <p:nvPr/>
      </p:nvGrpSpPr>
      <p:grpSpPr>
        <a:xfrm>
          <a:off x="0" y="0"/>
          <a:ext cx="0" cy="0"/>
          <a:chOff x="0" y="0"/>
          <a:chExt cx="0" cy="0"/>
        </a:xfrm>
      </p:grpSpPr>
      <p:sp>
        <p:nvSpPr>
          <p:cNvPr id="1658" name="Google Shape;1658;p5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659" name="Google Shape;1659;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4" name="Shape 1704"/>
        <p:cNvGrpSpPr/>
        <p:nvPr/>
      </p:nvGrpSpPr>
      <p:grpSpPr>
        <a:xfrm>
          <a:off x="0" y="0"/>
          <a:ext cx="0" cy="0"/>
          <a:chOff x="0" y="0"/>
          <a:chExt cx="0" cy="0"/>
        </a:xfrm>
      </p:grpSpPr>
      <p:sp>
        <p:nvSpPr>
          <p:cNvPr id="1705" name="Google Shape;1705;p5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706" name="Google Shape;1706;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1" name="Shape 1751"/>
        <p:cNvGrpSpPr/>
        <p:nvPr/>
      </p:nvGrpSpPr>
      <p:grpSpPr>
        <a:xfrm>
          <a:off x="0" y="0"/>
          <a:ext cx="0" cy="0"/>
          <a:chOff x="0" y="0"/>
          <a:chExt cx="0" cy="0"/>
        </a:xfrm>
      </p:grpSpPr>
      <p:sp>
        <p:nvSpPr>
          <p:cNvPr id="1752" name="Google Shape;1752;p5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753" name="Google Shape;1753;p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8" name="Shape 1798"/>
        <p:cNvGrpSpPr/>
        <p:nvPr/>
      </p:nvGrpSpPr>
      <p:grpSpPr>
        <a:xfrm>
          <a:off x="0" y="0"/>
          <a:ext cx="0" cy="0"/>
          <a:chOff x="0" y="0"/>
          <a:chExt cx="0" cy="0"/>
        </a:xfrm>
      </p:grpSpPr>
      <p:sp>
        <p:nvSpPr>
          <p:cNvPr id="1799" name="Google Shape;1799;p5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800" name="Google Shape;1800;p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5" name="Shape 1845"/>
        <p:cNvGrpSpPr/>
        <p:nvPr/>
      </p:nvGrpSpPr>
      <p:grpSpPr>
        <a:xfrm>
          <a:off x="0" y="0"/>
          <a:ext cx="0" cy="0"/>
          <a:chOff x="0" y="0"/>
          <a:chExt cx="0" cy="0"/>
        </a:xfrm>
      </p:grpSpPr>
      <p:sp>
        <p:nvSpPr>
          <p:cNvPr id="1846" name="Google Shape;1846;p5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847" name="Google Shape;1847;p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1" name="Shape 1851"/>
        <p:cNvGrpSpPr/>
        <p:nvPr/>
      </p:nvGrpSpPr>
      <p:grpSpPr>
        <a:xfrm>
          <a:off x="0" y="0"/>
          <a:ext cx="0" cy="0"/>
          <a:chOff x="0" y="0"/>
          <a:chExt cx="0" cy="0"/>
        </a:xfrm>
      </p:grpSpPr>
      <p:sp>
        <p:nvSpPr>
          <p:cNvPr id="1852" name="Google Shape;1852;p5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853" name="Google Shape;1853;p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9" name="Shape 1859"/>
        <p:cNvGrpSpPr/>
        <p:nvPr/>
      </p:nvGrpSpPr>
      <p:grpSpPr>
        <a:xfrm>
          <a:off x="0" y="0"/>
          <a:ext cx="0" cy="0"/>
          <a:chOff x="0" y="0"/>
          <a:chExt cx="0" cy="0"/>
        </a:xfrm>
      </p:grpSpPr>
      <p:sp>
        <p:nvSpPr>
          <p:cNvPr id="1860" name="Google Shape;1860;p5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861" name="Google Shape;1861;p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4" name="Shape 1884"/>
        <p:cNvGrpSpPr/>
        <p:nvPr/>
      </p:nvGrpSpPr>
      <p:grpSpPr>
        <a:xfrm>
          <a:off x="0" y="0"/>
          <a:ext cx="0" cy="0"/>
          <a:chOff x="0" y="0"/>
          <a:chExt cx="0" cy="0"/>
        </a:xfrm>
      </p:grpSpPr>
      <p:sp>
        <p:nvSpPr>
          <p:cNvPr id="1885" name="Google Shape;1885;p5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886" name="Google Shape;1886;p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0" name="Shape 1890"/>
        <p:cNvGrpSpPr/>
        <p:nvPr/>
      </p:nvGrpSpPr>
      <p:grpSpPr>
        <a:xfrm>
          <a:off x="0" y="0"/>
          <a:ext cx="0" cy="0"/>
          <a:chOff x="0" y="0"/>
          <a:chExt cx="0" cy="0"/>
        </a:xfrm>
      </p:grpSpPr>
      <p:sp>
        <p:nvSpPr>
          <p:cNvPr id="1891" name="Google Shape;1891;p5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892" name="Google Shape;1892;p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60"/>
          <p:cNvSpPr txBox="1"/>
          <p:nvPr>
            <p:ph type="ctrTitle"/>
          </p:nvPr>
        </p:nvSpPr>
        <p:spPr>
          <a:xfrm>
            <a:off x="3581400" y="685800"/>
            <a:ext cx="5561013" cy="3352800"/>
          </a:xfrm>
          <a:prstGeom prst="rect">
            <a:avLst/>
          </a:prstGeom>
          <a:noFill/>
          <a:ln>
            <a:noFill/>
          </a:ln>
        </p:spPr>
        <p:txBody>
          <a:bodyPr anchorCtr="0" anchor="ctr" bIns="46025" lIns="92075" spcFirstLastPara="1" rIns="92075" wrap="square" tIns="46025">
            <a:noAutofit/>
          </a:bodyPr>
          <a:lstStyle>
            <a:lvl1pPr lvl="0" algn="ctr">
              <a:spcBef>
                <a:spcPts val="0"/>
              </a:spcBef>
              <a:spcAft>
                <a:spcPts val="0"/>
              </a:spcAft>
              <a:buSzPts val="1400"/>
              <a:buNone/>
              <a:defRPr b="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 name="Google Shape;17;p60"/>
          <p:cNvSpPr txBox="1"/>
          <p:nvPr>
            <p:ph idx="1" type="subTitle"/>
          </p:nvPr>
        </p:nvSpPr>
        <p:spPr>
          <a:xfrm>
            <a:off x="5181600" y="4038600"/>
            <a:ext cx="3960813" cy="1752600"/>
          </a:xfrm>
          <a:prstGeom prst="rect">
            <a:avLst/>
          </a:prstGeom>
          <a:noFill/>
          <a:ln>
            <a:noFill/>
          </a:ln>
        </p:spPr>
        <p:txBody>
          <a:bodyPr anchorCtr="0" anchor="ctr" bIns="46025" lIns="92075" spcFirstLastPara="1" rIns="92075" wrap="square" tIns="46025">
            <a:noAutofit/>
          </a:bodyPr>
          <a:lstStyle>
            <a:lvl1pPr lvl="0" algn="ctr">
              <a:spcBef>
                <a:spcPts val="480"/>
              </a:spcBef>
              <a:spcAft>
                <a:spcPts val="0"/>
              </a:spcAft>
              <a:buSzPts val="2400"/>
              <a:buFont typeface="Noto Sans Symbols"/>
              <a:buNone/>
              <a:defRPr/>
            </a:lvl1pPr>
            <a:lvl2pPr lvl="1" algn="l">
              <a:spcBef>
                <a:spcPts val="360"/>
              </a:spcBef>
              <a:spcAft>
                <a:spcPts val="0"/>
              </a:spcAft>
              <a:buClr>
                <a:srgbClr val="FFFFFF"/>
              </a:buClr>
              <a:buSzPts val="1710"/>
              <a:buChar char="–"/>
              <a:defRPr/>
            </a:lvl2pPr>
            <a:lvl3pPr lvl="2" algn="l">
              <a:spcBef>
                <a:spcPts val="360"/>
              </a:spcBef>
              <a:spcAft>
                <a:spcPts val="0"/>
              </a:spcAft>
              <a:buClr>
                <a:srgbClr val="FFFFFF"/>
              </a:buClr>
              <a:buSzPts val="1800"/>
              <a:buChar char="•"/>
              <a:defRPr/>
            </a:lvl3pPr>
            <a:lvl4pPr lvl="3" algn="l">
              <a:spcBef>
                <a:spcPts val="360"/>
              </a:spcBef>
              <a:spcAft>
                <a:spcPts val="0"/>
              </a:spcAft>
              <a:buClr>
                <a:srgbClr val="FFFFFF"/>
              </a:buClr>
              <a:buSzPts val="1800"/>
              <a:buChar char="–"/>
              <a:defRPr/>
            </a:lvl4pPr>
            <a:lvl5pPr lvl="4" algn="l">
              <a:spcBef>
                <a:spcPts val="360"/>
              </a:spcBef>
              <a:spcAft>
                <a:spcPts val="0"/>
              </a:spcAft>
              <a:buClr>
                <a:srgbClr val="FFFFFF"/>
              </a:buClr>
              <a:buSzPts val="1800"/>
              <a:buChar char="•"/>
              <a:defRPr/>
            </a:lvl5pPr>
            <a:lvl6pPr lvl="5" algn="l">
              <a:spcBef>
                <a:spcPts val="360"/>
              </a:spcBef>
              <a:spcAft>
                <a:spcPts val="0"/>
              </a:spcAft>
              <a:buClr>
                <a:srgbClr val="FFFFFF"/>
              </a:buClr>
              <a:buSzPts val="1800"/>
              <a:buChar char="•"/>
              <a:defRPr/>
            </a:lvl6pPr>
            <a:lvl7pPr lvl="6" algn="l">
              <a:spcBef>
                <a:spcPts val="360"/>
              </a:spcBef>
              <a:spcAft>
                <a:spcPts val="0"/>
              </a:spcAft>
              <a:buClr>
                <a:srgbClr val="FFFFFF"/>
              </a:buClr>
              <a:buSzPts val="1800"/>
              <a:buChar char="•"/>
              <a:defRPr/>
            </a:lvl7pPr>
            <a:lvl8pPr lvl="7" algn="l">
              <a:spcBef>
                <a:spcPts val="360"/>
              </a:spcBef>
              <a:spcAft>
                <a:spcPts val="0"/>
              </a:spcAft>
              <a:buClr>
                <a:srgbClr val="FFFFFF"/>
              </a:buClr>
              <a:buSzPts val="1800"/>
              <a:buChar char="•"/>
              <a:defRPr/>
            </a:lvl8pPr>
            <a:lvl9pPr lvl="8" algn="l">
              <a:spcBef>
                <a:spcPts val="360"/>
              </a:spcBef>
              <a:spcAft>
                <a:spcPts val="0"/>
              </a:spcAft>
              <a:buClr>
                <a:srgbClr val="FFFFFF"/>
              </a:buClr>
              <a:buSzPts val="1800"/>
              <a:buChar char="•"/>
              <a:defRPr/>
            </a:lvl9pPr>
          </a:lstStyle>
          <a:p/>
        </p:txBody>
      </p:sp>
      <p:sp>
        <p:nvSpPr>
          <p:cNvPr id="18" name="Google Shape;18;p60"/>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spcBef>
                <a:spcPts val="700"/>
              </a:spcBef>
              <a:spcAft>
                <a:spcPts val="0"/>
              </a:spcAft>
              <a:buSzPts val="1400"/>
              <a:buNone/>
              <a:defRPr>
                <a:solidFill>
                  <a:srgbClr val="EAEAEA"/>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60"/>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spcBef>
                <a:spcPts val="700"/>
              </a:spcBef>
              <a:spcAft>
                <a:spcPts val="0"/>
              </a:spcAft>
              <a:buSzPts val="1400"/>
              <a:buNone/>
              <a:defRPr>
                <a:solidFill>
                  <a:srgbClr val="EAEAEA"/>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60"/>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b="0" i="0" sz="1400" u="none" cap="none" strike="noStrike">
                <a:solidFill>
                  <a:srgbClr val="EAEAEA"/>
                </a:solidFill>
                <a:latin typeface="Times New Roman"/>
                <a:ea typeface="Times New Roman"/>
                <a:cs typeface="Times New Roman"/>
                <a:sym typeface="Times New Roman"/>
              </a:defRPr>
            </a:lvl1pPr>
            <a:lvl2pPr indent="0" lvl="1" marL="0" algn="r">
              <a:spcBef>
                <a:spcPts val="0"/>
              </a:spcBef>
              <a:spcAft>
                <a:spcPts val="0"/>
              </a:spcAft>
              <a:buNone/>
              <a:defRPr b="0" i="0" sz="1400" u="none" cap="none" strike="noStrike">
                <a:solidFill>
                  <a:srgbClr val="EAEAEA"/>
                </a:solidFill>
                <a:latin typeface="Times New Roman"/>
                <a:ea typeface="Times New Roman"/>
                <a:cs typeface="Times New Roman"/>
                <a:sym typeface="Times New Roman"/>
              </a:defRPr>
            </a:lvl2pPr>
            <a:lvl3pPr indent="0" lvl="2" marL="0" algn="r">
              <a:spcBef>
                <a:spcPts val="0"/>
              </a:spcBef>
              <a:spcAft>
                <a:spcPts val="0"/>
              </a:spcAft>
              <a:buNone/>
              <a:defRPr b="0" i="0" sz="1400" u="none" cap="none" strike="noStrike">
                <a:solidFill>
                  <a:srgbClr val="EAEAEA"/>
                </a:solidFill>
                <a:latin typeface="Times New Roman"/>
                <a:ea typeface="Times New Roman"/>
                <a:cs typeface="Times New Roman"/>
                <a:sym typeface="Times New Roman"/>
              </a:defRPr>
            </a:lvl3pPr>
            <a:lvl4pPr indent="0" lvl="3" marL="0" algn="r">
              <a:spcBef>
                <a:spcPts val="0"/>
              </a:spcBef>
              <a:spcAft>
                <a:spcPts val="0"/>
              </a:spcAft>
              <a:buNone/>
              <a:defRPr b="0" i="0" sz="1400" u="none" cap="none" strike="noStrike">
                <a:solidFill>
                  <a:srgbClr val="EAEAEA"/>
                </a:solidFill>
                <a:latin typeface="Times New Roman"/>
                <a:ea typeface="Times New Roman"/>
                <a:cs typeface="Times New Roman"/>
                <a:sym typeface="Times New Roman"/>
              </a:defRPr>
            </a:lvl4pPr>
            <a:lvl5pPr indent="0" lvl="4" marL="0" algn="r">
              <a:spcBef>
                <a:spcPts val="0"/>
              </a:spcBef>
              <a:spcAft>
                <a:spcPts val="0"/>
              </a:spcAft>
              <a:buNone/>
              <a:defRPr b="0" i="0" sz="1400" u="none" cap="none" strike="noStrike">
                <a:solidFill>
                  <a:srgbClr val="EAEAEA"/>
                </a:solidFill>
                <a:latin typeface="Times New Roman"/>
                <a:ea typeface="Times New Roman"/>
                <a:cs typeface="Times New Roman"/>
                <a:sym typeface="Times New Roman"/>
              </a:defRPr>
            </a:lvl5pPr>
            <a:lvl6pPr indent="0" lvl="5" marL="0" algn="r">
              <a:spcBef>
                <a:spcPts val="0"/>
              </a:spcBef>
              <a:spcAft>
                <a:spcPts val="0"/>
              </a:spcAft>
              <a:buNone/>
              <a:defRPr b="0" i="0" sz="1400" u="none" cap="none" strike="noStrike">
                <a:solidFill>
                  <a:srgbClr val="EAEAEA"/>
                </a:solidFill>
                <a:latin typeface="Times New Roman"/>
                <a:ea typeface="Times New Roman"/>
                <a:cs typeface="Times New Roman"/>
                <a:sym typeface="Times New Roman"/>
              </a:defRPr>
            </a:lvl6pPr>
            <a:lvl7pPr indent="0" lvl="6" marL="0" algn="r">
              <a:spcBef>
                <a:spcPts val="0"/>
              </a:spcBef>
              <a:spcAft>
                <a:spcPts val="0"/>
              </a:spcAft>
              <a:buNone/>
              <a:defRPr b="0" i="0" sz="1400" u="none" cap="none" strike="noStrike">
                <a:solidFill>
                  <a:srgbClr val="EAEAEA"/>
                </a:solidFill>
                <a:latin typeface="Times New Roman"/>
                <a:ea typeface="Times New Roman"/>
                <a:cs typeface="Times New Roman"/>
                <a:sym typeface="Times New Roman"/>
              </a:defRPr>
            </a:lvl7pPr>
            <a:lvl8pPr indent="0" lvl="7" marL="0" algn="r">
              <a:spcBef>
                <a:spcPts val="0"/>
              </a:spcBef>
              <a:spcAft>
                <a:spcPts val="0"/>
              </a:spcAft>
              <a:buNone/>
              <a:defRPr b="0" i="0" sz="1400" u="none" cap="none" strike="noStrike">
                <a:solidFill>
                  <a:srgbClr val="EAEAEA"/>
                </a:solidFill>
                <a:latin typeface="Times New Roman"/>
                <a:ea typeface="Times New Roman"/>
                <a:cs typeface="Times New Roman"/>
                <a:sym typeface="Times New Roman"/>
              </a:defRPr>
            </a:lvl8pPr>
            <a:lvl9pPr indent="0" lvl="8" marL="0" algn="r">
              <a:spcBef>
                <a:spcPts val="0"/>
              </a:spcBef>
              <a:spcAft>
                <a:spcPts val="0"/>
              </a:spcAft>
              <a:buNone/>
              <a:defRPr b="0" i="0" sz="1400" u="none" cap="none" strike="noStrike">
                <a:solidFill>
                  <a:srgbClr val="EAEAEA"/>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63"/>
          <p:cNvSpPr txBox="1"/>
          <p:nvPr>
            <p:ph type="title"/>
          </p:nvPr>
        </p:nvSpPr>
        <p:spPr>
          <a:xfrm>
            <a:off x="1219200" y="457200"/>
            <a:ext cx="7543800" cy="1143000"/>
          </a:xfrm>
          <a:prstGeom prst="rect">
            <a:avLst/>
          </a:prstGeom>
          <a:noFill/>
          <a:ln>
            <a:noFill/>
          </a:ln>
        </p:spPr>
        <p:txBody>
          <a:bodyPr anchorCtr="0" anchor="ctr" bIns="46025" lIns="92075" spcFirstLastPara="1" rIns="92075" wrap="square" tIns="460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3" name="Google Shape;23;p63"/>
          <p:cNvSpPr txBox="1"/>
          <p:nvPr>
            <p:ph idx="1" type="body"/>
          </p:nvPr>
        </p:nvSpPr>
        <p:spPr>
          <a:xfrm>
            <a:off x="1371600" y="1981200"/>
            <a:ext cx="7620000" cy="4114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SzPts val="1800"/>
              <a:buChar char="⬥"/>
              <a:defRPr/>
            </a:lvl1pPr>
            <a:lvl2pPr indent="-337185" lvl="1" marL="914400" algn="l">
              <a:spcBef>
                <a:spcPts val="360"/>
              </a:spcBef>
              <a:spcAft>
                <a:spcPts val="0"/>
              </a:spcAft>
              <a:buClr>
                <a:srgbClr val="FFFFFF"/>
              </a:buClr>
              <a:buSzPts val="1710"/>
              <a:buChar char="–"/>
              <a:defRPr/>
            </a:lvl2pPr>
            <a:lvl3pPr indent="-342900" lvl="2" marL="1371600" algn="l">
              <a:spcBef>
                <a:spcPts val="360"/>
              </a:spcBef>
              <a:spcAft>
                <a:spcPts val="0"/>
              </a:spcAft>
              <a:buClr>
                <a:srgbClr val="FFFFFF"/>
              </a:buClr>
              <a:buSzPts val="1800"/>
              <a:buChar char="•"/>
              <a:defRPr/>
            </a:lvl3pPr>
            <a:lvl4pPr indent="-342900" lvl="3" marL="1828800" algn="l">
              <a:spcBef>
                <a:spcPts val="360"/>
              </a:spcBef>
              <a:spcAft>
                <a:spcPts val="0"/>
              </a:spcAft>
              <a:buClr>
                <a:srgbClr val="FFFFFF"/>
              </a:buClr>
              <a:buSzPts val="1800"/>
              <a:buChar char="–"/>
              <a:defRPr/>
            </a:lvl4pPr>
            <a:lvl5pPr indent="-342900" lvl="4" marL="2286000" algn="l">
              <a:spcBef>
                <a:spcPts val="360"/>
              </a:spcBef>
              <a:spcAft>
                <a:spcPts val="0"/>
              </a:spcAft>
              <a:buClr>
                <a:srgbClr val="FFFFFF"/>
              </a:buClr>
              <a:buSzPts val="1800"/>
              <a:buChar char="•"/>
              <a:defRPr/>
            </a:lvl5pPr>
            <a:lvl6pPr indent="-342900" lvl="5" marL="2743200" algn="l">
              <a:spcBef>
                <a:spcPts val="360"/>
              </a:spcBef>
              <a:spcAft>
                <a:spcPts val="0"/>
              </a:spcAft>
              <a:buClr>
                <a:srgbClr val="FFFFFF"/>
              </a:buClr>
              <a:buSzPts val="1800"/>
              <a:buChar char="•"/>
              <a:defRPr/>
            </a:lvl6pPr>
            <a:lvl7pPr indent="-342900" lvl="6" marL="3200400" algn="l">
              <a:spcBef>
                <a:spcPts val="360"/>
              </a:spcBef>
              <a:spcAft>
                <a:spcPts val="0"/>
              </a:spcAft>
              <a:buClr>
                <a:srgbClr val="FFFFFF"/>
              </a:buClr>
              <a:buSzPts val="1800"/>
              <a:buChar char="•"/>
              <a:defRPr/>
            </a:lvl7pPr>
            <a:lvl8pPr indent="-342900" lvl="7" marL="3657600" algn="l">
              <a:spcBef>
                <a:spcPts val="360"/>
              </a:spcBef>
              <a:spcAft>
                <a:spcPts val="0"/>
              </a:spcAft>
              <a:buClr>
                <a:srgbClr val="FFFFFF"/>
              </a:buClr>
              <a:buSzPts val="1800"/>
              <a:buChar char="•"/>
              <a:defRPr/>
            </a:lvl8pPr>
            <a:lvl9pPr indent="-342900" lvl="8" marL="4114800" algn="l">
              <a:spcBef>
                <a:spcPts val="360"/>
              </a:spcBef>
              <a:spcAft>
                <a:spcPts val="0"/>
              </a:spcAft>
              <a:buClr>
                <a:srgbClr val="FFFFFF"/>
              </a:buClr>
              <a:buSzPts val="1800"/>
              <a:buChar char="•"/>
              <a:defRPr/>
            </a:lvl9pPr>
          </a:lstStyle>
          <a:p/>
        </p:txBody>
      </p:sp>
      <p:sp>
        <p:nvSpPr>
          <p:cNvPr id="24" name="Google Shape;24;p63"/>
          <p:cNvSpPr txBox="1"/>
          <p:nvPr>
            <p:ph idx="10" type="dt"/>
          </p:nvPr>
        </p:nvSpPr>
        <p:spPr>
          <a:xfrm>
            <a:off x="1371600" y="6248400"/>
            <a:ext cx="1676400" cy="457200"/>
          </a:xfrm>
          <a:prstGeom prst="rect">
            <a:avLst/>
          </a:prstGeom>
          <a:noFill/>
          <a:ln>
            <a:noFill/>
          </a:ln>
        </p:spPr>
        <p:txBody>
          <a:bodyPr anchorCtr="0" anchor="t" bIns="45700" lIns="91425" spcFirstLastPara="1" rIns="91425" wrap="square" tIns="45700">
            <a:noAutofit/>
          </a:bodyPr>
          <a:lstStyle>
            <a:lvl1pPr lvl="0" algn="l">
              <a:spcBef>
                <a:spcPts val="70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63"/>
          <p:cNvSpPr txBox="1"/>
          <p:nvPr>
            <p:ph idx="11" type="ftr"/>
          </p:nvPr>
        </p:nvSpPr>
        <p:spPr>
          <a:xfrm>
            <a:off x="3429000" y="6248400"/>
            <a:ext cx="3429000" cy="457200"/>
          </a:xfrm>
          <a:prstGeom prst="rect">
            <a:avLst/>
          </a:prstGeom>
          <a:noFill/>
          <a:ln>
            <a:noFill/>
          </a:ln>
        </p:spPr>
        <p:txBody>
          <a:bodyPr anchorCtr="0" anchor="t" bIns="45700" lIns="91425" spcFirstLastPara="1" rIns="91425" wrap="square" tIns="45700">
            <a:noAutofit/>
          </a:bodyPr>
          <a:lstStyle>
            <a:lvl1pPr lvl="0" algn="ctr">
              <a:spcBef>
                <a:spcPts val="70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63"/>
          <p:cNvSpPr txBox="1"/>
          <p:nvPr>
            <p:ph idx="12" type="sldNum"/>
          </p:nvPr>
        </p:nvSpPr>
        <p:spPr>
          <a:xfrm>
            <a:off x="7239000" y="6248400"/>
            <a:ext cx="1905000" cy="457200"/>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1pPr>
            <a:lvl2pPr indent="0" lvl="1" marL="0" algn="r">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2pPr>
            <a:lvl3pPr indent="0" lvl="2" marL="0" algn="r">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3pPr>
            <a:lvl4pPr indent="0" lvl="3" marL="0" algn="r">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4pPr>
            <a:lvl5pPr indent="0" lvl="4" marL="0" algn="r">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5pPr>
            <a:lvl6pPr indent="0" lvl="5" marL="0" algn="r">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6pPr>
            <a:lvl7pPr indent="0" lvl="6" marL="0" algn="r">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7pPr>
            <a:lvl8pPr indent="0" lvl="7" marL="0" algn="r">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8pPr>
            <a:lvl9pPr indent="0" lvl="8" marL="0" algn="r">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70"/>
          <p:cNvSpPr txBox="1"/>
          <p:nvPr>
            <p:ph type="title"/>
          </p:nvPr>
        </p:nvSpPr>
        <p:spPr>
          <a:xfrm>
            <a:off x="722313" y="4406900"/>
            <a:ext cx="7772400" cy="1362075"/>
          </a:xfrm>
          <a:prstGeom prst="rect">
            <a:avLst/>
          </a:prstGeom>
          <a:noFill/>
          <a:ln>
            <a:noFill/>
          </a:ln>
        </p:spPr>
        <p:txBody>
          <a:bodyPr anchorCtr="0" anchor="t" bIns="46025" lIns="92075" spcFirstLastPara="1" rIns="92075" wrap="square" tIns="46025">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9" name="Google Shape;29;p7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SzPts val="2000"/>
              <a:buNone/>
              <a:defRPr sz="2000"/>
            </a:lvl1pPr>
            <a:lvl2pPr indent="-228600" lvl="1" marL="914400" algn="l">
              <a:spcBef>
                <a:spcPts val="360"/>
              </a:spcBef>
              <a:spcAft>
                <a:spcPts val="0"/>
              </a:spcAft>
              <a:buClr>
                <a:srgbClr val="FFFFFF"/>
              </a:buClr>
              <a:buSzPts val="1710"/>
              <a:buFont typeface="Arial"/>
              <a:buNone/>
              <a:defRPr sz="1800"/>
            </a:lvl2pPr>
            <a:lvl3pPr indent="-228600" lvl="2" marL="1371600" algn="l">
              <a:spcBef>
                <a:spcPts val="320"/>
              </a:spcBef>
              <a:spcAft>
                <a:spcPts val="0"/>
              </a:spcAft>
              <a:buClr>
                <a:srgbClr val="FFFFFF"/>
              </a:buClr>
              <a:buSzPts val="1600"/>
              <a:buFont typeface="Arial"/>
              <a:buNone/>
              <a:defRPr sz="1600"/>
            </a:lvl3pPr>
            <a:lvl4pPr indent="-228600" lvl="3" marL="1828800" algn="l">
              <a:spcBef>
                <a:spcPts val="280"/>
              </a:spcBef>
              <a:spcAft>
                <a:spcPts val="0"/>
              </a:spcAft>
              <a:buClr>
                <a:srgbClr val="FFFFFF"/>
              </a:buClr>
              <a:buSzPts val="1400"/>
              <a:buFont typeface="Arial"/>
              <a:buNone/>
              <a:defRPr sz="1400"/>
            </a:lvl4pPr>
            <a:lvl5pPr indent="-228600" lvl="4" marL="2286000" algn="l">
              <a:spcBef>
                <a:spcPts val="280"/>
              </a:spcBef>
              <a:spcAft>
                <a:spcPts val="0"/>
              </a:spcAft>
              <a:buClr>
                <a:srgbClr val="FFFFFF"/>
              </a:buClr>
              <a:buSzPts val="1400"/>
              <a:buFont typeface="Arial"/>
              <a:buNone/>
              <a:defRPr sz="1400"/>
            </a:lvl5pPr>
            <a:lvl6pPr indent="-228600" lvl="5" marL="2743200" algn="l">
              <a:spcBef>
                <a:spcPts val="280"/>
              </a:spcBef>
              <a:spcAft>
                <a:spcPts val="0"/>
              </a:spcAft>
              <a:buClr>
                <a:srgbClr val="FFFFFF"/>
              </a:buClr>
              <a:buSzPts val="1400"/>
              <a:buFont typeface="Arial"/>
              <a:buNone/>
              <a:defRPr sz="1400"/>
            </a:lvl6pPr>
            <a:lvl7pPr indent="-228600" lvl="6" marL="3200400" algn="l">
              <a:spcBef>
                <a:spcPts val="280"/>
              </a:spcBef>
              <a:spcAft>
                <a:spcPts val="0"/>
              </a:spcAft>
              <a:buClr>
                <a:srgbClr val="FFFFFF"/>
              </a:buClr>
              <a:buSzPts val="1400"/>
              <a:buFont typeface="Arial"/>
              <a:buNone/>
              <a:defRPr sz="1400"/>
            </a:lvl7pPr>
            <a:lvl8pPr indent="-228600" lvl="7" marL="3657600" algn="l">
              <a:spcBef>
                <a:spcPts val="280"/>
              </a:spcBef>
              <a:spcAft>
                <a:spcPts val="0"/>
              </a:spcAft>
              <a:buClr>
                <a:srgbClr val="FFFFFF"/>
              </a:buClr>
              <a:buSzPts val="1400"/>
              <a:buFont typeface="Arial"/>
              <a:buNone/>
              <a:defRPr sz="1400"/>
            </a:lvl8pPr>
            <a:lvl9pPr indent="-228600" lvl="8" marL="4114800" algn="l">
              <a:spcBef>
                <a:spcPts val="280"/>
              </a:spcBef>
              <a:spcAft>
                <a:spcPts val="0"/>
              </a:spcAft>
              <a:buClr>
                <a:srgbClr val="FFFFFF"/>
              </a:buClr>
              <a:buSzPts val="1400"/>
              <a:buFont typeface="Arial"/>
              <a:buNone/>
              <a:defRPr sz="1400"/>
            </a:lvl9pPr>
          </a:lstStyle>
          <a:p/>
        </p:txBody>
      </p:sp>
      <p:sp>
        <p:nvSpPr>
          <p:cNvPr id="30" name="Google Shape;30;p70"/>
          <p:cNvSpPr txBox="1"/>
          <p:nvPr>
            <p:ph idx="10" type="dt"/>
          </p:nvPr>
        </p:nvSpPr>
        <p:spPr>
          <a:xfrm>
            <a:off x="1371600" y="6248400"/>
            <a:ext cx="1676400" cy="457200"/>
          </a:xfrm>
          <a:prstGeom prst="rect">
            <a:avLst/>
          </a:prstGeom>
          <a:noFill/>
          <a:ln>
            <a:noFill/>
          </a:ln>
        </p:spPr>
        <p:txBody>
          <a:bodyPr anchorCtr="0" anchor="t" bIns="45700" lIns="91425" spcFirstLastPara="1" rIns="91425" wrap="square" tIns="45700">
            <a:noAutofit/>
          </a:bodyPr>
          <a:lstStyle>
            <a:lvl1pPr lvl="0" algn="l">
              <a:spcBef>
                <a:spcPts val="70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70"/>
          <p:cNvSpPr txBox="1"/>
          <p:nvPr>
            <p:ph idx="11" type="ftr"/>
          </p:nvPr>
        </p:nvSpPr>
        <p:spPr>
          <a:xfrm>
            <a:off x="3429000" y="6248400"/>
            <a:ext cx="3429000" cy="457200"/>
          </a:xfrm>
          <a:prstGeom prst="rect">
            <a:avLst/>
          </a:prstGeom>
          <a:noFill/>
          <a:ln>
            <a:noFill/>
          </a:ln>
        </p:spPr>
        <p:txBody>
          <a:bodyPr anchorCtr="0" anchor="t" bIns="45700" lIns="91425" spcFirstLastPara="1" rIns="91425" wrap="square" tIns="45700">
            <a:noAutofit/>
          </a:bodyPr>
          <a:lstStyle>
            <a:lvl1pPr lvl="0" algn="ctr">
              <a:spcBef>
                <a:spcPts val="70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70"/>
          <p:cNvSpPr txBox="1"/>
          <p:nvPr>
            <p:ph idx="12" type="sldNum"/>
          </p:nvPr>
        </p:nvSpPr>
        <p:spPr>
          <a:xfrm>
            <a:off x="7239000" y="6248400"/>
            <a:ext cx="1905000" cy="457200"/>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sz="1400">
                <a:solidFill>
                  <a:schemeClr val="dk1"/>
                </a:solidFill>
                <a:latin typeface="Times New Roman"/>
                <a:ea typeface="Times New Roman"/>
                <a:cs typeface="Times New Roman"/>
                <a:sym typeface="Times New Roman"/>
              </a:defRPr>
            </a:lvl1pPr>
            <a:lvl2pPr indent="0" lvl="1" marL="0" algn="r">
              <a:spcBef>
                <a:spcPts val="0"/>
              </a:spcBef>
              <a:spcAft>
                <a:spcPts val="0"/>
              </a:spcAft>
              <a:buNone/>
              <a:defRPr sz="1400">
                <a:solidFill>
                  <a:schemeClr val="dk1"/>
                </a:solidFill>
                <a:latin typeface="Times New Roman"/>
                <a:ea typeface="Times New Roman"/>
                <a:cs typeface="Times New Roman"/>
                <a:sym typeface="Times New Roman"/>
              </a:defRPr>
            </a:lvl2pPr>
            <a:lvl3pPr indent="0" lvl="2" marL="0" algn="r">
              <a:spcBef>
                <a:spcPts val="0"/>
              </a:spcBef>
              <a:spcAft>
                <a:spcPts val="0"/>
              </a:spcAft>
              <a:buNone/>
              <a:defRPr sz="1400">
                <a:solidFill>
                  <a:schemeClr val="dk1"/>
                </a:solidFill>
                <a:latin typeface="Times New Roman"/>
                <a:ea typeface="Times New Roman"/>
                <a:cs typeface="Times New Roman"/>
                <a:sym typeface="Times New Roman"/>
              </a:defRPr>
            </a:lvl3pPr>
            <a:lvl4pPr indent="0" lvl="3" marL="0" algn="r">
              <a:spcBef>
                <a:spcPts val="0"/>
              </a:spcBef>
              <a:spcAft>
                <a:spcPts val="0"/>
              </a:spcAft>
              <a:buNone/>
              <a:defRPr sz="1400">
                <a:solidFill>
                  <a:schemeClr val="dk1"/>
                </a:solidFill>
                <a:latin typeface="Times New Roman"/>
                <a:ea typeface="Times New Roman"/>
                <a:cs typeface="Times New Roman"/>
                <a:sym typeface="Times New Roman"/>
              </a:defRPr>
            </a:lvl4pPr>
            <a:lvl5pPr indent="0" lvl="4" marL="0" algn="r">
              <a:spcBef>
                <a:spcPts val="0"/>
              </a:spcBef>
              <a:spcAft>
                <a:spcPts val="0"/>
              </a:spcAft>
              <a:buNone/>
              <a:defRPr sz="1400">
                <a:solidFill>
                  <a:schemeClr val="dk1"/>
                </a:solidFill>
                <a:latin typeface="Times New Roman"/>
                <a:ea typeface="Times New Roman"/>
                <a:cs typeface="Times New Roman"/>
                <a:sym typeface="Times New Roman"/>
              </a:defRPr>
            </a:lvl5pPr>
            <a:lvl6pPr indent="0" lvl="5" marL="0" algn="r">
              <a:spcBef>
                <a:spcPts val="0"/>
              </a:spcBef>
              <a:spcAft>
                <a:spcPts val="0"/>
              </a:spcAft>
              <a:buNone/>
              <a:defRPr sz="1400">
                <a:solidFill>
                  <a:schemeClr val="dk1"/>
                </a:solidFill>
                <a:latin typeface="Times New Roman"/>
                <a:ea typeface="Times New Roman"/>
                <a:cs typeface="Times New Roman"/>
                <a:sym typeface="Times New Roman"/>
              </a:defRPr>
            </a:lvl6pPr>
            <a:lvl7pPr indent="0" lvl="6" marL="0" algn="r">
              <a:spcBef>
                <a:spcPts val="0"/>
              </a:spcBef>
              <a:spcAft>
                <a:spcPts val="0"/>
              </a:spcAft>
              <a:buNone/>
              <a:defRPr sz="1400">
                <a:solidFill>
                  <a:schemeClr val="dk1"/>
                </a:solidFill>
                <a:latin typeface="Times New Roman"/>
                <a:ea typeface="Times New Roman"/>
                <a:cs typeface="Times New Roman"/>
                <a:sym typeface="Times New Roman"/>
              </a:defRPr>
            </a:lvl7pPr>
            <a:lvl8pPr indent="0" lvl="7" marL="0" algn="r">
              <a:spcBef>
                <a:spcPts val="0"/>
              </a:spcBef>
              <a:spcAft>
                <a:spcPts val="0"/>
              </a:spcAft>
              <a:buNone/>
              <a:defRPr sz="1400">
                <a:solidFill>
                  <a:schemeClr val="dk1"/>
                </a:solidFill>
                <a:latin typeface="Times New Roman"/>
                <a:ea typeface="Times New Roman"/>
                <a:cs typeface="Times New Roman"/>
                <a:sym typeface="Times New Roman"/>
              </a:defRPr>
            </a:lvl8pPr>
            <a:lvl9pPr indent="0" lvl="8" marL="0" algn="r">
              <a:spcBef>
                <a:spcPts val="0"/>
              </a:spcBef>
              <a:spcAft>
                <a:spcPts val="0"/>
              </a:spcAft>
              <a:buNone/>
              <a:defRPr sz="1400">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71"/>
          <p:cNvSpPr txBox="1"/>
          <p:nvPr>
            <p:ph type="title"/>
          </p:nvPr>
        </p:nvSpPr>
        <p:spPr>
          <a:xfrm>
            <a:off x="1219200" y="457200"/>
            <a:ext cx="7543800" cy="1143000"/>
          </a:xfrm>
          <a:prstGeom prst="rect">
            <a:avLst/>
          </a:prstGeom>
          <a:noFill/>
          <a:ln>
            <a:noFill/>
          </a:ln>
        </p:spPr>
        <p:txBody>
          <a:bodyPr anchorCtr="0" anchor="ctr" bIns="46025" lIns="92075" spcFirstLastPara="1" rIns="92075" wrap="square" tIns="460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5" name="Google Shape;35;p71"/>
          <p:cNvSpPr txBox="1"/>
          <p:nvPr>
            <p:ph idx="1" type="body"/>
          </p:nvPr>
        </p:nvSpPr>
        <p:spPr>
          <a:xfrm>
            <a:off x="1371600" y="1981200"/>
            <a:ext cx="3733800" cy="4114800"/>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SzPts val="2800"/>
              <a:buChar char="⬥"/>
              <a:defRPr sz="2800"/>
            </a:lvl1pPr>
            <a:lvl2pPr indent="-373380" lvl="1" marL="914400" algn="l">
              <a:spcBef>
                <a:spcPts val="480"/>
              </a:spcBef>
              <a:spcAft>
                <a:spcPts val="0"/>
              </a:spcAft>
              <a:buClr>
                <a:srgbClr val="FFFFFF"/>
              </a:buClr>
              <a:buSzPts val="2280"/>
              <a:buFont typeface="Arial"/>
              <a:buChar char="–"/>
              <a:defRPr sz="2400"/>
            </a:lvl2pPr>
            <a:lvl3pPr indent="-355600" lvl="2" marL="1371600" algn="l">
              <a:spcBef>
                <a:spcPts val="400"/>
              </a:spcBef>
              <a:spcAft>
                <a:spcPts val="0"/>
              </a:spcAft>
              <a:buClr>
                <a:srgbClr val="FFFFFF"/>
              </a:buClr>
              <a:buSzPts val="2000"/>
              <a:buFont typeface="Arial"/>
              <a:buChar char="•"/>
              <a:defRPr sz="2000"/>
            </a:lvl3pPr>
            <a:lvl4pPr indent="-342900" lvl="3" marL="1828800" algn="l">
              <a:spcBef>
                <a:spcPts val="360"/>
              </a:spcBef>
              <a:spcAft>
                <a:spcPts val="0"/>
              </a:spcAft>
              <a:buClr>
                <a:srgbClr val="FFFFFF"/>
              </a:buClr>
              <a:buSzPts val="1800"/>
              <a:buFont typeface="Arial"/>
              <a:buChar char="–"/>
              <a:defRPr sz="1800"/>
            </a:lvl4pPr>
            <a:lvl5pPr indent="-342900" lvl="4" marL="2286000" algn="l">
              <a:spcBef>
                <a:spcPts val="360"/>
              </a:spcBef>
              <a:spcAft>
                <a:spcPts val="0"/>
              </a:spcAft>
              <a:buClr>
                <a:srgbClr val="FFFFFF"/>
              </a:buClr>
              <a:buSzPts val="1800"/>
              <a:buFont typeface="Arial"/>
              <a:buChar char="•"/>
              <a:defRPr sz="1800"/>
            </a:lvl5pPr>
            <a:lvl6pPr indent="-342900" lvl="5" marL="2743200" algn="l">
              <a:spcBef>
                <a:spcPts val="360"/>
              </a:spcBef>
              <a:spcAft>
                <a:spcPts val="0"/>
              </a:spcAft>
              <a:buClr>
                <a:srgbClr val="FFFFFF"/>
              </a:buClr>
              <a:buSzPts val="1800"/>
              <a:buFont typeface="Arial"/>
              <a:buChar char="•"/>
              <a:defRPr sz="1800"/>
            </a:lvl6pPr>
            <a:lvl7pPr indent="-342900" lvl="6" marL="3200400" algn="l">
              <a:spcBef>
                <a:spcPts val="360"/>
              </a:spcBef>
              <a:spcAft>
                <a:spcPts val="0"/>
              </a:spcAft>
              <a:buClr>
                <a:srgbClr val="FFFFFF"/>
              </a:buClr>
              <a:buSzPts val="1800"/>
              <a:buFont typeface="Arial"/>
              <a:buChar char="•"/>
              <a:defRPr sz="1800"/>
            </a:lvl7pPr>
            <a:lvl8pPr indent="-342900" lvl="7" marL="3657600" algn="l">
              <a:spcBef>
                <a:spcPts val="360"/>
              </a:spcBef>
              <a:spcAft>
                <a:spcPts val="0"/>
              </a:spcAft>
              <a:buClr>
                <a:srgbClr val="FFFFFF"/>
              </a:buClr>
              <a:buSzPts val="1800"/>
              <a:buFont typeface="Arial"/>
              <a:buChar char="•"/>
              <a:defRPr sz="1800"/>
            </a:lvl8pPr>
            <a:lvl9pPr indent="-342900" lvl="8" marL="4114800" algn="l">
              <a:spcBef>
                <a:spcPts val="360"/>
              </a:spcBef>
              <a:spcAft>
                <a:spcPts val="0"/>
              </a:spcAft>
              <a:buClr>
                <a:srgbClr val="FFFFFF"/>
              </a:buClr>
              <a:buSzPts val="1800"/>
              <a:buFont typeface="Arial"/>
              <a:buChar char="•"/>
              <a:defRPr sz="1800"/>
            </a:lvl9pPr>
          </a:lstStyle>
          <a:p/>
        </p:txBody>
      </p:sp>
      <p:sp>
        <p:nvSpPr>
          <p:cNvPr id="36" name="Google Shape;36;p71"/>
          <p:cNvSpPr txBox="1"/>
          <p:nvPr>
            <p:ph idx="2" type="body"/>
          </p:nvPr>
        </p:nvSpPr>
        <p:spPr>
          <a:xfrm>
            <a:off x="5257800" y="1981200"/>
            <a:ext cx="3733800" cy="4114800"/>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SzPts val="2800"/>
              <a:buChar char="⬥"/>
              <a:defRPr sz="2800"/>
            </a:lvl1pPr>
            <a:lvl2pPr indent="-373380" lvl="1" marL="914400" algn="l">
              <a:spcBef>
                <a:spcPts val="480"/>
              </a:spcBef>
              <a:spcAft>
                <a:spcPts val="0"/>
              </a:spcAft>
              <a:buClr>
                <a:srgbClr val="FFFFFF"/>
              </a:buClr>
              <a:buSzPts val="2280"/>
              <a:buFont typeface="Arial"/>
              <a:buChar char="–"/>
              <a:defRPr sz="2400"/>
            </a:lvl2pPr>
            <a:lvl3pPr indent="-355600" lvl="2" marL="1371600" algn="l">
              <a:spcBef>
                <a:spcPts val="400"/>
              </a:spcBef>
              <a:spcAft>
                <a:spcPts val="0"/>
              </a:spcAft>
              <a:buClr>
                <a:srgbClr val="FFFFFF"/>
              </a:buClr>
              <a:buSzPts val="2000"/>
              <a:buFont typeface="Arial"/>
              <a:buChar char="•"/>
              <a:defRPr sz="2000"/>
            </a:lvl3pPr>
            <a:lvl4pPr indent="-342900" lvl="3" marL="1828800" algn="l">
              <a:spcBef>
                <a:spcPts val="360"/>
              </a:spcBef>
              <a:spcAft>
                <a:spcPts val="0"/>
              </a:spcAft>
              <a:buClr>
                <a:srgbClr val="FFFFFF"/>
              </a:buClr>
              <a:buSzPts val="1800"/>
              <a:buFont typeface="Arial"/>
              <a:buChar char="–"/>
              <a:defRPr sz="1800"/>
            </a:lvl4pPr>
            <a:lvl5pPr indent="-342900" lvl="4" marL="2286000" algn="l">
              <a:spcBef>
                <a:spcPts val="360"/>
              </a:spcBef>
              <a:spcAft>
                <a:spcPts val="0"/>
              </a:spcAft>
              <a:buClr>
                <a:srgbClr val="FFFFFF"/>
              </a:buClr>
              <a:buSzPts val="1800"/>
              <a:buFont typeface="Arial"/>
              <a:buChar char="•"/>
              <a:defRPr sz="1800"/>
            </a:lvl5pPr>
            <a:lvl6pPr indent="-342900" lvl="5" marL="2743200" algn="l">
              <a:spcBef>
                <a:spcPts val="360"/>
              </a:spcBef>
              <a:spcAft>
                <a:spcPts val="0"/>
              </a:spcAft>
              <a:buClr>
                <a:srgbClr val="FFFFFF"/>
              </a:buClr>
              <a:buSzPts val="1800"/>
              <a:buFont typeface="Arial"/>
              <a:buChar char="•"/>
              <a:defRPr sz="1800"/>
            </a:lvl6pPr>
            <a:lvl7pPr indent="-342900" lvl="6" marL="3200400" algn="l">
              <a:spcBef>
                <a:spcPts val="360"/>
              </a:spcBef>
              <a:spcAft>
                <a:spcPts val="0"/>
              </a:spcAft>
              <a:buClr>
                <a:srgbClr val="FFFFFF"/>
              </a:buClr>
              <a:buSzPts val="1800"/>
              <a:buFont typeface="Arial"/>
              <a:buChar char="•"/>
              <a:defRPr sz="1800"/>
            </a:lvl7pPr>
            <a:lvl8pPr indent="-342900" lvl="7" marL="3657600" algn="l">
              <a:spcBef>
                <a:spcPts val="360"/>
              </a:spcBef>
              <a:spcAft>
                <a:spcPts val="0"/>
              </a:spcAft>
              <a:buClr>
                <a:srgbClr val="FFFFFF"/>
              </a:buClr>
              <a:buSzPts val="1800"/>
              <a:buFont typeface="Arial"/>
              <a:buChar char="•"/>
              <a:defRPr sz="1800"/>
            </a:lvl8pPr>
            <a:lvl9pPr indent="-342900" lvl="8" marL="4114800" algn="l">
              <a:spcBef>
                <a:spcPts val="360"/>
              </a:spcBef>
              <a:spcAft>
                <a:spcPts val="0"/>
              </a:spcAft>
              <a:buClr>
                <a:srgbClr val="FFFFFF"/>
              </a:buClr>
              <a:buSzPts val="1800"/>
              <a:buFont typeface="Arial"/>
              <a:buChar char="•"/>
              <a:defRPr sz="1800"/>
            </a:lvl9pPr>
          </a:lstStyle>
          <a:p/>
        </p:txBody>
      </p:sp>
      <p:sp>
        <p:nvSpPr>
          <p:cNvPr id="37" name="Google Shape;37;p71"/>
          <p:cNvSpPr txBox="1"/>
          <p:nvPr>
            <p:ph idx="10" type="dt"/>
          </p:nvPr>
        </p:nvSpPr>
        <p:spPr>
          <a:xfrm>
            <a:off x="1371600" y="6248400"/>
            <a:ext cx="1676400" cy="457200"/>
          </a:xfrm>
          <a:prstGeom prst="rect">
            <a:avLst/>
          </a:prstGeom>
          <a:noFill/>
          <a:ln>
            <a:noFill/>
          </a:ln>
        </p:spPr>
        <p:txBody>
          <a:bodyPr anchorCtr="0" anchor="t" bIns="45700" lIns="91425" spcFirstLastPara="1" rIns="91425" wrap="square" tIns="45700">
            <a:noAutofit/>
          </a:bodyPr>
          <a:lstStyle>
            <a:lvl1pPr lvl="0" algn="l">
              <a:spcBef>
                <a:spcPts val="70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71"/>
          <p:cNvSpPr txBox="1"/>
          <p:nvPr>
            <p:ph idx="11" type="ftr"/>
          </p:nvPr>
        </p:nvSpPr>
        <p:spPr>
          <a:xfrm>
            <a:off x="3429000" y="6248400"/>
            <a:ext cx="3429000" cy="457200"/>
          </a:xfrm>
          <a:prstGeom prst="rect">
            <a:avLst/>
          </a:prstGeom>
          <a:noFill/>
          <a:ln>
            <a:noFill/>
          </a:ln>
        </p:spPr>
        <p:txBody>
          <a:bodyPr anchorCtr="0" anchor="t" bIns="45700" lIns="91425" spcFirstLastPara="1" rIns="91425" wrap="square" tIns="45700">
            <a:noAutofit/>
          </a:bodyPr>
          <a:lstStyle>
            <a:lvl1pPr lvl="0" algn="ctr">
              <a:spcBef>
                <a:spcPts val="70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71"/>
          <p:cNvSpPr txBox="1"/>
          <p:nvPr>
            <p:ph idx="12" type="sldNum"/>
          </p:nvPr>
        </p:nvSpPr>
        <p:spPr>
          <a:xfrm>
            <a:off x="7239000" y="6248400"/>
            <a:ext cx="1905000" cy="457200"/>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sz="1400">
                <a:solidFill>
                  <a:schemeClr val="dk1"/>
                </a:solidFill>
                <a:latin typeface="Times New Roman"/>
                <a:ea typeface="Times New Roman"/>
                <a:cs typeface="Times New Roman"/>
                <a:sym typeface="Times New Roman"/>
              </a:defRPr>
            </a:lvl1pPr>
            <a:lvl2pPr indent="0" lvl="1" marL="0" algn="r">
              <a:spcBef>
                <a:spcPts val="0"/>
              </a:spcBef>
              <a:spcAft>
                <a:spcPts val="0"/>
              </a:spcAft>
              <a:buNone/>
              <a:defRPr sz="1400">
                <a:solidFill>
                  <a:schemeClr val="dk1"/>
                </a:solidFill>
                <a:latin typeface="Times New Roman"/>
                <a:ea typeface="Times New Roman"/>
                <a:cs typeface="Times New Roman"/>
                <a:sym typeface="Times New Roman"/>
              </a:defRPr>
            </a:lvl2pPr>
            <a:lvl3pPr indent="0" lvl="2" marL="0" algn="r">
              <a:spcBef>
                <a:spcPts val="0"/>
              </a:spcBef>
              <a:spcAft>
                <a:spcPts val="0"/>
              </a:spcAft>
              <a:buNone/>
              <a:defRPr sz="1400">
                <a:solidFill>
                  <a:schemeClr val="dk1"/>
                </a:solidFill>
                <a:latin typeface="Times New Roman"/>
                <a:ea typeface="Times New Roman"/>
                <a:cs typeface="Times New Roman"/>
                <a:sym typeface="Times New Roman"/>
              </a:defRPr>
            </a:lvl3pPr>
            <a:lvl4pPr indent="0" lvl="3" marL="0" algn="r">
              <a:spcBef>
                <a:spcPts val="0"/>
              </a:spcBef>
              <a:spcAft>
                <a:spcPts val="0"/>
              </a:spcAft>
              <a:buNone/>
              <a:defRPr sz="1400">
                <a:solidFill>
                  <a:schemeClr val="dk1"/>
                </a:solidFill>
                <a:latin typeface="Times New Roman"/>
                <a:ea typeface="Times New Roman"/>
                <a:cs typeface="Times New Roman"/>
                <a:sym typeface="Times New Roman"/>
              </a:defRPr>
            </a:lvl4pPr>
            <a:lvl5pPr indent="0" lvl="4" marL="0" algn="r">
              <a:spcBef>
                <a:spcPts val="0"/>
              </a:spcBef>
              <a:spcAft>
                <a:spcPts val="0"/>
              </a:spcAft>
              <a:buNone/>
              <a:defRPr sz="1400">
                <a:solidFill>
                  <a:schemeClr val="dk1"/>
                </a:solidFill>
                <a:latin typeface="Times New Roman"/>
                <a:ea typeface="Times New Roman"/>
                <a:cs typeface="Times New Roman"/>
                <a:sym typeface="Times New Roman"/>
              </a:defRPr>
            </a:lvl5pPr>
            <a:lvl6pPr indent="0" lvl="5" marL="0" algn="r">
              <a:spcBef>
                <a:spcPts val="0"/>
              </a:spcBef>
              <a:spcAft>
                <a:spcPts val="0"/>
              </a:spcAft>
              <a:buNone/>
              <a:defRPr sz="1400">
                <a:solidFill>
                  <a:schemeClr val="dk1"/>
                </a:solidFill>
                <a:latin typeface="Times New Roman"/>
                <a:ea typeface="Times New Roman"/>
                <a:cs typeface="Times New Roman"/>
                <a:sym typeface="Times New Roman"/>
              </a:defRPr>
            </a:lvl6pPr>
            <a:lvl7pPr indent="0" lvl="6" marL="0" algn="r">
              <a:spcBef>
                <a:spcPts val="0"/>
              </a:spcBef>
              <a:spcAft>
                <a:spcPts val="0"/>
              </a:spcAft>
              <a:buNone/>
              <a:defRPr sz="1400">
                <a:solidFill>
                  <a:schemeClr val="dk1"/>
                </a:solidFill>
                <a:latin typeface="Times New Roman"/>
                <a:ea typeface="Times New Roman"/>
                <a:cs typeface="Times New Roman"/>
                <a:sym typeface="Times New Roman"/>
              </a:defRPr>
            </a:lvl7pPr>
            <a:lvl8pPr indent="0" lvl="7" marL="0" algn="r">
              <a:spcBef>
                <a:spcPts val="0"/>
              </a:spcBef>
              <a:spcAft>
                <a:spcPts val="0"/>
              </a:spcAft>
              <a:buNone/>
              <a:defRPr sz="1400">
                <a:solidFill>
                  <a:schemeClr val="dk1"/>
                </a:solidFill>
                <a:latin typeface="Times New Roman"/>
                <a:ea typeface="Times New Roman"/>
                <a:cs typeface="Times New Roman"/>
                <a:sym typeface="Times New Roman"/>
              </a:defRPr>
            </a:lvl8pPr>
            <a:lvl9pPr indent="0" lvl="8" marL="0" algn="r">
              <a:spcBef>
                <a:spcPts val="0"/>
              </a:spcBef>
              <a:spcAft>
                <a:spcPts val="0"/>
              </a:spcAft>
              <a:buNone/>
              <a:defRPr sz="1400">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2"/>
          <p:cNvSpPr txBox="1"/>
          <p:nvPr>
            <p:ph type="title"/>
          </p:nvPr>
        </p:nvSpPr>
        <p:spPr>
          <a:xfrm>
            <a:off x="457200" y="274638"/>
            <a:ext cx="8229600" cy="1143000"/>
          </a:xfrm>
          <a:prstGeom prst="rect">
            <a:avLst/>
          </a:prstGeom>
          <a:noFill/>
          <a:ln>
            <a:noFill/>
          </a:ln>
        </p:spPr>
        <p:txBody>
          <a:bodyPr anchorCtr="0" anchor="ctr" bIns="46025" lIns="92075" spcFirstLastPara="1" rIns="92075" wrap="square" tIns="460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2" name="Google Shape;42;p7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SzPts val="2400"/>
              <a:buNone/>
              <a:defRPr b="1" sz="2400"/>
            </a:lvl1pPr>
            <a:lvl2pPr indent="-228600" lvl="1" marL="914400" algn="l">
              <a:spcBef>
                <a:spcPts val="400"/>
              </a:spcBef>
              <a:spcAft>
                <a:spcPts val="0"/>
              </a:spcAft>
              <a:buClr>
                <a:srgbClr val="FFFFFF"/>
              </a:buClr>
              <a:buSzPts val="1900"/>
              <a:buFont typeface="Arial"/>
              <a:buNone/>
              <a:defRPr b="1" sz="2000"/>
            </a:lvl2pPr>
            <a:lvl3pPr indent="-228600" lvl="2" marL="1371600" algn="l">
              <a:spcBef>
                <a:spcPts val="360"/>
              </a:spcBef>
              <a:spcAft>
                <a:spcPts val="0"/>
              </a:spcAft>
              <a:buClr>
                <a:srgbClr val="FFFFFF"/>
              </a:buClr>
              <a:buSzPts val="1800"/>
              <a:buFont typeface="Arial"/>
              <a:buNone/>
              <a:defRPr b="1" sz="1800"/>
            </a:lvl3pPr>
            <a:lvl4pPr indent="-228600" lvl="3" marL="1828800" algn="l">
              <a:spcBef>
                <a:spcPts val="320"/>
              </a:spcBef>
              <a:spcAft>
                <a:spcPts val="0"/>
              </a:spcAft>
              <a:buClr>
                <a:srgbClr val="FFFFFF"/>
              </a:buClr>
              <a:buSzPts val="1600"/>
              <a:buFont typeface="Arial"/>
              <a:buNone/>
              <a:defRPr b="1" sz="1600"/>
            </a:lvl4pPr>
            <a:lvl5pPr indent="-228600" lvl="4" marL="2286000" algn="l">
              <a:spcBef>
                <a:spcPts val="320"/>
              </a:spcBef>
              <a:spcAft>
                <a:spcPts val="0"/>
              </a:spcAft>
              <a:buClr>
                <a:srgbClr val="FFFFFF"/>
              </a:buClr>
              <a:buSzPts val="1600"/>
              <a:buFont typeface="Arial"/>
              <a:buNone/>
              <a:defRPr b="1" sz="1600"/>
            </a:lvl5pPr>
            <a:lvl6pPr indent="-228600" lvl="5" marL="2743200" algn="l">
              <a:spcBef>
                <a:spcPts val="320"/>
              </a:spcBef>
              <a:spcAft>
                <a:spcPts val="0"/>
              </a:spcAft>
              <a:buClr>
                <a:srgbClr val="FFFFFF"/>
              </a:buClr>
              <a:buSzPts val="1600"/>
              <a:buFont typeface="Arial"/>
              <a:buNone/>
              <a:defRPr b="1" sz="1600"/>
            </a:lvl6pPr>
            <a:lvl7pPr indent="-228600" lvl="6" marL="3200400" algn="l">
              <a:spcBef>
                <a:spcPts val="320"/>
              </a:spcBef>
              <a:spcAft>
                <a:spcPts val="0"/>
              </a:spcAft>
              <a:buClr>
                <a:srgbClr val="FFFFFF"/>
              </a:buClr>
              <a:buSzPts val="1600"/>
              <a:buFont typeface="Arial"/>
              <a:buNone/>
              <a:defRPr b="1" sz="1600"/>
            </a:lvl7pPr>
            <a:lvl8pPr indent="-228600" lvl="7" marL="3657600" algn="l">
              <a:spcBef>
                <a:spcPts val="320"/>
              </a:spcBef>
              <a:spcAft>
                <a:spcPts val="0"/>
              </a:spcAft>
              <a:buClr>
                <a:srgbClr val="FFFFFF"/>
              </a:buClr>
              <a:buSzPts val="1600"/>
              <a:buFont typeface="Arial"/>
              <a:buNone/>
              <a:defRPr b="1" sz="1600"/>
            </a:lvl8pPr>
            <a:lvl9pPr indent="-228600" lvl="8" marL="4114800" algn="l">
              <a:spcBef>
                <a:spcPts val="320"/>
              </a:spcBef>
              <a:spcAft>
                <a:spcPts val="0"/>
              </a:spcAft>
              <a:buClr>
                <a:srgbClr val="FFFFFF"/>
              </a:buClr>
              <a:buSzPts val="1600"/>
              <a:buFont typeface="Arial"/>
              <a:buNone/>
              <a:defRPr b="1" sz="1600"/>
            </a:lvl9pPr>
          </a:lstStyle>
          <a:p/>
        </p:txBody>
      </p:sp>
      <p:sp>
        <p:nvSpPr>
          <p:cNvPr id="43" name="Google Shape;43;p7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SzPts val="2400"/>
              <a:buChar char="⬥"/>
              <a:defRPr sz="2400"/>
            </a:lvl1pPr>
            <a:lvl2pPr indent="-349250" lvl="1" marL="914400" algn="l">
              <a:spcBef>
                <a:spcPts val="400"/>
              </a:spcBef>
              <a:spcAft>
                <a:spcPts val="0"/>
              </a:spcAft>
              <a:buClr>
                <a:srgbClr val="FFFFFF"/>
              </a:buClr>
              <a:buSzPts val="1900"/>
              <a:buFont typeface="Arial"/>
              <a:buChar char="–"/>
              <a:defRPr sz="2000"/>
            </a:lvl2pPr>
            <a:lvl3pPr indent="-342900" lvl="2" marL="1371600" algn="l">
              <a:spcBef>
                <a:spcPts val="360"/>
              </a:spcBef>
              <a:spcAft>
                <a:spcPts val="0"/>
              </a:spcAft>
              <a:buClr>
                <a:srgbClr val="FFFFFF"/>
              </a:buClr>
              <a:buSzPts val="1800"/>
              <a:buFont typeface="Arial"/>
              <a:buChar char="•"/>
              <a:defRPr sz="1800"/>
            </a:lvl3pPr>
            <a:lvl4pPr indent="-330200" lvl="3" marL="1828800" algn="l">
              <a:spcBef>
                <a:spcPts val="320"/>
              </a:spcBef>
              <a:spcAft>
                <a:spcPts val="0"/>
              </a:spcAft>
              <a:buClr>
                <a:srgbClr val="FFFFFF"/>
              </a:buClr>
              <a:buSzPts val="1600"/>
              <a:buFont typeface="Arial"/>
              <a:buChar char="–"/>
              <a:defRPr sz="1600"/>
            </a:lvl4pPr>
            <a:lvl5pPr indent="-330200" lvl="4" marL="2286000" algn="l">
              <a:spcBef>
                <a:spcPts val="320"/>
              </a:spcBef>
              <a:spcAft>
                <a:spcPts val="0"/>
              </a:spcAft>
              <a:buClr>
                <a:srgbClr val="FFFFFF"/>
              </a:buClr>
              <a:buSzPts val="1600"/>
              <a:buFont typeface="Arial"/>
              <a:buChar char="•"/>
              <a:defRPr sz="1600"/>
            </a:lvl5pPr>
            <a:lvl6pPr indent="-330200" lvl="5" marL="2743200" algn="l">
              <a:spcBef>
                <a:spcPts val="320"/>
              </a:spcBef>
              <a:spcAft>
                <a:spcPts val="0"/>
              </a:spcAft>
              <a:buClr>
                <a:srgbClr val="FFFFFF"/>
              </a:buClr>
              <a:buSzPts val="1600"/>
              <a:buFont typeface="Arial"/>
              <a:buChar char="•"/>
              <a:defRPr sz="1600"/>
            </a:lvl6pPr>
            <a:lvl7pPr indent="-330200" lvl="6" marL="3200400" algn="l">
              <a:spcBef>
                <a:spcPts val="320"/>
              </a:spcBef>
              <a:spcAft>
                <a:spcPts val="0"/>
              </a:spcAft>
              <a:buClr>
                <a:srgbClr val="FFFFFF"/>
              </a:buClr>
              <a:buSzPts val="1600"/>
              <a:buFont typeface="Arial"/>
              <a:buChar char="•"/>
              <a:defRPr sz="1600"/>
            </a:lvl7pPr>
            <a:lvl8pPr indent="-330200" lvl="7" marL="3657600" algn="l">
              <a:spcBef>
                <a:spcPts val="320"/>
              </a:spcBef>
              <a:spcAft>
                <a:spcPts val="0"/>
              </a:spcAft>
              <a:buClr>
                <a:srgbClr val="FFFFFF"/>
              </a:buClr>
              <a:buSzPts val="1600"/>
              <a:buFont typeface="Arial"/>
              <a:buChar char="•"/>
              <a:defRPr sz="1600"/>
            </a:lvl8pPr>
            <a:lvl9pPr indent="-330200" lvl="8" marL="4114800" algn="l">
              <a:spcBef>
                <a:spcPts val="320"/>
              </a:spcBef>
              <a:spcAft>
                <a:spcPts val="0"/>
              </a:spcAft>
              <a:buClr>
                <a:srgbClr val="FFFFFF"/>
              </a:buClr>
              <a:buSzPts val="1600"/>
              <a:buFont typeface="Arial"/>
              <a:buChar char="•"/>
              <a:defRPr sz="1600"/>
            </a:lvl9pPr>
          </a:lstStyle>
          <a:p/>
        </p:txBody>
      </p:sp>
      <p:sp>
        <p:nvSpPr>
          <p:cNvPr id="44" name="Google Shape;44;p7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SzPts val="2400"/>
              <a:buNone/>
              <a:defRPr b="1" sz="2400"/>
            </a:lvl1pPr>
            <a:lvl2pPr indent="-228600" lvl="1" marL="914400" algn="l">
              <a:spcBef>
                <a:spcPts val="400"/>
              </a:spcBef>
              <a:spcAft>
                <a:spcPts val="0"/>
              </a:spcAft>
              <a:buClr>
                <a:srgbClr val="FFFFFF"/>
              </a:buClr>
              <a:buSzPts val="1900"/>
              <a:buFont typeface="Arial"/>
              <a:buNone/>
              <a:defRPr b="1" sz="2000"/>
            </a:lvl2pPr>
            <a:lvl3pPr indent="-228600" lvl="2" marL="1371600" algn="l">
              <a:spcBef>
                <a:spcPts val="360"/>
              </a:spcBef>
              <a:spcAft>
                <a:spcPts val="0"/>
              </a:spcAft>
              <a:buClr>
                <a:srgbClr val="FFFFFF"/>
              </a:buClr>
              <a:buSzPts val="1800"/>
              <a:buFont typeface="Arial"/>
              <a:buNone/>
              <a:defRPr b="1" sz="1800"/>
            </a:lvl3pPr>
            <a:lvl4pPr indent="-228600" lvl="3" marL="1828800" algn="l">
              <a:spcBef>
                <a:spcPts val="320"/>
              </a:spcBef>
              <a:spcAft>
                <a:spcPts val="0"/>
              </a:spcAft>
              <a:buClr>
                <a:srgbClr val="FFFFFF"/>
              </a:buClr>
              <a:buSzPts val="1600"/>
              <a:buFont typeface="Arial"/>
              <a:buNone/>
              <a:defRPr b="1" sz="1600"/>
            </a:lvl4pPr>
            <a:lvl5pPr indent="-228600" lvl="4" marL="2286000" algn="l">
              <a:spcBef>
                <a:spcPts val="320"/>
              </a:spcBef>
              <a:spcAft>
                <a:spcPts val="0"/>
              </a:spcAft>
              <a:buClr>
                <a:srgbClr val="FFFFFF"/>
              </a:buClr>
              <a:buSzPts val="1600"/>
              <a:buFont typeface="Arial"/>
              <a:buNone/>
              <a:defRPr b="1" sz="1600"/>
            </a:lvl5pPr>
            <a:lvl6pPr indent="-228600" lvl="5" marL="2743200" algn="l">
              <a:spcBef>
                <a:spcPts val="320"/>
              </a:spcBef>
              <a:spcAft>
                <a:spcPts val="0"/>
              </a:spcAft>
              <a:buClr>
                <a:srgbClr val="FFFFFF"/>
              </a:buClr>
              <a:buSzPts val="1600"/>
              <a:buFont typeface="Arial"/>
              <a:buNone/>
              <a:defRPr b="1" sz="1600"/>
            </a:lvl6pPr>
            <a:lvl7pPr indent="-228600" lvl="6" marL="3200400" algn="l">
              <a:spcBef>
                <a:spcPts val="320"/>
              </a:spcBef>
              <a:spcAft>
                <a:spcPts val="0"/>
              </a:spcAft>
              <a:buClr>
                <a:srgbClr val="FFFFFF"/>
              </a:buClr>
              <a:buSzPts val="1600"/>
              <a:buFont typeface="Arial"/>
              <a:buNone/>
              <a:defRPr b="1" sz="1600"/>
            </a:lvl7pPr>
            <a:lvl8pPr indent="-228600" lvl="7" marL="3657600" algn="l">
              <a:spcBef>
                <a:spcPts val="320"/>
              </a:spcBef>
              <a:spcAft>
                <a:spcPts val="0"/>
              </a:spcAft>
              <a:buClr>
                <a:srgbClr val="FFFFFF"/>
              </a:buClr>
              <a:buSzPts val="1600"/>
              <a:buFont typeface="Arial"/>
              <a:buNone/>
              <a:defRPr b="1" sz="1600"/>
            </a:lvl8pPr>
            <a:lvl9pPr indent="-228600" lvl="8" marL="4114800" algn="l">
              <a:spcBef>
                <a:spcPts val="320"/>
              </a:spcBef>
              <a:spcAft>
                <a:spcPts val="0"/>
              </a:spcAft>
              <a:buClr>
                <a:srgbClr val="FFFFFF"/>
              </a:buClr>
              <a:buSzPts val="1600"/>
              <a:buFont typeface="Arial"/>
              <a:buNone/>
              <a:defRPr b="1" sz="1600"/>
            </a:lvl9pPr>
          </a:lstStyle>
          <a:p/>
        </p:txBody>
      </p:sp>
      <p:sp>
        <p:nvSpPr>
          <p:cNvPr id="45" name="Google Shape;45;p7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SzPts val="2400"/>
              <a:buChar char="⬥"/>
              <a:defRPr sz="2400"/>
            </a:lvl1pPr>
            <a:lvl2pPr indent="-349250" lvl="1" marL="914400" algn="l">
              <a:spcBef>
                <a:spcPts val="400"/>
              </a:spcBef>
              <a:spcAft>
                <a:spcPts val="0"/>
              </a:spcAft>
              <a:buClr>
                <a:srgbClr val="FFFFFF"/>
              </a:buClr>
              <a:buSzPts val="1900"/>
              <a:buFont typeface="Arial"/>
              <a:buChar char="–"/>
              <a:defRPr sz="2000"/>
            </a:lvl2pPr>
            <a:lvl3pPr indent="-342900" lvl="2" marL="1371600" algn="l">
              <a:spcBef>
                <a:spcPts val="360"/>
              </a:spcBef>
              <a:spcAft>
                <a:spcPts val="0"/>
              </a:spcAft>
              <a:buClr>
                <a:srgbClr val="FFFFFF"/>
              </a:buClr>
              <a:buSzPts val="1800"/>
              <a:buFont typeface="Arial"/>
              <a:buChar char="•"/>
              <a:defRPr sz="1800"/>
            </a:lvl3pPr>
            <a:lvl4pPr indent="-330200" lvl="3" marL="1828800" algn="l">
              <a:spcBef>
                <a:spcPts val="320"/>
              </a:spcBef>
              <a:spcAft>
                <a:spcPts val="0"/>
              </a:spcAft>
              <a:buClr>
                <a:srgbClr val="FFFFFF"/>
              </a:buClr>
              <a:buSzPts val="1600"/>
              <a:buFont typeface="Arial"/>
              <a:buChar char="–"/>
              <a:defRPr sz="1600"/>
            </a:lvl4pPr>
            <a:lvl5pPr indent="-330200" lvl="4" marL="2286000" algn="l">
              <a:spcBef>
                <a:spcPts val="320"/>
              </a:spcBef>
              <a:spcAft>
                <a:spcPts val="0"/>
              </a:spcAft>
              <a:buClr>
                <a:srgbClr val="FFFFFF"/>
              </a:buClr>
              <a:buSzPts val="1600"/>
              <a:buFont typeface="Arial"/>
              <a:buChar char="•"/>
              <a:defRPr sz="1600"/>
            </a:lvl5pPr>
            <a:lvl6pPr indent="-330200" lvl="5" marL="2743200" algn="l">
              <a:spcBef>
                <a:spcPts val="320"/>
              </a:spcBef>
              <a:spcAft>
                <a:spcPts val="0"/>
              </a:spcAft>
              <a:buClr>
                <a:srgbClr val="FFFFFF"/>
              </a:buClr>
              <a:buSzPts val="1600"/>
              <a:buFont typeface="Arial"/>
              <a:buChar char="•"/>
              <a:defRPr sz="1600"/>
            </a:lvl6pPr>
            <a:lvl7pPr indent="-330200" lvl="6" marL="3200400" algn="l">
              <a:spcBef>
                <a:spcPts val="320"/>
              </a:spcBef>
              <a:spcAft>
                <a:spcPts val="0"/>
              </a:spcAft>
              <a:buClr>
                <a:srgbClr val="FFFFFF"/>
              </a:buClr>
              <a:buSzPts val="1600"/>
              <a:buFont typeface="Arial"/>
              <a:buChar char="•"/>
              <a:defRPr sz="1600"/>
            </a:lvl7pPr>
            <a:lvl8pPr indent="-330200" lvl="7" marL="3657600" algn="l">
              <a:spcBef>
                <a:spcPts val="320"/>
              </a:spcBef>
              <a:spcAft>
                <a:spcPts val="0"/>
              </a:spcAft>
              <a:buClr>
                <a:srgbClr val="FFFFFF"/>
              </a:buClr>
              <a:buSzPts val="1600"/>
              <a:buFont typeface="Arial"/>
              <a:buChar char="•"/>
              <a:defRPr sz="1600"/>
            </a:lvl8pPr>
            <a:lvl9pPr indent="-330200" lvl="8" marL="4114800" algn="l">
              <a:spcBef>
                <a:spcPts val="320"/>
              </a:spcBef>
              <a:spcAft>
                <a:spcPts val="0"/>
              </a:spcAft>
              <a:buClr>
                <a:srgbClr val="FFFFFF"/>
              </a:buClr>
              <a:buSzPts val="1600"/>
              <a:buFont typeface="Arial"/>
              <a:buChar char="•"/>
              <a:defRPr sz="1600"/>
            </a:lvl9pPr>
          </a:lstStyle>
          <a:p/>
        </p:txBody>
      </p:sp>
      <p:sp>
        <p:nvSpPr>
          <p:cNvPr id="46" name="Google Shape;46;p72"/>
          <p:cNvSpPr txBox="1"/>
          <p:nvPr>
            <p:ph idx="10" type="dt"/>
          </p:nvPr>
        </p:nvSpPr>
        <p:spPr>
          <a:xfrm>
            <a:off x="1371600" y="6248400"/>
            <a:ext cx="1676400" cy="457200"/>
          </a:xfrm>
          <a:prstGeom prst="rect">
            <a:avLst/>
          </a:prstGeom>
          <a:noFill/>
          <a:ln>
            <a:noFill/>
          </a:ln>
        </p:spPr>
        <p:txBody>
          <a:bodyPr anchorCtr="0" anchor="t" bIns="45700" lIns="91425" spcFirstLastPara="1" rIns="91425" wrap="square" tIns="45700">
            <a:noAutofit/>
          </a:bodyPr>
          <a:lstStyle>
            <a:lvl1pPr lvl="0" algn="l">
              <a:spcBef>
                <a:spcPts val="70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2"/>
          <p:cNvSpPr txBox="1"/>
          <p:nvPr>
            <p:ph idx="11" type="ftr"/>
          </p:nvPr>
        </p:nvSpPr>
        <p:spPr>
          <a:xfrm>
            <a:off x="3429000" y="6248400"/>
            <a:ext cx="3429000" cy="457200"/>
          </a:xfrm>
          <a:prstGeom prst="rect">
            <a:avLst/>
          </a:prstGeom>
          <a:noFill/>
          <a:ln>
            <a:noFill/>
          </a:ln>
        </p:spPr>
        <p:txBody>
          <a:bodyPr anchorCtr="0" anchor="t" bIns="45700" lIns="91425" spcFirstLastPara="1" rIns="91425" wrap="square" tIns="45700">
            <a:noAutofit/>
          </a:bodyPr>
          <a:lstStyle>
            <a:lvl1pPr lvl="0" algn="ctr">
              <a:spcBef>
                <a:spcPts val="70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2"/>
          <p:cNvSpPr txBox="1"/>
          <p:nvPr>
            <p:ph idx="12" type="sldNum"/>
          </p:nvPr>
        </p:nvSpPr>
        <p:spPr>
          <a:xfrm>
            <a:off x="7239000" y="6248400"/>
            <a:ext cx="1905000" cy="457200"/>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sz="1400">
                <a:solidFill>
                  <a:schemeClr val="dk1"/>
                </a:solidFill>
                <a:latin typeface="Times New Roman"/>
                <a:ea typeface="Times New Roman"/>
                <a:cs typeface="Times New Roman"/>
                <a:sym typeface="Times New Roman"/>
              </a:defRPr>
            </a:lvl1pPr>
            <a:lvl2pPr indent="0" lvl="1" marL="0" algn="r">
              <a:spcBef>
                <a:spcPts val="0"/>
              </a:spcBef>
              <a:spcAft>
                <a:spcPts val="0"/>
              </a:spcAft>
              <a:buNone/>
              <a:defRPr sz="1400">
                <a:solidFill>
                  <a:schemeClr val="dk1"/>
                </a:solidFill>
                <a:latin typeface="Times New Roman"/>
                <a:ea typeface="Times New Roman"/>
                <a:cs typeface="Times New Roman"/>
                <a:sym typeface="Times New Roman"/>
              </a:defRPr>
            </a:lvl2pPr>
            <a:lvl3pPr indent="0" lvl="2" marL="0" algn="r">
              <a:spcBef>
                <a:spcPts val="0"/>
              </a:spcBef>
              <a:spcAft>
                <a:spcPts val="0"/>
              </a:spcAft>
              <a:buNone/>
              <a:defRPr sz="1400">
                <a:solidFill>
                  <a:schemeClr val="dk1"/>
                </a:solidFill>
                <a:latin typeface="Times New Roman"/>
                <a:ea typeface="Times New Roman"/>
                <a:cs typeface="Times New Roman"/>
                <a:sym typeface="Times New Roman"/>
              </a:defRPr>
            </a:lvl3pPr>
            <a:lvl4pPr indent="0" lvl="3" marL="0" algn="r">
              <a:spcBef>
                <a:spcPts val="0"/>
              </a:spcBef>
              <a:spcAft>
                <a:spcPts val="0"/>
              </a:spcAft>
              <a:buNone/>
              <a:defRPr sz="1400">
                <a:solidFill>
                  <a:schemeClr val="dk1"/>
                </a:solidFill>
                <a:latin typeface="Times New Roman"/>
                <a:ea typeface="Times New Roman"/>
                <a:cs typeface="Times New Roman"/>
                <a:sym typeface="Times New Roman"/>
              </a:defRPr>
            </a:lvl4pPr>
            <a:lvl5pPr indent="0" lvl="4" marL="0" algn="r">
              <a:spcBef>
                <a:spcPts val="0"/>
              </a:spcBef>
              <a:spcAft>
                <a:spcPts val="0"/>
              </a:spcAft>
              <a:buNone/>
              <a:defRPr sz="1400">
                <a:solidFill>
                  <a:schemeClr val="dk1"/>
                </a:solidFill>
                <a:latin typeface="Times New Roman"/>
                <a:ea typeface="Times New Roman"/>
                <a:cs typeface="Times New Roman"/>
                <a:sym typeface="Times New Roman"/>
              </a:defRPr>
            </a:lvl5pPr>
            <a:lvl6pPr indent="0" lvl="5" marL="0" algn="r">
              <a:spcBef>
                <a:spcPts val="0"/>
              </a:spcBef>
              <a:spcAft>
                <a:spcPts val="0"/>
              </a:spcAft>
              <a:buNone/>
              <a:defRPr sz="1400">
                <a:solidFill>
                  <a:schemeClr val="dk1"/>
                </a:solidFill>
                <a:latin typeface="Times New Roman"/>
                <a:ea typeface="Times New Roman"/>
                <a:cs typeface="Times New Roman"/>
                <a:sym typeface="Times New Roman"/>
              </a:defRPr>
            </a:lvl6pPr>
            <a:lvl7pPr indent="0" lvl="6" marL="0" algn="r">
              <a:spcBef>
                <a:spcPts val="0"/>
              </a:spcBef>
              <a:spcAft>
                <a:spcPts val="0"/>
              </a:spcAft>
              <a:buNone/>
              <a:defRPr sz="1400">
                <a:solidFill>
                  <a:schemeClr val="dk1"/>
                </a:solidFill>
                <a:latin typeface="Times New Roman"/>
                <a:ea typeface="Times New Roman"/>
                <a:cs typeface="Times New Roman"/>
                <a:sym typeface="Times New Roman"/>
              </a:defRPr>
            </a:lvl7pPr>
            <a:lvl8pPr indent="0" lvl="7" marL="0" algn="r">
              <a:spcBef>
                <a:spcPts val="0"/>
              </a:spcBef>
              <a:spcAft>
                <a:spcPts val="0"/>
              </a:spcAft>
              <a:buNone/>
              <a:defRPr sz="1400">
                <a:solidFill>
                  <a:schemeClr val="dk1"/>
                </a:solidFill>
                <a:latin typeface="Times New Roman"/>
                <a:ea typeface="Times New Roman"/>
                <a:cs typeface="Times New Roman"/>
                <a:sym typeface="Times New Roman"/>
              </a:defRPr>
            </a:lvl8pPr>
            <a:lvl9pPr indent="0" lvl="8" marL="0" algn="r">
              <a:spcBef>
                <a:spcPts val="0"/>
              </a:spcBef>
              <a:spcAft>
                <a:spcPts val="0"/>
              </a:spcAft>
              <a:buNone/>
              <a:defRPr sz="1400">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73"/>
          <p:cNvSpPr txBox="1"/>
          <p:nvPr>
            <p:ph type="title"/>
          </p:nvPr>
        </p:nvSpPr>
        <p:spPr>
          <a:xfrm>
            <a:off x="1219200" y="457200"/>
            <a:ext cx="7543800" cy="1143000"/>
          </a:xfrm>
          <a:prstGeom prst="rect">
            <a:avLst/>
          </a:prstGeom>
          <a:noFill/>
          <a:ln>
            <a:noFill/>
          </a:ln>
        </p:spPr>
        <p:txBody>
          <a:bodyPr anchorCtr="0" anchor="ctr" bIns="46025" lIns="92075" spcFirstLastPara="1" rIns="92075" wrap="square" tIns="460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1" name="Google Shape;51;p73"/>
          <p:cNvSpPr txBox="1"/>
          <p:nvPr>
            <p:ph idx="10" type="dt"/>
          </p:nvPr>
        </p:nvSpPr>
        <p:spPr>
          <a:xfrm>
            <a:off x="1371600" y="6248400"/>
            <a:ext cx="1676400" cy="457200"/>
          </a:xfrm>
          <a:prstGeom prst="rect">
            <a:avLst/>
          </a:prstGeom>
          <a:noFill/>
          <a:ln>
            <a:noFill/>
          </a:ln>
        </p:spPr>
        <p:txBody>
          <a:bodyPr anchorCtr="0" anchor="t" bIns="45700" lIns="91425" spcFirstLastPara="1" rIns="91425" wrap="square" tIns="45700">
            <a:noAutofit/>
          </a:bodyPr>
          <a:lstStyle>
            <a:lvl1pPr lvl="0" algn="l">
              <a:spcBef>
                <a:spcPts val="70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3"/>
          <p:cNvSpPr txBox="1"/>
          <p:nvPr>
            <p:ph idx="11" type="ftr"/>
          </p:nvPr>
        </p:nvSpPr>
        <p:spPr>
          <a:xfrm>
            <a:off x="3429000" y="6248400"/>
            <a:ext cx="3429000" cy="457200"/>
          </a:xfrm>
          <a:prstGeom prst="rect">
            <a:avLst/>
          </a:prstGeom>
          <a:noFill/>
          <a:ln>
            <a:noFill/>
          </a:ln>
        </p:spPr>
        <p:txBody>
          <a:bodyPr anchorCtr="0" anchor="t" bIns="45700" lIns="91425" spcFirstLastPara="1" rIns="91425" wrap="square" tIns="45700">
            <a:noAutofit/>
          </a:bodyPr>
          <a:lstStyle>
            <a:lvl1pPr lvl="0" algn="ctr">
              <a:spcBef>
                <a:spcPts val="70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73"/>
          <p:cNvSpPr txBox="1"/>
          <p:nvPr>
            <p:ph idx="12" type="sldNum"/>
          </p:nvPr>
        </p:nvSpPr>
        <p:spPr>
          <a:xfrm>
            <a:off x="7239000" y="6248400"/>
            <a:ext cx="1905000" cy="457200"/>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sz="1400">
                <a:solidFill>
                  <a:schemeClr val="dk1"/>
                </a:solidFill>
                <a:latin typeface="Times New Roman"/>
                <a:ea typeface="Times New Roman"/>
                <a:cs typeface="Times New Roman"/>
                <a:sym typeface="Times New Roman"/>
              </a:defRPr>
            </a:lvl1pPr>
            <a:lvl2pPr indent="0" lvl="1" marL="0" algn="r">
              <a:spcBef>
                <a:spcPts val="0"/>
              </a:spcBef>
              <a:spcAft>
                <a:spcPts val="0"/>
              </a:spcAft>
              <a:buNone/>
              <a:defRPr sz="1400">
                <a:solidFill>
                  <a:schemeClr val="dk1"/>
                </a:solidFill>
                <a:latin typeface="Times New Roman"/>
                <a:ea typeface="Times New Roman"/>
                <a:cs typeface="Times New Roman"/>
                <a:sym typeface="Times New Roman"/>
              </a:defRPr>
            </a:lvl2pPr>
            <a:lvl3pPr indent="0" lvl="2" marL="0" algn="r">
              <a:spcBef>
                <a:spcPts val="0"/>
              </a:spcBef>
              <a:spcAft>
                <a:spcPts val="0"/>
              </a:spcAft>
              <a:buNone/>
              <a:defRPr sz="1400">
                <a:solidFill>
                  <a:schemeClr val="dk1"/>
                </a:solidFill>
                <a:latin typeface="Times New Roman"/>
                <a:ea typeface="Times New Roman"/>
                <a:cs typeface="Times New Roman"/>
                <a:sym typeface="Times New Roman"/>
              </a:defRPr>
            </a:lvl3pPr>
            <a:lvl4pPr indent="0" lvl="3" marL="0" algn="r">
              <a:spcBef>
                <a:spcPts val="0"/>
              </a:spcBef>
              <a:spcAft>
                <a:spcPts val="0"/>
              </a:spcAft>
              <a:buNone/>
              <a:defRPr sz="1400">
                <a:solidFill>
                  <a:schemeClr val="dk1"/>
                </a:solidFill>
                <a:latin typeface="Times New Roman"/>
                <a:ea typeface="Times New Roman"/>
                <a:cs typeface="Times New Roman"/>
                <a:sym typeface="Times New Roman"/>
              </a:defRPr>
            </a:lvl4pPr>
            <a:lvl5pPr indent="0" lvl="4" marL="0" algn="r">
              <a:spcBef>
                <a:spcPts val="0"/>
              </a:spcBef>
              <a:spcAft>
                <a:spcPts val="0"/>
              </a:spcAft>
              <a:buNone/>
              <a:defRPr sz="1400">
                <a:solidFill>
                  <a:schemeClr val="dk1"/>
                </a:solidFill>
                <a:latin typeface="Times New Roman"/>
                <a:ea typeface="Times New Roman"/>
                <a:cs typeface="Times New Roman"/>
                <a:sym typeface="Times New Roman"/>
              </a:defRPr>
            </a:lvl5pPr>
            <a:lvl6pPr indent="0" lvl="5" marL="0" algn="r">
              <a:spcBef>
                <a:spcPts val="0"/>
              </a:spcBef>
              <a:spcAft>
                <a:spcPts val="0"/>
              </a:spcAft>
              <a:buNone/>
              <a:defRPr sz="1400">
                <a:solidFill>
                  <a:schemeClr val="dk1"/>
                </a:solidFill>
                <a:latin typeface="Times New Roman"/>
                <a:ea typeface="Times New Roman"/>
                <a:cs typeface="Times New Roman"/>
                <a:sym typeface="Times New Roman"/>
              </a:defRPr>
            </a:lvl6pPr>
            <a:lvl7pPr indent="0" lvl="6" marL="0" algn="r">
              <a:spcBef>
                <a:spcPts val="0"/>
              </a:spcBef>
              <a:spcAft>
                <a:spcPts val="0"/>
              </a:spcAft>
              <a:buNone/>
              <a:defRPr sz="1400">
                <a:solidFill>
                  <a:schemeClr val="dk1"/>
                </a:solidFill>
                <a:latin typeface="Times New Roman"/>
                <a:ea typeface="Times New Roman"/>
                <a:cs typeface="Times New Roman"/>
                <a:sym typeface="Times New Roman"/>
              </a:defRPr>
            </a:lvl7pPr>
            <a:lvl8pPr indent="0" lvl="7" marL="0" algn="r">
              <a:spcBef>
                <a:spcPts val="0"/>
              </a:spcBef>
              <a:spcAft>
                <a:spcPts val="0"/>
              </a:spcAft>
              <a:buNone/>
              <a:defRPr sz="1400">
                <a:solidFill>
                  <a:schemeClr val="dk1"/>
                </a:solidFill>
                <a:latin typeface="Times New Roman"/>
                <a:ea typeface="Times New Roman"/>
                <a:cs typeface="Times New Roman"/>
                <a:sym typeface="Times New Roman"/>
              </a:defRPr>
            </a:lvl8pPr>
            <a:lvl9pPr indent="0" lvl="8" marL="0" algn="r">
              <a:spcBef>
                <a:spcPts val="0"/>
              </a:spcBef>
              <a:spcAft>
                <a:spcPts val="0"/>
              </a:spcAft>
              <a:buNone/>
              <a:defRPr sz="1400">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74"/>
          <p:cNvSpPr txBox="1"/>
          <p:nvPr>
            <p:ph idx="10" type="dt"/>
          </p:nvPr>
        </p:nvSpPr>
        <p:spPr>
          <a:xfrm>
            <a:off x="1371600" y="6248400"/>
            <a:ext cx="1676400" cy="457200"/>
          </a:xfrm>
          <a:prstGeom prst="rect">
            <a:avLst/>
          </a:prstGeom>
          <a:noFill/>
          <a:ln>
            <a:noFill/>
          </a:ln>
        </p:spPr>
        <p:txBody>
          <a:bodyPr anchorCtr="0" anchor="t" bIns="45700" lIns="91425" spcFirstLastPara="1" rIns="91425" wrap="square" tIns="45700">
            <a:noAutofit/>
          </a:bodyPr>
          <a:lstStyle>
            <a:lvl1pPr lvl="0" algn="l">
              <a:spcBef>
                <a:spcPts val="70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74"/>
          <p:cNvSpPr txBox="1"/>
          <p:nvPr>
            <p:ph idx="11" type="ftr"/>
          </p:nvPr>
        </p:nvSpPr>
        <p:spPr>
          <a:xfrm>
            <a:off x="3429000" y="6248400"/>
            <a:ext cx="3429000" cy="457200"/>
          </a:xfrm>
          <a:prstGeom prst="rect">
            <a:avLst/>
          </a:prstGeom>
          <a:noFill/>
          <a:ln>
            <a:noFill/>
          </a:ln>
        </p:spPr>
        <p:txBody>
          <a:bodyPr anchorCtr="0" anchor="t" bIns="45700" lIns="91425" spcFirstLastPara="1" rIns="91425" wrap="square" tIns="45700">
            <a:noAutofit/>
          </a:bodyPr>
          <a:lstStyle>
            <a:lvl1pPr lvl="0" algn="ctr">
              <a:spcBef>
                <a:spcPts val="70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74"/>
          <p:cNvSpPr txBox="1"/>
          <p:nvPr>
            <p:ph idx="12" type="sldNum"/>
          </p:nvPr>
        </p:nvSpPr>
        <p:spPr>
          <a:xfrm>
            <a:off x="7239000" y="6248400"/>
            <a:ext cx="1905000" cy="457200"/>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sz="1400">
                <a:solidFill>
                  <a:schemeClr val="dk1"/>
                </a:solidFill>
                <a:latin typeface="Times New Roman"/>
                <a:ea typeface="Times New Roman"/>
                <a:cs typeface="Times New Roman"/>
                <a:sym typeface="Times New Roman"/>
              </a:defRPr>
            </a:lvl1pPr>
            <a:lvl2pPr indent="0" lvl="1" marL="0" algn="r">
              <a:spcBef>
                <a:spcPts val="0"/>
              </a:spcBef>
              <a:spcAft>
                <a:spcPts val="0"/>
              </a:spcAft>
              <a:buNone/>
              <a:defRPr sz="1400">
                <a:solidFill>
                  <a:schemeClr val="dk1"/>
                </a:solidFill>
                <a:latin typeface="Times New Roman"/>
                <a:ea typeface="Times New Roman"/>
                <a:cs typeface="Times New Roman"/>
                <a:sym typeface="Times New Roman"/>
              </a:defRPr>
            </a:lvl2pPr>
            <a:lvl3pPr indent="0" lvl="2" marL="0" algn="r">
              <a:spcBef>
                <a:spcPts val="0"/>
              </a:spcBef>
              <a:spcAft>
                <a:spcPts val="0"/>
              </a:spcAft>
              <a:buNone/>
              <a:defRPr sz="1400">
                <a:solidFill>
                  <a:schemeClr val="dk1"/>
                </a:solidFill>
                <a:latin typeface="Times New Roman"/>
                <a:ea typeface="Times New Roman"/>
                <a:cs typeface="Times New Roman"/>
                <a:sym typeface="Times New Roman"/>
              </a:defRPr>
            </a:lvl3pPr>
            <a:lvl4pPr indent="0" lvl="3" marL="0" algn="r">
              <a:spcBef>
                <a:spcPts val="0"/>
              </a:spcBef>
              <a:spcAft>
                <a:spcPts val="0"/>
              </a:spcAft>
              <a:buNone/>
              <a:defRPr sz="1400">
                <a:solidFill>
                  <a:schemeClr val="dk1"/>
                </a:solidFill>
                <a:latin typeface="Times New Roman"/>
                <a:ea typeface="Times New Roman"/>
                <a:cs typeface="Times New Roman"/>
                <a:sym typeface="Times New Roman"/>
              </a:defRPr>
            </a:lvl4pPr>
            <a:lvl5pPr indent="0" lvl="4" marL="0" algn="r">
              <a:spcBef>
                <a:spcPts val="0"/>
              </a:spcBef>
              <a:spcAft>
                <a:spcPts val="0"/>
              </a:spcAft>
              <a:buNone/>
              <a:defRPr sz="1400">
                <a:solidFill>
                  <a:schemeClr val="dk1"/>
                </a:solidFill>
                <a:latin typeface="Times New Roman"/>
                <a:ea typeface="Times New Roman"/>
                <a:cs typeface="Times New Roman"/>
                <a:sym typeface="Times New Roman"/>
              </a:defRPr>
            </a:lvl5pPr>
            <a:lvl6pPr indent="0" lvl="5" marL="0" algn="r">
              <a:spcBef>
                <a:spcPts val="0"/>
              </a:spcBef>
              <a:spcAft>
                <a:spcPts val="0"/>
              </a:spcAft>
              <a:buNone/>
              <a:defRPr sz="1400">
                <a:solidFill>
                  <a:schemeClr val="dk1"/>
                </a:solidFill>
                <a:latin typeface="Times New Roman"/>
                <a:ea typeface="Times New Roman"/>
                <a:cs typeface="Times New Roman"/>
                <a:sym typeface="Times New Roman"/>
              </a:defRPr>
            </a:lvl6pPr>
            <a:lvl7pPr indent="0" lvl="6" marL="0" algn="r">
              <a:spcBef>
                <a:spcPts val="0"/>
              </a:spcBef>
              <a:spcAft>
                <a:spcPts val="0"/>
              </a:spcAft>
              <a:buNone/>
              <a:defRPr sz="1400">
                <a:solidFill>
                  <a:schemeClr val="dk1"/>
                </a:solidFill>
                <a:latin typeface="Times New Roman"/>
                <a:ea typeface="Times New Roman"/>
                <a:cs typeface="Times New Roman"/>
                <a:sym typeface="Times New Roman"/>
              </a:defRPr>
            </a:lvl7pPr>
            <a:lvl8pPr indent="0" lvl="7" marL="0" algn="r">
              <a:spcBef>
                <a:spcPts val="0"/>
              </a:spcBef>
              <a:spcAft>
                <a:spcPts val="0"/>
              </a:spcAft>
              <a:buNone/>
              <a:defRPr sz="1400">
                <a:solidFill>
                  <a:schemeClr val="dk1"/>
                </a:solidFill>
                <a:latin typeface="Times New Roman"/>
                <a:ea typeface="Times New Roman"/>
                <a:cs typeface="Times New Roman"/>
                <a:sym typeface="Times New Roman"/>
              </a:defRPr>
            </a:lvl8pPr>
            <a:lvl9pPr indent="0" lvl="8" marL="0" algn="r">
              <a:spcBef>
                <a:spcPts val="0"/>
              </a:spcBef>
              <a:spcAft>
                <a:spcPts val="0"/>
              </a:spcAft>
              <a:buNone/>
              <a:defRPr sz="1400">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75"/>
          <p:cNvSpPr txBox="1"/>
          <p:nvPr>
            <p:ph type="title"/>
          </p:nvPr>
        </p:nvSpPr>
        <p:spPr>
          <a:xfrm>
            <a:off x="457200" y="273050"/>
            <a:ext cx="3008313" cy="1162050"/>
          </a:xfrm>
          <a:prstGeom prst="rect">
            <a:avLst/>
          </a:prstGeom>
          <a:noFill/>
          <a:ln>
            <a:noFill/>
          </a:ln>
        </p:spPr>
        <p:txBody>
          <a:bodyPr anchorCtr="0" anchor="b" bIns="46025" lIns="92075" spcFirstLastPara="1" rIns="92075" wrap="square" tIns="46025">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0" name="Google Shape;60;p75"/>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SzPts val="3200"/>
              <a:buChar char="⬥"/>
              <a:defRPr sz="3200"/>
            </a:lvl1pPr>
            <a:lvl2pPr indent="-397510" lvl="1" marL="914400" algn="l">
              <a:spcBef>
                <a:spcPts val="560"/>
              </a:spcBef>
              <a:spcAft>
                <a:spcPts val="0"/>
              </a:spcAft>
              <a:buClr>
                <a:srgbClr val="FFFFFF"/>
              </a:buClr>
              <a:buSzPts val="2660"/>
              <a:buFont typeface="Arial"/>
              <a:buChar char="–"/>
              <a:defRPr sz="2800"/>
            </a:lvl2pPr>
            <a:lvl3pPr indent="-381000" lvl="2" marL="1371600" algn="l">
              <a:spcBef>
                <a:spcPts val="480"/>
              </a:spcBef>
              <a:spcAft>
                <a:spcPts val="0"/>
              </a:spcAft>
              <a:buClr>
                <a:srgbClr val="FFFFFF"/>
              </a:buClr>
              <a:buSzPts val="2400"/>
              <a:buFont typeface="Arial"/>
              <a:buChar char="•"/>
              <a:defRPr sz="2400"/>
            </a:lvl3pPr>
            <a:lvl4pPr indent="-355600" lvl="3" marL="1828800" algn="l">
              <a:spcBef>
                <a:spcPts val="400"/>
              </a:spcBef>
              <a:spcAft>
                <a:spcPts val="0"/>
              </a:spcAft>
              <a:buClr>
                <a:srgbClr val="FFFFFF"/>
              </a:buClr>
              <a:buSzPts val="2000"/>
              <a:buFont typeface="Arial"/>
              <a:buChar char="–"/>
              <a:defRPr sz="2000"/>
            </a:lvl4pPr>
            <a:lvl5pPr indent="-355600" lvl="4" marL="2286000" algn="l">
              <a:spcBef>
                <a:spcPts val="400"/>
              </a:spcBef>
              <a:spcAft>
                <a:spcPts val="0"/>
              </a:spcAft>
              <a:buClr>
                <a:srgbClr val="FFFFFF"/>
              </a:buClr>
              <a:buSzPts val="2000"/>
              <a:buFont typeface="Arial"/>
              <a:buChar char="•"/>
              <a:defRPr sz="2000"/>
            </a:lvl5pPr>
            <a:lvl6pPr indent="-355600" lvl="5" marL="2743200" algn="l">
              <a:spcBef>
                <a:spcPts val="400"/>
              </a:spcBef>
              <a:spcAft>
                <a:spcPts val="0"/>
              </a:spcAft>
              <a:buClr>
                <a:srgbClr val="FFFFFF"/>
              </a:buClr>
              <a:buSzPts val="2000"/>
              <a:buFont typeface="Arial"/>
              <a:buChar char="•"/>
              <a:defRPr sz="2000"/>
            </a:lvl6pPr>
            <a:lvl7pPr indent="-355600" lvl="6" marL="3200400" algn="l">
              <a:spcBef>
                <a:spcPts val="400"/>
              </a:spcBef>
              <a:spcAft>
                <a:spcPts val="0"/>
              </a:spcAft>
              <a:buClr>
                <a:srgbClr val="FFFFFF"/>
              </a:buClr>
              <a:buSzPts val="2000"/>
              <a:buFont typeface="Arial"/>
              <a:buChar char="•"/>
              <a:defRPr sz="2000"/>
            </a:lvl7pPr>
            <a:lvl8pPr indent="-355600" lvl="7" marL="3657600" algn="l">
              <a:spcBef>
                <a:spcPts val="400"/>
              </a:spcBef>
              <a:spcAft>
                <a:spcPts val="0"/>
              </a:spcAft>
              <a:buClr>
                <a:srgbClr val="FFFFFF"/>
              </a:buClr>
              <a:buSzPts val="2000"/>
              <a:buFont typeface="Arial"/>
              <a:buChar char="•"/>
              <a:defRPr sz="2000"/>
            </a:lvl8pPr>
            <a:lvl9pPr indent="-355600" lvl="8" marL="4114800" algn="l">
              <a:spcBef>
                <a:spcPts val="400"/>
              </a:spcBef>
              <a:spcAft>
                <a:spcPts val="0"/>
              </a:spcAft>
              <a:buClr>
                <a:srgbClr val="FFFFFF"/>
              </a:buClr>
              <a:buSzPts val="2000"/>
              <a:buFont typeface="Arial"/>
              <a:buChar char="•"/>
              <a:defRPr sz="2000"/>
            </a:lvl9pPr>
          </a:lstStyle>
          <a:p/>
        </p:txBody>
      </p:sp>
      <p:sp>
        <p:nvSpPr>
          <p:cNvPr id="61" name="Google Shape;61;p75"/>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SzPts val="1400"/>
              <a:buNone/>
              <a:defRPr sz="1400"/>
            </a:lvl1pPr>
            <a:lvl2pPr indent="-228600" lvl="1" marL="914400" algn="l">
              <a:spcBef>
                <a:spcPts val="240"/>
              </a:spcBef>
              <a:spcAft>
                <a:spcPts val="0"/>
              </a:spcAft>
              <a:buClr>
                <a:srgbClr val="FFFFFF"/>
              </a:buClr>
              <a:buSzPts val="1140"/>
              <a:buFont typeface="Arial"/>
              <a:buNone/>
              <a:defRPr sz="1200"/>
            </a:lvl2pPr>
            <a:lvl3pPr indent="-228600" lvl="2" marL="1371600" algn="l">
              <a:spcBef>
                <a:spcPts val="200"/>
              </a:spcBef>
              <a:spcAft>
                <a:spcPts val="0"/>
              </a:spcAft>
              <a:buClr>
                <a:srgbClr val="FFFFFF"/>
              </a:buClr>
              <a:buSzPts val="1000"/>
              <a:buFont typeface="Arial"/>
              <a:buNone/>
              <a:defRPr sz="1000"/>
            </a:lvl3pPr>
            <a:lvl4pPr indent="-228600" lvl="3" marL="1828800" algn="l">
              <a:spcBef>
                <a:spcPts val="180"/>
              </a:spcBef>
              <a:spcAft>
                <a:spcPts val="0"/>
              </a:spcAft>
              <a:buClr>
                <a:srgbClr val="FFFFFF"/>
              </a:buClr>
              <a:buSzPts val="900"/>
              <a:buFont typeface="Arial"/>
              <a:buNone/>
              <a:defRPr sz="900"/>
            </a:lvl4pPr>
            <a:lvl5pPr indent="-228600" lvl="4" marL="2286000" algn="l">
              <a:spcBef>
                <a:spcPts val="180"/>
              </a:spcBef>
              <a:spcAft>
                <a:spcPts val="0"/>
              </a:spcAft>
              <a:buClr>
                <a:srgbClr val="FFFFFF"/>
              </a:buClr>
              <a:buSzPts val="900"/>
              <a:buFont typeface="Arial"/>
              <a:buNone/>
              <a:defRPr sz="900"/>
            </a:lvl5pPr>
            <a:lvl6pPr indent="-228600" lvl="5" marL="2743200" algn="l">
              <a:spcBef>
                <a:spcPts val="180"/>
              </a:spcBef>
              <a:spcAft>
                <a:spcPts val="0"/>
              </a:spcAft>
              <a:buClr>
                <a:srgbClr val="FFFFFF"/>
              </a:buClr>
              <a:buSzPts val="900"/>
              <a:buFont typeface="Arial"/>
              <a:buNone/>
              <a:defRPr sz="900"/>
            </a:lvl6pPr>
            <a:lvl7pPr indent="-228600" lvl="6" marL="3200400" algn="l">
              <a:spcBef>
                <a:spcPts val="180"/>
              </a:spcBef>
              <a:spcAft>
                <a:spcPts val="0"/>
              </a:spcAft>
              <a:buClr>
                <a:srgbClr val="FFFFFF"/>
              </a:buClr>
              <a:buSzPts val="900"/>
              <a:buFont typeface="Arial"/>
              <a:buNone/>
              <a:defRPr sz="900"/>
            </a:lvl7pPr>
            <a:lvl8pPr indent="-228600" lvl="7" marL="3657600" algn="l">
              <a:spcBef>
                <a:spcPts val="180"/>
              </a:spcBef>
              <a:spcAft>
                <a:spcPts val="0"/>
              </a:spcAft>
              <a:buClr>
                <a:srgbClr val="FFFFFF"/>
              </a:buClr>
              <a:buSzPts val="900"/>
              <a:buFont typeface="Arial"/>
              <a:buNone/>
              <a:defRPr sz="900"/>
            </a:lvl8pPr>
            <a:lvl9pPr indent="-228600" lvl="8" marL="4114800" algn="l">
              <a:spcBef>
                <a:spcPts val="180"/>
              </a:spcBef>
              <a:spcAft>
                <a:spcPts val="0"/>
              </a:spcAft>
              <a:buClr>
                <a:srgbClr val="FFFFFF"/>
              </a:buClr>
              <a:buSzPts val="900"/>
              <a:buFont typeface="Arial"/>
              <a:buNone/>
              <a:defRPr sz="900"/>
            </a:lvl9pPr>
          </a:lstStyle>
          <a:p/>
        </p:txBody>
      </p:sp>
      <p:sp>
        <p:nvSpPr>
          <p:cNvPr id="62" name="Google Shape;62;p75"/>
          <p:cNvSpPr txBox="1"/>
          <p:nvPr>
            <p:ph idx="10" type="dt"/>
          </p:nvPr>
        </p:nvSpPr>
        <p:spPr>
          <a:xfrm>
            <a:off x="1371600" y="6248400"/>
            <a:ext cx="1676400" cy="457200"/>
          </a:xfrm>
          <a:prstGeom prst="rect">
            <a:avLst/>
          </a:prstGeom>
          <a:noFill/>
          <a:ln>
            <a:noFill/>
          </a:ln>
        </p:spPr>
        <p:txBody>
          <a:bodyPr anchorCtr="0" anchor="t" bIns="45700" lIns="91425" spcFirstLastPara="1" rIns="91425" wrap="square" tIns="45700">
            <a:noAutofit/>
          </a:bodyPr>
          <a:lstStyle>
            <a:lvl1pPr lvl="0" algn="l">
              <a:spcBef>
                <a:spcPts val="70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75"/>
          <p:cNvSpPr txBox="1"/>
          <p:nvPr>
            <p:ph idx="11" type="ftr"/>
          </p:nvPr>
        </p:nvSpPr>
        <p:spPr>
          <a:xfrm>
            <a:off x="3429000" y="6248400"/>
            <a:ext cx="3429000" cy="457200"/>
          </a:xfrm>
          <a:prstGeom prst="rect">
            <a:avLst/>
          </a:prstGeom>
          <a:noFill/>
          <a:ln>
            <a:noFill/>
          </a:ln>
        </p:spPr>
        <p:txBody>
          <a:bodyPr anchorCtr="0" anchor="t" bIns="45700" lIns="91425" spcFirstLastPara="1" rIns="91425" wrap="square" tIns="45700">
            <a:noAutofit/>
          </a:bodyPr>
          <a:lstStyle>
            <a:lvl1pPr lvl="0" algn="ctr">
              <a:spcBef>
                <a:spcPts val="70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75"/>
          <p:cNvSpPr txBox="1"/>
          <p:nvPr>
            <p:ph idx="12" type="sldNum"/>
          </p:nvPr>
        </p:nvSpPr>
        <p:spPr>
          <a:xfrm>
            <a:off x="7239000" y="6248400"/>
            <a:ext cx="1905000" cy="457200"/>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sz="1400">
                <a:solidFill>
                  <a:schemeClr val="dk1"/>
                </a:solidFill>
                <a:latin typeface="Times New Roman"/>
                <a:ea typeface="Times New Roman"/>
                <a:cs typeface="Times New Roman"/>
                <a:sym typeface="Times New Roman"/>
              </a:defRPr>
            </a:lvl1pPr>
            <a:lvl2pPr indent="0" lvl="1" marL="0" algn="r">
              <a:spcBef>
                <a:spcPts val="0"/>
              </a:spcBef>
              <a:spcAft>
                <a:spcPts val="0"/>
              </a:spcAft>
              <a:buNone/>
              <a:defRPr sz="1400">
                <a:solidFill>
                  <a:schemeClr val="dk1"/>
                </a:solidFill>
                <a:latin typeface="Times New Roman"/>
                <a:ea typeface="Times New Roman"/>
                <a:cs typeface="Times New Roman"/>
                <a:sym typeface="Times New Roman"/>
              </a:defRPr>
            </a:lvl2pPr>
            <a:lvl3pPr indent="0" lvl="2" marL="0" algn="r">
              <a:spcBef>
                <a:spcPts val="0"/>
              </a:spcBef>
              <a:spcAft>
                <a:spcPts val="0"/>
              </a:spcAft>
              <a:buNone/>
              <a:defRPr sz="1400">
                <a:solidFill>
                  <a:schemeClr val="dk1"/>
                </a:solidFill>
                <a:latin typeface="Times New Roman"/>
                <a:ea typeface="Times New Roman"/>
                <a:cs typeface="Times New Roman"/>
                <a:sym typeface="Times New Roman"/>
              </a:defRPr>
            </a:lvl3pPr>
            <a:lvl4pPr indent="0" lvl="3" marL="0" algn="r">
              <a:spcBef>
                <a:spcPts val="0"/>
              </a:spcBef>
              <a:spcAft>
                <a:spcPts val="0"/>
              </a:spcAft>
              <a:buNone/>
              <a:defRPr sz="1400">
                <a:solidFill>
                  <a:schemeClr val="dk1"/>
                </a:solidFill>
                <a:latin typeface="Times New Roman"/>
                <a:ea typeface="Times New Roman"/>
                <a:cs typeface="Times New Roman"/>
                <a:sym typeface="Times New Roman"/>
              </a:defRPr>
            </a:lvl4pPr>
            <a:lvl5pPr indent="0" lvl="4" marL="0" algn="r">
              <a:spcBef>
                <a:spcPts val="0"/>
              </a:spcBef>
              <a:spcAft>
                <a:spcPts val="0"/>
              </a:spcAft>
              <a:buNone/>
              <a:defRPr sz="1400">
                <a:solidFill>
                  <a:schemeClr val="dk1"/>
                </a:solidFill>
                <a:latin typeface="Times New Roman"/>
                <a:ea typeface="Times New Roman"/>
                <a:cs typeface="Times New Roman"/>
                <a:sym typeface="Times New Roman"/>
              </a:defRPr>
            </a:lvl5pPr>
            <a:lvl6pPr indent="0" lvl="5" marL="0" algn="r">
              <a:spcBef>
                <a:spcPts val="0"/>
              </a:spcBef>
              <a:spcAft>
                <a:spcPts val="0"/>
              </a:spcAft>
              <a:buNone/>
              <a:defRPr sz="1400">
                <a:solidFill>
                  <a:schemeClr val="dk1"/>
                </a:solidFill>
                <a:latin typeface="Times New Roman"/>
                <a:ea typeface="Times New Roman"/>
                <a:cs typeface="Times New Roman"/>
                <a:sym typeface="Times New Roman"/>
              </a:defRPr>
            </a:lvl6pPr>
            <a:lvl7pPr indent="0" lvl="6" marL="0" algn="r">
              <a:spcBef>
                <a:spcPts val="0"/>
              </a:spcBef>
              <a:spcAft>
                <a:spcPts val="0"/>
              </a:spcAft>
              <a:buNone/>
              <a:defRPr sz="1400">
                <a:solidFill>
                  <a:schemeClr val="dk1"/>
                </a:solidFill>
                <a:latin typeface="Times New Roman"/>
                <a:ea typeface="Times New Roman"/>
                <a:cs typeface="Times New Roman"/>
                <a:sym typeface="Times New Roman"/>
              </a:defRPr>
            </a:lvl7pPr>
            <a:lvl8pPr indent="0" lvl="7" marL="0" algn="r">
              <a:spcBef>
                <a:spcPts val="0"/>
              </a:spcBef>
              <a:spcAft>
                <a:spcPts val="0"/>
              </a:spcAft>
              <a:buNone/>
              <a:defRPr sz="1400">
                <a:solidFill>
                  <a:schemeClr val="dk1"/>
                </a:solidFill>
                <a:latin typeface="Times New Roman"/>
                <a:ea typeface="Times New Roman"/>
                <a:cs typeface="Times New Roman"/>
                <a:sym typeface="Times New Roman"/>
              </a:defRPr>
            </a:lvl8pPr>
            <a:lvl9pPr indent="0" lvl="8" marL="0" algn="r">
              <a:spcBef>
                <a:spcPts val="0"/>
              </a:spcBef>
              <a:spcAft>
                <a:spcPts val="0"/>
              </a:spcAft>
              <a:buNone/>
              <a:defRPr sz="1400">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76"/>
          <p:cNvSpPr txBox="1"/>
          <p:nvPr>
            <p:ph type="title"/>
          </p:nvPr>
        </p:nvSpPr>
        <p:spPr>
          <a:xfrm>
            <a:off x="1792288" y="4800600"/>
            <a:ext cx="5486400" cy="566738"/>
          </a:xfrm>
          <a:prstGeom prst="rect">
            <a:avLst/>
          </a:prstGeom>
          <a:noFill/>
          <a:ln>
            <a:noFill/>
          </a:ln>
        </p:spPr>
        <p:txBody>
          <a:bodyPr anchorCtr="0" anchor="b" bIns="46025" lIns="92075" spcFirstLastPara="1" rIns="92075" wrap="square" tIns="46025">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7" name="Google Shape;67;p76"/>
          <p:cNvSpPr/>
          <p:nvPr>
            <p:ph idx="2" type="pic"/>
          </p:nvPr>
        </p:nvSpPr>
        <p:spPr>
          <a:xfrm>
            <a:off x="1792288" y="612775"/>
            <a:ext cx="5486400" cy="4114800"/>
          </a:xfrm>
          <a:prstGeom prst="rect">
            <a:avLst/>
          </a:prstGeom>
          <a:noFill/>
          <a:ln>
            <a:noFill/>
          </a:ln>
        </p:spPr>
      </p:sp>
      <p:sp>
        <p:nvSpPr>
          <p:cNvPr id="68" name="Google Shape;68;p7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SzPts val="1400"/>
              <a:buNone/>
              <a:defRPr sz="1400"/>
            </a:lvl1pPr>
            <a:lvl2pPr indent="-228600" lvl="1" marL="914400" algn="l">
              <a:spcBef>
                <a:spcPts val="240"/>
              </a:spcBef>
              <a:spcAft>
                <a:spcPts val="0"/>
              </a:spcAft>
              <a:buClr>
                <a:srgbClr val="FFFFFF"/>
              </a:buClr>
              <a:buSzPts val="1140"/>
              <a:buFont typeface="Arial"/>
              <a:buNone/>
              <a:defRPr sz="1200"/>
            </a:lvl2pPr>
            <a:lvl3pPr indent="-228600" lvl="2" marL="1371600" algn="l">
              <a:spcBef>
                <a:spcPts val="200"/>
              </a:spcBef>
              <a:spcAft>
                <a:spcPts val="0"/>
              </a:spcAft>
              <a:buClr>
                <a:srgbClr val="FFFFFF"/>
              </a:buClr>
              <a:buSzPts val="1000"/>
              <a:buFont typeface="Arial"/>
              <a:buNone/>
              <a:defRPr sz="1000"/>
            </a:lvl3pPr>
            <a:lvl4pPr indent="-228600" lvl="3" marL="1828800" algn="l">
              <a:spcBef>
                <a:spcPts val="180"/>
              </a:spcBef>
              <a:spcAft>
                <a:spcPts val="0"/>
              </a:spcAft>
              <a:buClr>
                <a:srgbClr val="FFFFFF"/>
              </a:buClr>
              <a:buSzPts val="900"/>
              <a:buFont typeface="Arial"/>
              <a:buNone/>
              <a:defRPr sz="900"/>
            </a:lvl4pPr>
            <a:lvl5pPr indent="-228600" lvl="4" marL="2286000" algn="l">
              <a:spcBef>
                <a:spcPts val="180"/>
              </a:spcBef>
              <a:spcAft>
                <a:spcPts val="0"/>
              </a:spcAft>
              <a:buClr>
                <a:srgbClr val="FFFFFF"/>
              </a:buClr>
              <a:buSzPts val="900"/>
              <a:buFont typeface="Arial"/>
              <a:buNone/>
              <a:defRPr sz="900"/>
            </a:lvl5pPr>
            <a:lvl6pPr indent="-228600" lvl="5" marL="2743200" algn="l">
              <a:spcBef>
                <a:spcPts val="180"/>
              </a:spcBef>
              <a:spcAft>
                <a:spcPts val="0"/>
              </a:spcAft>
              <a:buClr>
                <a:srgbClr val="FFFFFF"/>
              </a:buClr>
              <a:buSzPts val="900"/>
              <a:buFont typeface="Arial"/>
              <a:buNone/>
              <a:defRPr sz="900"/>
            </a:lvl6pPr>
            <a:lvl7pPr indent="-228600" lvl="6" marL="3200400" algn="l">
              <a:spcBef>
                <a:spcPts val="180"/>
              </a:spcBef>
              <a:spcAft>
                <a:spcPts val="0"/>
              </a:spcAft>
              <a:buClr>
                <a:srgbClr val="FFFFFF"/>
              </a:buClr>
              <a:buSzPts val="900"/>
              <a:buFont typeface="Arial"/>
              <a:buNone/>
              <a:defRPr sz="900"/>
            </a:lvl7pPr>
            <a:lvl8pPr indent="-228600" lvl="7" marL="3657600" algn="l">
              <a:spcBef>
                <a:spcPts val="180"/>
              </a:spcBef>
              <a:spcAft>
                <a:spcPts val="0"/>
              </a:spcAft>
              <a:buClr>
                <a:srgbClr val="FFFFFF"/>
              </a:buClr>
              <a:buSzPts val="900"/>
              <a:buFont typeface="Arial"/>
              <a:buNone/>
              <a:defRPr sz="900"/>
            </a:lvl8pPr>
            <a:lvl9pPr indent="-228600" lvl="8" marL="4114800" algn="l">
              <a:spcBef>
                <a:spcPts val="180"/>
              </a:spcBef>
              <a:spcAft>
                <a:spcPts val="0"/>
              </a:spcAft>
              <a:buClr>
                <a:srgbClr val="FFFFFF"/>
              </a:buClr>
              <a:buSzPts val="900"/>
              <a:buFont typeface="Arial"/>
              <a:buNone/>
              <a:defRPr sz="900"/>
            </a:lvl9pPr>
          </a:lstStyle>
          <a:p/>
        </p:txBody>
      </p:sp>
      <p:sp>
        <p:nvSpPr>
          <p:cNvPr id="69" name="Google Shape;69;p76"/>
          <p:cNvSpPr txBox="1"/>
          <p:nvPr>
            <p:ph idx="10" type="dt"/>
          </p:nvPr>
        </p:nvSpPr>
        <p:spPr>
          <a:xfrm>
            <a:off x="1371600" y="6248400"/>
            <a:ext cx="1676400" cy="457200"/>
          </a:xfrm>
          <a:prstGeom prst="rect">
            <a:avLst/>
          </a:prstGeom>
          <a:noFill/>
          <a:ln>
            <a:noFill/>
          </a:ln>
        </p:spPr>
        <p:txBody>
          <a:bodyPr anchorCtr="0" anchor="t" bIns="45700" lIns="91425" spcFirstLastPara="1" rIns="91425" wrap="square" tIns="45700">
            <a:noAutofit/>
          </a:bodyPr>
          <a:lstStyle>
            <a:lvl1pPr lvl="0" algn="l">
              <a:spcBef>
                <a:spcPts val="70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76"/>
          <p:cNvSpPr txBox="1"/>
          <p:nvPr>
            <p:ph idx="11" type="ftr"/>
          </p:nvPr>
        </p:nvSpPr>
        <p:spPr>
          <a:xfrm>
            <a:off x="3429000" y="6248400"/>
            <a:ext cx="3429000" cy="457200"/>
          </a:xfrm>
          <a:prstGeom prst="rect">
            <a:avLst/>
          </a:prstGeom>
          <a:noFill/>
          <a:ln>
            <a:noFill/>
          </a:ln>
        </p:spPr>
        <p:txBody>
          <a:bodyPr anchorCtr="0" anchor="t" bIns="45700" lIns="91425" spcFirstLastPara="1" rIns="91425" wrap="square" tIns="45700">
            <a:noAutofit/>
          </a:bodyPr>
          <a:lstStyle>
            <a:lvl1pPr lvl="0" algn="ctr">
              <a:spcBef>
                <a:spcPts val="70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76"/>
          <p:cNvSpPr txBox="1"/>
          <p:nvPr>
            <p:ph idx="12" type="sldNum"/>
          </p:nvPr>
        </p:nvSpPr>
        <p:spPr>
          <a:xfrm>
            <a:off x="7239000" y="6248400"/>
            <a:ext cx="1905000" cy="457200"/>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sz="1400">
                <a:solidFill>
                  <a:schemeClr val="dk1"/>
                </a:solidFill>
                <a:latin typeface="Times New Roman"/>
                <a:ea typeface="Times New Roman"/>
                <a:cs typeface="Times New Roman"/>
                <a:sym typeface="Times New Roman"/>
              </a:defRPr>
            </a:lvl1pPr>
            <a:lvl2pPr indent="0" lvl="1" marL="0" algn="r">
              <a:spcBef>
                <a:spcPts val="0"/>
              </a:spcBef>
              <a:spcAft>
                <a:spcPts val="0"/>
              </a:spcAft>
              <a:buNone/>
              <a:defRPr sz="1400">
                <a:solidFill>
                  <a:schemeClr val="dk1"/>
                </a:solidFill>
                <a:latin typeface="Times New Roman"/>
                <a:ea typeface="Times New Roman"/>
                <a:cs typeface="Times New Roman"/>
                <a:sym typeface="Times New Roman"/>
              </a:defRPr>
            </a:lvl2pPr>
            <a:lvl3pPr indent="0" lvl="2" marL="0" algn="r">
              <a:spcBef>
                <a:spcPts val="0"/>
              </a:spcBef>
              <a:spcAft>
                <a:spcPts val="0"/>
              </a:spcAft>
              <a:buNone/>
              <a:defRPr sz="1400">
                <a:solidFill>
                  <a:schemeClr val="dk1"/>
                </a:solidFill>
                <a:latin typeface="Times New Roman"/>
                <a:ea typeface="Times New Roman"/>
                <a:cs typeface="Times New Roman"/>
                <a:sym typeface="Times New Roman"/>
              </a:defRPr>
            </a:lvl3pPr>
            <a:lvl4pPr indent="0" lvl="3" marL="0" algn="r">
              <a:spcBef>
                <a:spcPts val="0"/>
              </a:spcBef>
              <a:spcAft>
                <a:spcPts val="0"/>
              </a:spcAft>
              <a:buNone/>
              <a:defRPr sz="1400">
                <a:solidFill>
                  <a:schemeClr val="dk1"/>
                </a:solidFill>
                <a:latin typeface="Times New Roman"/>
                <a:ea typeface="Times New Roman"/>
                <a:cs typeface="Times New Roman"/>
                <a:sym typeface="Times New Roman"/>
              </a:defRPr>
            </a:lvl4pPr>
            <a:lvl5pPr indent="0" lvl="4" marL="0" algn="r">
              <a:spcBef>
                <a:spcPts val="0"/>
              </a:spcBef>
              <a:spcAft>
                <a:spcPts val="0"/>
              </a:spcAft>
              <a:buNone/>
              <a:defRPr sz="1400">
                <a:solidFill>
                  <a:schemeClr val="dk1"/>
                </a:solidFill>
                <a:latin typeface="Times New Roman"/>
                <a:ea typeface="Times New Roman"/>
                <a:cs typeface="Times New Roman"/>
                <a:sym typeface="Times New Roman"/>
              </a:defRPr>
            </a:lvl5pPr>
            <a:lvl6pPr indent="0" lvl="5" marL="0" algn="r">
              <a:spcBef>
                <a:spcPts val="0"/>
              </a:spcBef>
              <a:spcAft>
                <a:spcPts val="0"/>
              </a:spcAft>
              <a:buNone/>
              <a:defRPr sz="1400">
                <a:solidFill>
                  <a:schemeClr val="dk1"/>
                </a:solidFill>
                <a:latin typeface="Times New Roman"/>
                <a:ea typeface="Times New Roman"/>
                <a:cs typeface="Times New Roman"/>
                <a:sym typeface="Times New Roman"/>
              </a:defRPr>
            </a:lvl6pPr>
            <a:lvl7pPr indent="0" lvl="6" marL="0" algn="r">
              <a:spcBef>
                <a:spcPts val="0"/>
              </a:spcBef>
              <a:spcAft>
                <a:spcPts val="0"/>
              </a:spcAft>
              <a:buNone/>
              <a:defRPr sz="1400">
                <a:solidFill>
                  <a:schemeClr val="dk1"/>
                </a:solidFill>
                <a:latin typeface="Times New Roman"/>
                <a:ea typeface="Times New Roman"/>
                <a:cs typeface="Times New Roman"/>
                <a:sym typeface="Times New Roman"/>
              </a:defRPr>
            </a:lvl7pPr>
            <a:lvl8pPr indent="0" lvl="7" marL="0" algn="r">
              <a:spcBef>
                <a:spcPts val="0"/>
              </a:spcBef>
              <a:spcAft>
                <a:spcPts val="0"/>
              </a:spcAft>
              <a:buNone/>
              <a:defRPr sz="1400">
                <a:solidFill>
                  <a:schemeClr val="dk1"/>
                </a:solidFill>
                <a:latin typeface="Times New Roman"/>
                <a:ea typeface="Times New Roman"/>
                <a:cs typeface="Times New Roman"/>
                <a:sym typeface="Times New Roman"/>
              </a:defRPr>
            </a:lvl8pPr>
            <a:lvl9pPr indent="0" lvl="8" marL="0" algn="r">
              <a:spcBef>
                <a:spcPts val="0"/>
              </a:spcBef>
              <a:spcAft>
                <a:spcPts val="0"/>
              </a:spcAft>
              <a:buNone/>
              <a:defRPr sz="1400">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77"/>
          <p:cNvSpPr txBox="1"/>
          <p:nvPr>
            <p:ph type="title"/>
          </p:nvPr>
        </p:nvSpPr>
        <p:spPr>
          <a:xfrm>
            <a:off x="1219200" y="457200"/>
            <a:ext cx="7543800" cy="1143000"/>
          </a:xfrm>
          <a:prstGeom prst="rect">
            <a:avLst/>
          </a:prstGeom>
          <a:noFill/>
          <a:ln>
            <a:noFill/>
          </a:ln>
        </p:spPr>
        <p:txBody>
          <a:bodyPr anchorCtr="0" anchor="ctr" bIns="46025" lIns="92075" spcFirstLastPara="1" rIns="92075" wrap="square" tIns="460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4" name="Google Shape;74;p77"/>
          <p:cNvSpPr txBox="1"/>
          <p:nvPr>
            <p:ph idx="1" type="body"/>
          </p:nvPr>
        </p:nvSpPr>
        <p:spPr>
          <a:xfrm rot="5400000">
            <a:off x="3124200" y="228600"/>
            <a:ext cx="4114800" cy="76200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SzPts val="1800"/>
              <a:buChar char="⬥"/>
              <a:defRPr/>
            </a:lvl1pPr>
            <a:lvl2pPr indent="-337185" lvl="1" marL="914400" algn="l">
              <a:spcBef>
                <a:spcPts val="360"/>
              </a:spcBef>
              <a:spcAft>
                <a:spcPts val="0"/>
              </a:spcAft>
              <a:buClr>
                <a:srgbClr val="FFFFFF"/>
              </a:buClr>
              <a:buSzPts val="1710"/>
              <a:buChar char="–"/>
              <a:defRPr/>
            </a:lvl2pPr>
            <a:lvl3pPr indent="-342900" lvl="2" marL="1371600" algn="l">
              <a:spcBef>
                <a:spcPts val="360"/>
              </a:spcBef>
              <a:spcAft>
                <a:spcPts val="0"/>
              </a:spcAft>
              <a:buClr>
                <a:srgbClr val="FFFFFF"/>
              </a:buClr>
              <a:buSzPts val="1800"/>
              <a:buChar char="•"/>
              <a:defRPr/>
            </a:lvl3pPr>
            <a:lvl4pPr indent="-342900" lvl="3" marL="1828800" algn="l">
              <a:spcBef>
                <a:spcPts val="360"/>
              </a:spcBef>
              <a:spcAft>
                <a:spcPts val="0"/>
              </a:spcAft>
              <a:buClr>
                <a:srgbClr val="FFFFFF"/>
              </a:buClr>
              <a:buSzPts val="1800"/>
              <a:buChar char="–"/>
              <a:defRPr/>
            </a:lvl4pPr>
            <a:lvl5pPr indent="-342900" lvl="4" marL="2286000" algn="l">
              <a:spcBef>
                <a:spcPts val="360"/>
              </a:spcBef>
              <a:spcAft>
                <a:spcPts val="0"/>
              </a:spcAft>
              <a:buClr>
                <a:srgbClr val="FFFFFF"/>
              </a:buClr>
              <a:buSzPts val="1800"/>
              <a:buChar char="•"/>
              <a:defRPr/>
            </a:lvl5pPr>
            <a:lvl6pPr indent="-342900" lvl="5" marL="2743200" algn="l">
              <a:spcBef>
                <a:spcPts val="360"/>
              </a:spcBef>
              <a:spcAft>
                <a:spcPts val="0"/>
              </a:spcAft>
              <a:buClr>
                <a:srgbClr val="FFFFFF"/>
              </a:buClr>
              <a:buSzPts val="1800"/>
              <a:buChar char="•"/>
              <a:defRPr/>
            </a:lvl6pPr>
            <a:lvl7pPr indent="-342900" lvl="6" marL="3200400" algn="l">
              <a:spcBef>
                <a:spcPts val="360"/>
              </a:spcBef>
              <a:spcAft>
                <a:spcPts val="0"/>
              </a:spcAft>
              <a:buClr>
                <a:srgbClr val="FFFFFF"/>
              </a:buClr>
              <a:buSzPts val="1800"/>
              <a:buChar char="•"/>
              <a:defRPr/>
            </a:lvl7pPr>
            <a:lvl8pPr indent="-342900" lvl="7" marL="3657600" algn="l">
              <a:spcBef>
                <a:spcPts val="360"/>
              </a:spcBef>
              <a:spcAft>
                <a:spcPts val="0"/>
              </a:spcAft>
              <a:buClr>
                <a:srgbClr val="FFFFFF"/>
              </a:buClr>
              <a:buSzPts val="1800"/>
              <a:buChar char="•"/>
              <a:defRPr/>
            </a:lvl8pPr>
            <a:lvl9pPr indent="-342900" lvl="8" marL="4114800" algn="l">
              <a:spcBef>
                <a:spcPts val="360"/>
              </a:spcBef>
              <a:spcAft>
                <a:spcPts val="0"/>
              </a:spcAft>
              <a:buClr>
                <a:srgbClr val="FFFFFF"/>
              </a:buClr>
              <a:buSzPts val="1800"/>
              <a:buChar char="•"/>
              <a:defRPr/>
            </a:lvl9pPr>
          </a:lstStyle>
          <a:p/>
        </p:txBody>
      </p:sp>
      <p:sp>
        <p:nvSpPr>
          <p:cNvPr id="75" name="Google Shape;75;p77"/>
          <p:cNvSpPr txBox="1"/>
          <p:nvPr>
            <p:ph idx="10" type="dt"/>
          </p:nvPr>
        </p:nvSpPr>
        <p:spPr>
          <a:xfrm>
            <a:off x="1371600" y="6248400"/>
            <a:ext cx="1676400" cy="457200"/>
          </a:xfrm>
          <a:prstGeom prst="rect">
            <a:avLst/>
          </a:prstGeom>
          <a:noFill/>
          <a:ln>
            <a:noFill/>
          </a:ln>
        </p:spPr>
        <p:txBody>
          <a:bodyPr anchorCtr="0" anchor="t" bIns="45700" lIns="91425" spcFirstLastPara="1" rIns="91425" wrap="square" tIns="45700">
            <a:noAutofit/>
          </a:bodyPr>
          <a:lstStyle>
            <a:lvl1pPr lvl="0" algn="l">
              <a:spcBef>
                <a:spcPts val="70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77"/>
          <p:cNvSpPr txBox="1"/>
          <p:nvPr>
            <p:ph idx="11" type="ftr"/>
          </p:nvPr>
        </p:nvSpPr>
        <p:spPr>
          <a:xfrm>
            <a:off x="3429000" y="6248400"/>
            <a:ext cx="3429000" cy="457200"/>
          </a:xfrm>
          <a:prstGeom prst="rect">
            <a:avLst/>
          </a:prstGeom>
          <a:noFill/>
          <a:ln>
            <a:noFill/>
          </a:ln>
        </p:spPr>
        <p:txBody>
          <a:bodyPr anchorCtr="0" anchor="t" bIns="45700" lIns="91425" spcFirstLastPara="1" rIns="91425" wrap="square" tIns="45700">
            <a:noAutofit/>
          </a:bodyPr>
          <a:lstStyle>
            <a:lvl1pPr lvl="0" algn="ctr">
              <a:spcBef>
                <a:spcPts val="70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77"/>
          <p:cNvSpPr txBox="1"/>
          <p:nvPr>
            <p:ph idx="12" type="sldNum"/>
          </p:nvPr>
        </p:nvSpPr>
        <p:spPr>
          <a:xfrm>
            <a:off x="7239000" y="6248400"/>
            <a:ext cx="1905000" cy="457200"/>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sz="1400">
                <a:solidFill>
                  <a:schemeClr val="dk1"/>
                </a:solidFill>
                <a:latin typeface="Times New Roman"/>
                <a:ea typeface="Times New Roman"/>
                <a:cs typeface="Times New Roman"/>
                <a:sym typeface="Times New Roman"/>
              </a:defRPr>
            </a:lvl1pPr>
            <a:lvl2pPr indent="0" lvl="1" marL="0" algn="r">
              <a:spcBef>
                <a:spcPts val="0"/>
              </a:spcBef>
              <a:spcAft>
                <a:spcPts val="0"/>
              </a:spcAft>
              <a:buNone/>
              <a:defRPr sz="1400">
                <a:solidFill>
                  <a:schemeClr val="dk1"/>
                </a:solidFill>
                <a:latin typeface="Times New Roman"/>
                <a:ea typeface="Times New Roman"/>
                <a:cs typeface="Times New Roman"/>
                <a:sym typeface="Times New Roman"/>
              </a:defRPr>
            </a:lvl2pPr>
            <a:lvl3pPr indent="0" lvl="2" marL="0" algn="r">
              <a:spcBef>
                <a:spcPts val="0"/>
              </a:spcBef>
              <a:spcAft>
                <a:spcPts val="0"/>
              </a:spcAft>
              <a:buNone/>
              <a:defRPr sz="1400">
                <a:solidFill>
                  <a:schemeClr val="dk1"/>
                </a:solidFill>
                <a:latin typeface="Times New Roman"/>
                <a:ea typeface="Times New Roman"/>
                <a:cs typeface="Times New Roman"/>
                <a:sym typeface="Times New Roman"/>
              </a:defRPr>
            </a:lvl3pPr>
            <a:lvl4pPr indent="0" lvl="3" marL="0" algn="r">
              <a:spcBef>
                <a:spcPts val="0"/>
              </a:spcBef>
              <a:spcAft>
                <a:spcPts val="0"/>
              </a:spcAft>
              <a:buNone/>
              <a:defRPr sz="1400">
                <a:solidFill>
                  <a:schemeClr val="dk1"/>
                </a:solidFill>
                <a:latin typeface="Times New Roman"/>
                <a:ea typeface="Times New Roman"/>
                <a:cs typeface="Times New Roman"/>
                <a:sym typeface="Times New Roman"/>
              </a:defRPr>
            </a:lvl4pPr>
            <a:lvl5pPr indent="0" lvl="4" marL="0" algn="r">
              <a:spcBef>
                <a:spcPts val="0"/>
              </a:spcBef>
              <a:spcAft>
                <a:spcPts val="0"/>
              </a:spcAft>
              <a:buNone/>
              <a:defRPr sz="1400">
                <a:solidFill>
                  <a:schemeClr val="dk1"/>
                </a:solidFill>
                <a:latin typeface="Times New Roman"/>
                <a:ea typeface="Times New Roman"/>
                <a:cs typeface="Times New Roman"/>
                <a:sym typeface="Times New Roman"/>
              </a:defRPr>
            </a:lvl5pPr>
            <a:lvl6pPr indent="0" lvl="5" marL="0" algn="r">
              <a:spcBef>
                <a:spcPts val="0"/>
              </a:spcBef>
              <a:spcAft>
                <a:spcPts val="0"/>
              </a:spcAft>
              <a:buNone/>
              <a:defRPr sz="1400">
                <a:solidFill>
                  <a:schemeClr val="dk1"/>
                </a:solidFill>
                <a:latin typeface="Times New Roman"/>
                <a:ea typeface="Times New Roman"/>
                <a:cs typeface="Times New Roman"/>
                <a:sym typeface="Times New Roman"/>
              </a:defRPr>
            </a:lvl6pPr>
            <a:lvl7pPr indent="0" lvl="6" marL="0" algn="r">
              <a:spcBef>
                <a:spcPts val="0"/>
              </a:spcBef>
              <a:spcAft>
                <a:spcPts val="0"/>
              </a:spcAft>
              <a:buNone/>
              <a:defRPr sz="1400">
                <a:solidFill>
                  <a:schemeClr val="dk1"/>
                </a:solidFill>
                <a:latin typeface="Times New Roman"/>
                <a:ea typeface="Times New Roman"/>
                <a:cs typeface="Times New Roman"/>
                <a:sym typeface="Times New Roman"/>
              </a:defRPr>
            </a:lvl7pPr>
            <a:lvl8pPr indent="0" lvl="7" marL="0" algn="r">
              <a:spcBef>
                <a:spcPts val="0"/>
              </a:spcBef>
              <a:spcAft>
                <a:spcPts val="0"/>
              </a:spcAft>
              <a:buNone/>
              <a:defRPr sz="1400">
                <a:solidFill>
                  <a:schemeClr val="dk1"/>
                </a:solidFill>
                <a:latin typeface="Times New Roman"/>
                <a:ea typeface="Times New Roman"/>
                <a:cs typeface="Times New Roman"/>
                <a:sym typeface="Times New Roman"/>
              </a:defRPr>
            </a:lvl8pPr>
            <a:lvl9pPr indent="0" lvl="8" marL="0" algn="r">
              <a:spcBef>
                <a:spcPts val="0"/>
              </a:spcBef>
              <a:spcAft>
                <a:spcPts val="0"/>
              </a:spcAft>
              <a:buNone/>
              <a:defRPr sz="1400">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78"/>
          <p:cNvSpPr txBox="1"/>
          <p:nvPr>
            <p:ph type="title"/>
          </p:nvPr>
        </p:nvSpPr>
        <p:spPr>
          <a:xfrm rot="5400000">
            <a:off x="5200650" y="2305050"/>
            <a:ext cx="5638800" cy="1943100"/>
          </a:xfrm>
          <a:prstGeom prst="rect">
            <a:avLst/>
          </a:prstGeom>
          <a:noFill/>
          <a:ln>
            <a:noFill/>
          </a:ln>
        </p:spPr>
        <p:txBody>
          <a:bodyPr anchorCtr="0" anchor="ctr" bIns="46025" lIns="92075" spcFirstLastPara="1" rIns="92075" wrap="square" tIns="460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0" name="Google Shape;80;p78"/>
          <p:cNvSpPr txBox="1"/>
          <p:nvPr>
            <p:ph idx="1" type="body"/>
          </p:nvPr>
        </p:nvSpPr>
        <p:spPr>
          <a:xfrm rot="5400000">
            <a:off x="1238250" y="438150"/>
            <a:ext cx="5638800" cy="56769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SzPts val="1800"/>
              <a:buChar char="⬥"/>
              <a:defRPr/>
            </a:lvl1pPr>
            <a:lvl2pPr indent="-337185" lvl="1" marL="914400" algn="l">
              <a:spcBef>
                <a:spcPts val="360"/>
              </a:spcBef>
              <a:spcAft>
                <a:spcPts val="0"/>
              </a:spcAft>
              <a:buClr>
                <a:srgbClr val="FFFFFF"/>
              </a:buClr>
              <a:buSzPts val="1710"/>
              <a:buChar char="–"/>
              <a:defRPr/>
            </a:lvl2pPr>
            <a:lvl3pPr indent="-342900" lvl="2" marL="1371600" algn="l">
              <a:spcBef>
                <a:spcPts val="360"/>
              </a:spcBef>
              <a:spcAft>
                <a:spcPts val="0"/>
              </a:spcAft>
              <a:buClr>
                <a:srgbClr val="FFFFFF"/>
              </a:buClr>
              <a:buSzPts val="1800"/>
              <a:buChar char="•"/>
              <a:defRPr/>
            </a:lvl3pPr>
            <a:lvl4pPr indent="-342900" lvl="3" marL="1828800" algn="l">
              <a:spcBef>
                <a:spcPts val="360"/>
              </a:spcBef>
              <a:spcAft>
                <a:spcPts val="0"/>
              </a:spcAft>
              <a:buClr>
                <a:srgbClr val="FFFFFF"/>
              </a:buClr>
              <a:buSzPts val="1800"/>
              <a:buChar char="–"/>
              <a:defRPr/>
            </a:lvl4pPr>
            <a:lvl5pPr indent="-342900" lvl="4" marL="2286000" algn="l">
              <a:spcBef>
                <a:spcPts val="360"/>
              </a:spcBef>
              <a:spcAft>
                <a:spcPts val="0"/>
              </a:spcAft>
              <a:buClr>
                <a:srgbClr val="FFFFFF"/>
              </a:buClr>
              <a:buSzPts val="1800"/>
              <a:buChar char="•"/>
              <a:defRPr/>
            </a:lvl5pPr>
            <a:lvl6pPr indent="-342900" lvl="5" marL="2743200" algn="l">
              <a:spcBef>
                <a:spcPts val="360"/>
              </a:spcBef>
              <a:spcAft>
                <a:spcPts val="0"/>
              </a:spcAft>
              <a:buClr>
                <a:srgbClr val="FFFFFF"/>
              </a:buClr>
              <a:buSzPts val="1800"/>
              <a:buChar char="•"/>
              <a:defRPr/>
            </a:lvl6pPr>
            <a:lvl7pPr indent="-342900" lvl="6" marL="3200400" algn="l">
              <a:spcBef>
                <a:spcPts val="360"/>
              </a:spcBef>
              <a:spcAft>
                <a:spcPts val="0"/>
              </a:spcAft>
              <a:buClr>
                <a:srgbClr val="FFFFFF"/>
              </a:buClr>
              <a:buSzPts val="1800"/>
              <a:buChar char="•"/>
              <a:defRPr/>
            </a:lvl7pPr>
            <a:lvl8pPr indent="-342900" lvl="7" marL="3657600" algn="l">
              <a:spcBef>
                <a:spcPts val="360"/>
              </a:spcBef>
              <a:spcAft>
                <a:spcPts val="0"/>
              </a:spcAft>
              <a:buClr>
                <a:srgbClr val="FFFFFF"/>
              </a:buClr>
              <a:buSzPts val="1800"/>
              <a:buChar char="•"/>
              <a:defRPr/>
            </a:lvl8pPr>
            <a:lvl9pPr indent="-342900" lvl="8" marL="4114800" algn="l">
              <a:spcBef>
                <a:spcPts val="360"/>
              </a:spcBef>
              <a:spcAft>
                <a:spcPts val="0"/>
              </a:spcAft>
              <a:buClr>
                <a:srgbClr val="FFFFFF"/>
              </a:buClr>
              <a:buSzPts val="1800"/>
              <a:buChar char="•"/>
              <a:defRPr/>
            </a:lvl9pPr>
          </a:lstStyle>
          <a:p/>
        </p:txBody>
      </p:sp>
      <p:sp>
        <p:nvSpPr>
          <p:cNvPr id="81" name="Google Shape;81;p78"/>
          <p:cNvSpPr txBox="1"/>
          <p:nvPr>
            <p:ph idx="10" type="dt"/>
          </p:nvPr>
        </p:nvSpPr>
        <p:spPr>
          <a:xfrm>
            <a:off x="1371600" y="6248400"/>
            <a:ext cx="1676400" cy="457200"/>
          </a:xfrm>
          <a:prstGeom prst="rect">
            <a:avLst/>
          </a:prstGeom>
          <a:noFill/>
          <a:ln>
            <a:noFill/>
          </a:ln>
        </p:spPr>
        <p:txBody>
          <a:bodyPr anchorCtr="0" anchor="t" bIns="45700" lIns="91425" spcFirstLastPara="1" rIns="91425" wrap="square" tIns="45700">
            <a:noAutofit/>
          </a:bodyPr>
          <a:lstStyle>
            <a:lvl1pPr lvl="0" algn="l">
              <a:spcBef>
                <a:spcPts val="70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78"/>
          <p:cNvSpPr txBox="1"/>
          <p:nvPr>
            <p:ph idx="11" type="ftr"/>
          </p:nvPr>
        </p:nvSpPr>
        <p:spPr>
          <a:xfrm>
            <a:off x="3429000" y="6248400"/>
            <a:ext cx="3429000" cy="457200"/>
          </a:xfrm>
          <a:prstGeom prst="rect">
            <a:avLst/>
          </a:prstGeom>
          <a:noFill/>
          <a:ln>
            <a:noFill/>
          </a:ln>
        </p:spPr>
        <p:txBody>
          <a:bodyPr anchorCtr="0" anchor="t" bIns="45700" lIns="91425" spcFirstLastPara="1" rIns="91425" wrap="square" tIns="45700">
            <a:noAutofit/>
          </a:bodyPr>
          <a:lstStyle>
            <a:lvl1pPr lvl="0" algn="ctr">
              <a:spcBef>
                <a:spcPts val="70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78"/>
          <p:cNvSpPr txBox="1"/>
          <p:nvPr>
            <p:ph idx="12" type="sldNum"/>
          </p:nvPr>
        </p:nvSpPr>
        <p:spPr>
          <a:xfrm>
            <a:off x="7239000" y="6248400"/>
            <a:ext cx="1905000" cy="457200"/>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sz="1400">
                <a:solidFill>
                  <a:schemeClr val="dk1"/>
                </a:solidFill>
                <a:latin typeface="Times New Roman"/>
                <a:ea typeface="Times New Roman"/>
                <a:cs typeface="Times New Roman"/>
                <a:sym typeface="Times New Roman"/>
              </a:defRPr>
            </a:lvl1pPr>
            <a:lvl2pPr indent="0" lvl="1" marL="0" algn="r">
              <a:spcBef>
                <a:spcPts val="0"/>
              </a:spcBef>
              <a:spcAft>
                <a:spcPts val="0"/>
              </a:spcAft>
              <a:buNone/>
              <a:defRPr sz="1400">
                <a:solidFill>
                  <a:schemeClr val="dk1"/>
                </a:solidFill>
                <a:latin typeface="Times New Roman"/>
                <a:ea typeface="Times New Roman"/>
                <a:cs typeface="Times New Roman"/>
                <a:sym typeface="Times New Roman"/>
              </a:defRPr>
            </a:lvl2pPr>
            <a:lvl3pPr indent="0" lvl="2" marL="0" algn="r">
              <a:spcBef>
                <a:spcPts val="0"/>
              </a:spcBef>
              <a:spcAft>
                <a:spcPts val="0"/>
              </a:spcAft>
              <a:buNone/>
              <a:defRPr sz="1400">
                <a:solidFill>
                  <a:schemeClr val="dk1"/>
                </a:solidFill>
                <a:latin typeface="Times New Roman"/>
                <a:ea typeface="Times New Roman"/>
                <a:cs typeface="Times New Roman"/>
                <a:sym typeface="Times New Roman"/>
              </a:defRPr>
            </a:lvl3pPr>
            <a:lvl4pPr indent="0" lvl="3" marL="0" algn="r">
              <a:spcBef>
                <a:spcPts val="0"/>
              </a:spcBef>
              <a:spcAft>
                <a:spcPts val="0"/>
              </a:spcAft>
              <a:buNone/>
              <a:defRPr sz="1400">
                <a:solidFill>
                  <a:schemeClr val="dk1"/>
                </a:solidFill>
                <a:latin typeface="Times New Roman"/>
                <a:ea typeface="Times New Roman"/>
                <a:cs typeface="Times New Roman"/>
                <a:sym typeface="Times New Roman"/>
              </a:defRPr>
            </a:lvl4pPr>
            <a:lvl5pPr indent="0" lvl="4" marL="0" algn="r">
              <a:spcBef>
                <a:spcPts val="0"/>
              </a:spcBef>
              <a:spcAft>
                <a:spcPts val="0"/>
              </a:spcAft>
              <a:buNone/>
              <a:defRPr sz="1400">
                <a:solidFill>
                  <a:schemeClr val="dk1"/>
                </a:solidFill>
                <a:latin typeface="Times New Roman"/>
                <a:ea typeface="Times New Roman"/>
                <a:cs typeface="Times New Roman"/>
                <a:sym typeface="Times New Roman"/>
              </a:defRPr>
            </a:lvl5pPr>
            <a:lvl6pPr indent="0" lvl="5" marL="0" algn="r">
              <a:spcBef>
                <a:spcPts val="0"/>
              </a:spcBef>
              <a:spcAft>
                <a:spcPts val="0"/>
              </a:spcAft>
              <a:buNone/>
              <a:defRPr sz="1400">
                <a:solidFill>
                  <a:schemeClr val="dk1"/>
                </a:solidFill>
                <a:latin typeface="Times New Roman"/>
                <a:ea typeface="Times New Roman"/>
                <a:cs typeface="Times New Roman"/>
                <a:sym typeface="Times New Roman"/>
              </a:defRPr>
            </a:lvl6pPr>
            <a:lvl7pPr indent="0" lvl="6" marL="0" algn="r">
              <a:spcBef>
                <a:spcPts val="0"/>
              </a:spcBef>
              <a:spcAft>
                <a:spcPts val="0"/>
              </a:spcAft>
              <a:buNone/>
              <a:defRPr sz="1400">
                <a:solidFill>
                  <a:schemeClr val="dk1"/>
                </a:solidFill>
                <a:latin typeface="Times New Roman"/>
                <a:ea typeface="Times New Roman"/>
                <a:cs typeface="Times New Roman"/>
                <a:sym typeface="Times New Roman"/>
              </a:defRPr>
            </a:lvl7pPr>
            <a:lvl8pPr indent="0" lvl="7" marL="0" algn="r">
              <a:spcBef>
                <a:spcPts val="0"/>
              </a:spcBef>
              <a:spcAft>
                <a:spcPts val="0"/>
              </a:spcAft>
              <a:buNone/>
              <a:defRPr sz="1400">
                <a:solidFill>
                  <a:schemeClr val="dk1"/>
                </a:solidFill>
                <a:latin typeface="Times New Roman"/>
                <a:ea typeface="Times New Roman"/>
                <a:cs typeface="Times New Roman"/>
                <a:sym typeface="Times New Roman"/>
              </a:defRPr>
            </a:lvl8pPr>
            <a:lvl9pPr indent="0" lvl="8" marL="0" algn="r">
              <a:spcBef>
                <a:spcPts val="0"/>
              </a:spcBef>
              <a:spcAft>
                <a:spcPts val="0"/>
              </a:spcAft>
              <a:buNone/>
              <a:defRPr sz="1400">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0" name="Shape 90"/>
        <p:cNvGrpSpPr/>
        <p:nvPr/>
      </p:nvGrpSpPr>
      <p:grpSpPr>
        <a:xfrm>
          <a:off x="0" y="0"/>
          <a:ext cx="0" cy="0"/>
          <a:chOff x="0" y="0"/>
          <a:chExt cx="0" cy="0"/>
        </a:xfrm>
      </p:grpSpPr>
      <p:sp>
        <p:nvSpPr>
          <p:cNvPr id="91" name="Google Shape;91;p62"/>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62"/>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62"/>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b="1" i="0" sz="2800" u="none" cap="none" strike="noStrike">
                <a:solidFill>
                  <a:srgbClr val="CC3300"/>
                </a:solidFill>
                <a:latin typeface="Tahoma"/>
                <a:ea typeface="Tahoma"/>
                <a:cs typeface="Tahoma"/>
                <a:sym typeface="Tahoma"/>
              </a:defRPr>
            </a:lvl1pPr>
            <a:lvl2pPr indent="0" lvl="1" marL="0" algn="r">
              <a:spcBef>
                <a:spcPts val="0"/>
              </a:spcBef>
              <a:spcAft>
                <a:spcPts val="0"/>
              </a:spcAft>
              <a:buNone/>
              <a:defRPr b="1" i="0" sz="2800" u="none" cap="none" strike="noStrike">
                <a:solidFill>
                  <a:srgbClr val="CC3300"/>
                </a:solidFill>
                <a:latin typeface="Tahoma"/>
                <a:ea typeface="Tahoma"/>
                <a:cs typeface="Tahoma"/>
                <a:sym typeface="Tahoma"/>
              </a:defRPr>
            </a:lvl2pPr>
            <a:lvl3pPr indent="0" lvl="2" marL="0" algn="r">
              <a:spcBef>
                <a:spcPts val="0"/>
              </a:spcBef>
              <a:spcAft>
                <a:spcPts val="0"/>
              </a:spcAft>
              <a:buNone/>
              <a:defRPr b="1" i="0" sz="2800" u="none" cap="none" strike="noStrike">
                <a:solidFill>
                  <a:srgbClr val="CC3300"/>
                </a:solidFill>
                <a:latin typeface="Tahoma"/>
                <a:ea typeface="Tahoma"/>
                <a:cs typeface="Tahoma"/>
                <a:sym typeface="Tahoma"/>
              </a:defRPr>
            </a:lvl3pPr>
            <a:lvl4pPr indent="0" lvl="3" marL="0" algn="r">
              <a:spcBef>
                <a:spcPts val="0"/>
              </a:spcBef>
              <a:spcAft>
                <a:spcPts val="0"/>
              </a:spcAft>
              <a:buNone/>
              <a:defRPr b="1" i="0" sz="2800" u="none" cap="none" strike="noStrike">
                <a:solidFill>
                  <a:srgbClr val="CC3300"/>
                </a:solidFill>
                <a:latin typeface="Tahoma"/>
                <a:ea typeface="Tahoma"/>
                <a:cs typeface="Tahoma"/>
                <a:sym typeface="Tahoma"/>
              </a:defRPr>
            </a:lvl4pPr>
            <a:lvl5pPr indent="0" lvl="4" marL="0" algn="r">
              <a:spcBef>
                <a:spcPts val="0"/>
              </a:spcBef>
              <a:spcAft>
                <a:spcPts val="0"/>
              </a:spcAft>
              <a:buNone/>
              <a:defRPr b="1" i="0" sz="2800" u="none" cap="none" strike="noStrike">
                <a:solidFill>
                  <a:srgbClr val="CC3300"/>
                </a:solidFill>
                <a:latin typeface="Tahoma"/>
                <a:ea typeface="Tahoma"/>
                <a:cs typeface="Tahoma"/>
                <a:sym typeface="Tahoma"/>
              </a:defRPr>
            </a:lvl5pPr>
            <a:lvl6pPr indent="0" lvl="5" marL="0" algn="r">
              <a:spcBef>
                <a:spcPts val="0"/>
              </a:spcBef>
              <a:spcAft>
                <a:spcPts val="0"/>
              </a:spcAft>
              <a:buNone/>
              <a:defRPr b="1" i="0" sz="2800" u="none" cap="none" strike="noStrike">
                <a:solidFill>
                  <a:srgbClr val="CC3300"/>
                </a:solidFill>
                <a:latin typeface="Tahoma"/>
                <a:ea typeface="Tahoma"/>
                <a:cs typeface="Tahoma"/>
                <a:sym typeface="Tahoma"/>
              </a:defRPr>
            </a:lvl6pPr>
            <a:lvl7pPr indent="0" lvl="6" marL="0" algn="r">
              <a:spcBef>
                <a:spcPts val="0"/>
              </a:spcBef>
              <a:spcAft>
                <a:spcPts val="0"/>
              </a:spcAft>
              <a:buNone/>
              <a:defRPr b="1" i="0" sz="2800" u="none" cap="none" strike="noStrike">
                <a:solidFill>
                  <a:srgbClr val="CC3300"/>
                </a:solidFill>
                <a:latin typeface="Tahoma"/>
                <a:ea typeface="Tahoma"/>
                <a:cs typeface="Tahoma"/>
                <a:sym typeface="Tahoma"/>
              </a:defRPr>
            </a:lvl7pPr>
            <a:lvl8pPr indent="0" lvl="7" marL="0" algn="r">
              <a:spcBef>
                <a:spcPts val="0"/>
              </a:spcBef>
              <a:spcAft>
                <a:spcPts val="0"/>
              </a:spcAft>
              <a:buNone/>
              <a:defRPr b="1" i="0" sz="2800" u="none" cap="none" strike="noStrike">
                <a:solidFill>
                  <a:srgbClr val="CC3300"/>
                </a:solidFill>
                <a:latin typeface="Tahoma"/>
                <a:ea typeface="Tahoma"/>
                <a:cs typeface="Tahoma"/>
                <a:sym typeface="Tahoma"/>
              </a:defRPr>
            </a:lvl8pPr>
            <a:lvl9pPr indent="0" lvl="8" marL="0" algn="r">
              <a:spcBef>
                <a:spcPts val="0"/>
              </a:spcBef>
              <a:spcAft>
                <a:spcPts val="0"/>
              </a:spcAft>
              <a:buNone/>
              <a:defRPr b="1" i="0" sz="2800" u="none" cap="none" strike="noStrike">
                <a:solidFill>
                  <a:srgbClr val="CC3300"/>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4" name="Shape 94"/>
        <p:cNvGrpSpPr/>
        <p:nvPr/>
      </p:nvGrpSpPr>
      <p:grpSpPr>
        <a:xfrm>
          <a:off x="0" y="0"/>
          <a:ext cx="0" cy="0"/>
          <a:chOff x="0" y="0"/>
          <a:chExt cx="0" cy="0"/>
        </a:xfrm>
      </p:grpSpPr>
      <p:sp>
        <p:nvSpPr>
          <p:cNvPr id="95" name="Google Shape;95;p79"/>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6" name="Google Shape;96;p79"/>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chemeClr val="dk1"/>
              </a:buClr>
              <a:buSzPts val="3200"/>
              <a:buFont typeface="Times New Roman"/>
              <a:buNone/>
              <a:defRPr/>
            </a:lvl1pPr>
            <a:lvl2pPr lvl="1" algn="ctr">
              <a:spcBef>
                <a:spcPts val="560"/>
              </a:spcBef>
              <a:spcAft>
                <a:spcPts val="0"/>
              </a:spcAft>
              <a:buClr>
                <a:schemeClr val="dk1"/>
              </a:buClr>
              <a:buSzPts val="2800"/>
              <a:buFont typeface="Times New Roman"/>
              <a:buNone/>
              <a:defRPr/>
            </a:lvl2pPr>
            <a:lvl3pPr lvl="2" algn="ctr">
              <a:spcBef>
                <a:spcPts val="480"/>
              </a:spcBef>
              <a:spcAft>
                <a:spcPts val="0"/>
              </a:spcAft>
              <a:buClr>
                <a:schemeClr val="dk1"/>
              </a:buClr>
              <a:buSzPts val="2400"/>
              <a:buFont typeface="Times New Roman"/>
              <a:buNone/>
              <a:defRPr/>
            </a:lvl3pPr>
            <a:lvl4pPr lvl="3" algn="ctr">
              <a:spcBef>
                <a:spcPts val="400"/>
              </a:spcBef>
              <a:spcAft>
                <a:spcPts val="0"/>
              </a:spcAft>
              <a:buClr>
                <a:schemeClr val="dk1"/>
              </a:buClr>
              <a:buSzPts val="2000"/>
              <a:buFont typeface="Times New Roman"/>
              <a:buNone/>
              <a:defRPr/>
            </a:lvl4pPr>
            <a:lvl5pPr lvl="4" algn="ctr">
              <a:spcBef>
                <a:spcPts val="400"/>
              </a:spcBef>
              <a:spcAft>
                <a:spcPts val="0"/>
              </a:spcAft>
              <a:buClr>
                <a:schemeClr val="dk1"/>
              </a:buClr>
              <a:buSzPts val="2000"/>
              <a:buFont typeface="Times New Roman"/>
              <a:buNone/>
              <a:defRPr/>
            </a:lvl5pPr>
            <a:lvl6pPr lvl="5" algn="ctr">
              <a:spcBef>
                <a:spcPts val="400"/>
              </a:spcBef>
              <a:spcAft>
                <a:spcPts val="0"/>
              </a:spcAft>
              <a:buClr>
                <a:schemeClr val="dk1"/>
              </a:buClr>
              <a:buSzPts val="2000"/>
              <a:buFont typeface="Times New Roman"/>
              <a:buNone/>
              <a:defRPr/>
            </a:lvl6pPr>
            <a:lvl7pPr lvl="6" algn="ctr">
              <a:spcBef>
                <a:spcPts val="400"/>
              </a:spcBef>
              <a:spcAft>
                <a:spcPts val="0"/>
              </a:spcAft>
              <a:buClr>
                <a:schemeClr val="dk1"/>
              </a:buClr>
              <a:buSzPts val="2000"/>
              <a:buFont typeface="Times New Roman"/>
              <a:buNone/>
              <a:defRPr/>
            </a:lvl7pPr>
            <a:lvl8pPr lvl="7" algn="ctr">
              <a:spcBef>
                <a:spcPts val="400"/>
              </a:spcBef>
              <a:spcAft>
                <a:spcPts val="0"/>
              </a:spcAft>
              <a:buClr>
                <a:schemeClr val="dk1"/>
              </a:buClr>
              <a:buSzPts val="2000"/>
              <a:buFont typeface="Times New Roman"/>
              <a:buNone/>
              <a:defRPr/>
            </a:lvl8pPr>
            <a:lvl9pPr lvl="8" algn="ctr">
              <a:spcBef>
                <a:spcPts val="400"/>
              </a:spcBef>
              <a:spcAft>
                <a:spcPts val="0"/>
              </a:spcAft>
              <a:buClr>
                <a:schemeClr val="dk1"/>
              </a:buClr>
              <a:buSzPts val="2000"/>
              <a:buFont typeface="Times New Roman"/>
              <a:buNone/>
              <a:defRPr/>
            </a:lvl9pPr>
          </a:lstStyle>
          <a:p/>
        </p:txBody>
      </p:sp>
      <p:sp>
        <p:nvSpPr>
          <p:cNvPr id="97" name="Google Shape;97;p79"/>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79"/>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79"/>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b="1" sz="2800">
                <a:solidFill>
                  <a:srgbClr val="CC3300"/>
                </a:solidFill>
                <a:latin typeface="Tahoma"/>
                <a:ea typeface="Tahoma"/>
                <a:cs typeface="Tahoma"/>
                <a:sym typeface="Tahoma"/>
              </a:defRPr>
            </a:lvl1pPr>
            <a:lvl2pPr indent="0" lvl="1" marL="0" algn="r">
              <a:spcBef>
                <a:spcPts val="0"/>
              </a:spcBef>
              <a:spcAft>
                <a:spcPts val="0"/>
              </a:spcAft>
              <a:buNone/>
              <a:defRPr b="1" sz="2800">
                <a:solidFill>
                  <a:srgbClr val="CC3300"/>
                </a:solidFill>
                <a:latin typeface="Tahoma"/>
                <a:ea typeface="Tahoma"/>
                <a:cs typeface="Tahoma"/>
                <a:sym typeface="Tahoma"/>
              </a:defRPr>
            </a:lvl2pPr>
            <a:lvl3pPr indent="0" lvl="2" marL="0" algn="r">
              <a:spcBef>
                <a:spcPts val="0"/>
              </a:spcBef>
              <a:spcAft>
                <a:spcPts val="0"/>
              </a:spcAft>
              <a:buNone/>
              <a:defRPr b="1" sz="2800">
                <a:solidFill>
                  <a:srgbClr val="CC3300"/>
                </a:solidFill>
                <a:latin typeface="Tahoma"/>
                <a:ea typeface="Tahoma"/>
                <a:cs typeface="Tahoma"/>
                <a:sym typeface="Tahoma"/>
              </a:defRPr>
            </a:lvl3pPr>
            <a:lvl4pPr indent="0" lvl="3" marL="0" algn="r">
              <a:spcBef>
                <a:spcPts val="0"/>
              </a:spcBef>
              <a:spcAft>
                <a:spcPts val="0"/>
              </a:spcAft>
              <a:buNone/>
              <a:defRPr b="1" sz="2800">
                <a:solidFill>
                  <a:srgbClr val="CC3300"/>
                </a:solidFill>
                <a:latin typeface="Tahoma"/>
                <a:ea typeface="Tahoma"/>
                <a:cs typeface="Tahoma"/>
                <a:sym typeface="Tahoma"/>
              </a:defRPr>
            </a:lvl4pPr>
            <a:lvl5pPr indent="0" lvl="4" marL="0" algn="r">
              <a:spcBef>
                <a:spcPts val="0"/>
              </a:spcBef>
              <a:spcAft>
                <a:spcPts val="0"/>
              </a:spcAft>
              <a:buNone/>
              <a:defRPr b="1" sz="2800">
                <a:solidFill>
                  <a:srgbClr val="CC3300"/>
                </a:solidFill>
                <a:latin typeface="Tahoma"/>
                <a:ea typeface="Tahoma"/>
                <a:cs typeface="Tahoma"/>
                <a:sym typeface="Tahoma"/>
              </a:defRPr>
            </a:lvl5pPr>
            <a:lvl6pPr indent="0" lvl="5" marL="0" algn="r">
              <a:spcBef>
                <a:spcPts val="0"/>
              </a:spcBef>
              <a:spcAft>
                <a:spcPts val="0"/>
              </a:spcAft>
              <a:buNone/>
              <a:defRPr b="1" sz="2800">
                <a:solidFill>
                  <a:srgbClr val="CC3300"/>
                </a:solidFill>
                <a:latin typeface="Tahoma"/>
                <a:ea typeface="Tahoma"/>
                <a:cs typeface="Tahoma"/>
                <a:sym typeface="Tahoma"/>
              </a:defRPr>
            </a:lvl6pPr>
            <a:lvl7pPr indent="0" lvl="6" marL="0" algn="r">
              <a:spcBef>
                <a:spcPts val="0"/>
              </a:spcBef>
              <a:spcAft>
                <a:spcPts val="0"/>
              </a:spcAft>
              <a:buNone/>
              <a:defRPr b="1" sz="2800">
                <a:solidFill>
                  <a:srgbClr val="CC3300"/>
                </a:solidFill>
                <a:latin typeface="Tahoma"/>
                <a:ea typeface="Tahoma"/>
                <a:cs typeface="Tahoma"/>
                <a:sym typeface="Tahoma"/>
              </a:defRPr>
            </a:lvl7pPr>
            <a:lvl8pPr indent="0" lvl="7" marL="0" algn="r">
              <a:spcBef>
                <a:spcPts val="0"/>
              </a:spcBef>
              <a:spcAft>
                <a:spcPts val="0"/>
              </a:spcAft>
              <a:buNone/>
              <a:defRPr b="1" sz="2800">
                <a:solidFill>
                  <a:srgbClr val="CC3300"/>
                </a:solidFill>
                <a:latin typeface="Tahoma"/>
                <a:ea typeface="Tahoma"/>
                <a:cs typeface="Tahoma"/>
                <a:sym typeface="Tahoma"/>
              </a:defRPr>
            </a:lvl8pPr>
            <a:lvl9pPr indent="0" lvl="8" marL="0" algn="r">
              <a:spcBef>
                <a:spcPts val="0"/>
              </a:spcBef>
              <a:spcAft>
                <a:spcPts val="0"/>
              </a:spcAft>
              <a:buNone/>
              <a:defRPr b="1" sz="2800">
                <a:solidFill>
                  <a:srgbClr val="CC3300"/>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0" name="Shape 100"/>
        <p:cNvGrpSpPr/>
        <p:nvPr/>
      </p:nvGrpSpPr>
      <p:grpSpPr>
        <a:xfrm>
          <a:off x="0" y="0"/>
          <a:ext cx="0" cy="0"/>
          <a:chOff x="0" y="0"/>
          <a:chExt cx="0" cy="0"/>
        </a:xfrm>
      </p:grpSpPr>
      <p:sp>
        <p:nvSpPr>
          <p:cNvPr id="101" name="Google Shape;101;p80"/>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02" name="Google Shape;102;p80"/>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03" name="Google Shape;103;p80"/>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80"/>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80"/>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b="1" sz="2800">
                <a:solidFill>
                  <a:srgbClr val="CC3300"/>
                </a:solidFill>
                <a:latin typeface="Tahoma"/>
                <a:ea typeface="Tahoma"/>
                <a:cs typeface="Tahoma"/>
                <a:sym typeface="Tahoma"/>
              </a:defRPr>
            </a:lvl1pPr>
            <a:lvl2pPr indent="0" lvl="1" marL="0" algn="r">
              <a:spcBef>
                <a:spcPts val="0"/>
              </a:spcBef>
              <a:spcAft>
                <a:spcPts val="0"/>
              </a:spcAft>
              <a:buNone/>
              <a:defRPr b="1" sz="2800">
                <a:solidFill>
                  <a:srgbClr val="CC3300"/>
                </a:solidFill>
                <a:latin typeface="Tahoma"/>
                <a:ea typeface="Tahoma"/>
                <a:cs typeface="Tahoma"/>
                <a:sym typeface="Tahoma"/>
              </a:defRPr>
            </a:lvl2pPr>
            <a:lvl3pPr indent="0" lvl="2" marL="0" algn="r">
              <a:spcBef>
                <a:spcPts val="0"/>
              </a:spcBef>
              <a:spcAft>
                <a:spcPts val="0"/>
              </a:spcAft>
              <a:buNone/>
              <a:defRPr b="1" sz="2800">
                <a:solidFill>
                  <a:srgbClr val="CC3300"/>
                </a:solidFill>
                <a:latin typeface="Tahoma"/>
                <a:ea typeface="Tahoma"/>
                <a:cs typeface="Tahoma"/>
                <a:sym typeface="Tahoma"/>
              </a:defRPr>
            </a:lvl3pPr>
            <a:lvl4pPr indent="0" lvl="3" marL="0" algn="r">
              <a:spcBef>
                <a:spcPts val="0"/>
              </a:spcBef>
              <a:spcAft>
                <a:spcPts val="0"/>
              </a:spcAft>
              <a:buNone/>
              <a:defRPr b="1" sz="2800">
                <a:solidFill>
                  <a:srgbClr val="CC3300"/>
                </a:solidFill>
                <a:latin typeface="Tahoma"/>
                <a:ea typeface="Tahoma"/>
                <a:cs typeface="Tahoma"/>
                <a:sym typeface="Tahoma"/>
              </a:defRPr>
            </a:lvl4pPr>
            <a:lvl5pPr indent="0" lvl="4" marL="0" algn="r">
              <a:spcBef>
                <a:spcPts val="0"/>
              </a:spcBef>
              <a:spcAft>
                <a:spcPts val="0"/>
              </a:spcAft>
              <a:buNone/>
              <a:defRPr b="1" sz="2800">
                <a:solidFill>
                  <a:srgbClr val="CC3300"/>
                </a:solidFill>
                <a:latin typeface="Tahoma"/>
                <a:ea typeface="Tahoma"/>
                <a:cs typeface="Tahoma"/>
                <a:sym typeface="Tahoma"/>
              </a:defRPr>
            </a:lvl5pPr>
            <a:lvl6pPr indent="0" lvl="5" marL="0" algn="r">
              <a:spcBef>
                <a:spcPts val="0"/>
              </a:spcBef>
              <a:spcAft>
                <a:spcPts val="0"/>
              </a:spcAft>
              <a:buNone/>
              <a:defRPr b="1" sz="2800">
                <a:solidFill>
                  <a:srgbClr val="CC3300"/>
                </a:solidFill>
                <a:latin typeface="Tahoma"/>
                <a:ea typeface="Tahoma"/>
                <a:cs typeface="Tahoma"/>
                <a:sym typeface="Tahoma"/>
              </a:defRPr>
            </a:lvl6pPr>
            <a:lvl7pPr indent="0" lvl="6" marL="0" algn="r">
              <a:spcBef>
                <a:spcPts val="0"/>
              </a:spcBef>
              <a:spcAft>
                <a:spcPts val="0"/>
              </a:spcAft>
              <a:buNone/>
              <a:defRPr b="1" sz="2800">
                <a:solidFill>
                  <a:srgbClr val="CC3300"/>
                </a:solidFill>
                <a:latin typeface="Tahoma"/>
                <a:ea typeface="Tahoma"/>
                <a:cs typeface="Tahoma"/>
                <a:sym typeface="Tahoma"/>
              </a:defRPr>
            </a:lvl7pPr>
            <a:lvl8pPr indent="0" lvl="7" marL="0" algn="r">
              <a:spcBef>
                <a:spcPts val="0"/>
              </a:spcBef>
              <a:spcAft>
                <a:spcPts val="0"/>
              </a:spcAft>
              <a:buNone/>
              <a:defRPr b="1" sz="2800">
                <a:solidFill>
                  <a:srgbClr val="CC3300"/>
                </a:solidFill>
                <a:latin typeface="Tahoma"/>
                <a:ea typeface="Tahoma"/>
                <a:cs typeface="Tahoma"/>
                <a:sym typeface="Tahoma"/>
              </a:defRPr>
            </a:lvl8pPr>
            <a:lvl9pPr indent="0" lvl="8" marL="0" algn="r">
              <a:spcBef>
                <a:spcPts val="0"/>
              </a:spcBef>
              <a:spcAft>
                <a:spcPts val="0"/>
              </a:spcAft>
              <a:buNone/>
              <a:defRPr b="1" sz="2800">
                <a:solidFill>
                  <a:srgbClr val="CC3300"/>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6" name="Shape 106"/>
        <p:cNvGrpSpPr/>
        <p:nvPr/>
      </p:nvGrpSpPr>
      <p:grpSpPr>
        <a:xfrm>
          <a:off x="0" y="0"/>
          <a:ext cx="0" cy="0"/>
          <a:chOff x="0" y="0"/>
          <a:chExt cx="0" cy="0"/>
        </a:xfrm>
      </p:grpSpPr>
      <p:sp>
        <p:nvSpPr>
          <p:cNvPr id="107" name="Google Shape;107;p8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08" name="Google Shape;108;p8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chemeClr val="dk1"/>
              </a:buClr>
              <a:buSzPts val="2000"/>
              <a:buFont typeface="Times New Roman"/>
              <a:buNone/>
              <a:defRPr sz="2000"/>
            </a:lvl1pPr>
            <a:lvl2pPr indent="-228600" lvl="1" marL="914400" algn="l">
              <a:spcBef>
                <a:spcPts val="360"/>
              </a:spcBef>
              <a:spcAft>
                <a:spcPts val="0"/>
              </a:spcAft>
              <a:buClr>
                <a:schemeClr val="dk1"/>
              </a:buClr>
              <a:buSzPts val="1800"/>
              <a:buFont typeface="Times New Roman"/>
              <a:buNone/>
              <a:defRPr sz="1800"/>
            </a:lvl2pPr>
            <a:lvl3pPr indent="-228600" lvl="2" marL="1371600" algn="l">
              <a:spcBef>
                <a:spcPts val="320"/>
              </a:spcBef>
              <a:spcAft>
                <a:spcPts val="0"/>
              </a:spcAft>
              <a:buClr>
                <a:schemeClr val="dk1"/>
              </a:buClr>
              <a:buSzPts val="1600"/>
              <a:buFont typeface="Times New Roman"/>
              <a:buNone/>
              <a:defRPr sz="1600"/>
            </a:lvl3pPr>
            <a:lvl4pPr indent="-228600" lvl="3" marL="1828800" algn="l">
              <a:spcBef>
                <a:spcPts val="280"/>
              </a:spcBef>
              <a:spcAft>
                <a:spcPts val="0"/>
              </a:spcAft>
              <a:buClr>
                <a:schemeClr val="dk1"/>
              </a:buClr>
              <a:buSzPts val="1400"/>
              <a:buFont typeface="Times New Roman"/>
              <a:buNone/>
              <a:defRPr sz="1400"/>
            </a:lvl4pPr>
            <a:lvl5pPr indent="-228600" lvl="4" marL="2286000" algn="l">
              <a:spcBef>
                <a:spcPts val="280"/>
              </a:spcBef>
              <a:spcAft>
                <a:spcPts val="0"/>
              </a:spcAft>
              <a:buClr>
                <a:schemeClr val="dk1"/>
              </a:buClr>
              <a:buSzPts val="1400"/>
              <a:buFont typeface="Times New Roman"/>
              <a:buNone/>
              <a:defRPr sz="1400"/>
            </a:lvl5pPr>
            <a:lvl6pPr indent="-228600" lvl="5" marL="2743200" algn="l">
              <a:spcBef>
                <a:spcPts val="280"/>
              </a:spcBef>
              <a:spcAft>
                <a:spcPts val="0"/>
              </a:spcAft>
              <a:buClr>
                <a:schemeClr val="dk1"/>
              </a:buClr>
              <a:buSzPts val="1400"/>
              <a:buFont typeface="Times New Roman"/>
              <a:buNone/>
              <a:defRPr sz="1400"/>
            </a:lvl6pPr>
            <a:lvl7pPr indent="-228600" lvl="6" marL="3200400" algn="l">
              <a:spcBef>
                <a:spcPts val="280"/>
              </a:spcBef>
              <a:spcAft>
                <a:spcPts val="0"/>
              </a:spcAft>
              <a:buClr>
                <a:schemeClr val="dk1"/>
              </a:buClr>
              <a:buSzPts val="1400"/>
              <a:buFont typeface="Times New Roman"/>
              <a:buNone/>
              <a:defRPr sz="1400"/>
            </a:lvl7pPr>
            <a:lvl8pPr indent="-228600" lvl="7" marL="3657600" algn="l">
              <a:spcBef>
                <a:spcPts val="280"/>
              </a:spcBef>
              <a:spcAft>
                <a:spcPts val="0"/>
              </a:spcAft>
              <a:buClr>
                <a:schemeClr val="dk1"/>
              </a:buClr>
              <a:buSzPts val="1400"/>
              <a:buFont typeface="Times New Roman"/>
              <a:buNone/>
              <a:defRPr sz="1400"/>
            </a:lvl8pPr>
            <a:lvl9pPr indent="-228600" lvl="8" marL="4114800" algn="l">
              <a:spcBef>
                <a:spcPts val="280"/>
              </a:spcBef>
              <a:spcAft>
                <a:spcPts val="0"/>
              </a:spcAft>
              <a:buClr>
                <a:schemeClr val="dk1"/>
              </a:buClr>
              <a:buSzPts val="1400"/>
              <a:buFont typeface="Times New Roman"/>
              <a:buNone/>
              <a:defRPr sz="1400"/>
            </a:lvl9pPr>
          </a:lstStyle>
          <a:p/>
        </p:txBody>
      </p:sp>
      <p:sp>
        <p:nvSpPr>
          <p:cNvPr id="109" name="Google Shape;109;p81"/>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p81"/>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81"/>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b="1" sz="2800">
                <a:solidFill>
                  <a:srgbClr val="CC3300"/>
                </a:solidFill>
                <a:latin typeface="Tahoma"/>
                <a:ea typeface="Tahoma"/>
                <a:cs typeface="Tahoma"/>
                <a:sym typeface="Tahoma"/>
              </a:defRPr>
            </a:lvl1pPr>
            <a:lvl2pPr indent="0" lvl="1" marL="0" algn="r">
              <a:spcBef>
                <a:spcPts val="0"/>
              </a:spcBef>
              <a:spcAft>
                <a:spcPts val="0"/>
              </a:spcAft>
              <a:buNone/>
              <a:defRPr b="1" sz="2800">
                <a:solidFill>
                  <a:srgbClr val="CC3300"/>
                </a:solidFill>
                <a:latin typeface="Tahoma"/>
                <a:ea typeface="Tahoma"/>
                <a:cs typeface="Tahoma"/>
                <a:sym typeface="Tahoma"/>
              </a:defRPr>
            </a:lvl2pPr>
            <a:lvl3pPr indent="0" lvl="2" marL="0" algn="r">
              <a:spcBef>
                <a:spcPts val="0"/>
              </a:spcBef>
              <a:spcAft>
                <a:spcPts val="0"/>
              </a:spcAft>
              <a:buNone/>
              <a:defRPr b="1" sz="2800">
                <a:solidFill>
                  <a:srgbClr val="CC3300"/>
                </a:solidFill>
                <a:latin typeface="Tahoma"/>
                <a:ea typeface="Tahoma"/>
                <a:cs typeface="Tahoma"/>
                <a:sym typeface="Tahoma"/>
              </a:defRPr>
            </a:lvl3pPr>
            <a:lvl4pPr indent="0" lvl="3" marL="0" algn="r">
              <a:spcBef>
                <a:spcPts val="0"/>
              </a:spcBef>
              <a:spcAft>
                <a:spcPts val="0"/>
              </a:spcAft>
              <a:buNone/>
              <a:defRPr b="1" sz="2800">
                <a:solidFill>
                  <a:srgbClr val="CC3300"/>
                </a:solidFill>
                <a:latin typeface="Tahoma"/>
                <a:ea typeface="Tahoma"/>
                <a:cs typeface="Tahoma"/>
                <a:sym typeface="Tahoma"/>
              </a:defRPr>
            </a:lvl4pPr>
            <a:lvl5pPr indent="0" lvl="4" marL="0" algn="r">
              <a:spcBef>
                <a:spcPts val="0"/>
              </a:spcBef>
              <a:spcAft>
                <a:spcPts val="0"/>
              </a:spcAft>
              <a:buNone/>
              <a:defRPr b="1" sz="2800">
                <a:solidFill>
                  <a:srgbClr val="CC3300"/>
                </a:solidFill>
                <a:latin typeface="Tahoma"/>
                <a:ea typeface="Tahoma"/>
                <a:cs typeface="Tahoma"/>
                <a:sym typeface="Tahoma"/>
              </a:defRPr>
            </a:lvl5pPr>
            <a:lvl6pPr indent="0" lvl="5" marL="0" algn="r">
              <a:spcBef>
                <a:spcPts val="0"/>
              </a:spcBef>
              <a:spcAft>
                <a:spcPts val="0"/>
              </a:spcAft>
              <a:buNone/>
              <a:defRPr b="1" sz="2800">
                <a:solidFill>
                  <a:srgbClr val="CC3300"/>
                </a:solidFill>
                <a:latin typeface="Tahoma"/>
                <a:ea typeface="Tahoma"/>
                <a:cs typeface="Tahoma"/>
                <a:sym typeface="Tahoma"/>
              </a:defRPr>
            </a:lvl6pPr>
            <a:lvl7pPr indent="0" lvl="6" marL="0" algn="r">
              <a:spcBef>
                <a:spcPts val="0"/>
              </a:spcBef>
              <a:spcAft>
                <a:spcPts val="0"/>
              </a:spcAft>
              <a:buNone/>
              <a:defRPr b="1" sz="2800">
                <a:solidFill>
                  <a:srgbClr val="CC3300"/>
                </a:solidFill>
                <a:latin typeface="Tahoma"/>
                <a:ea typeface="Tahoma"/>
                <a:cs typeface="Tahoma"/>
                <a:sym typeface="Tahoma"/>
              </a:defRPr>
            </a:lvl7pPr>
            <a:lvl8pPr indent="0" lvl="7" marL="0" algn="r">
              <a:spcBef>
                <a:spcPts val="0"/>
              </a:spcBef>
              <a:spcAft>
                <a:spcPts val="0"/>
              </a:spcAft>
              <a:buNone/>
              <a:defRPr b="1" sz="2800">
                <a:solidFill>
                  <a:srgbClr val="CC3300"/>
                </a:solidFill>
                <a:latin typeface="Tahoma"/>
                <a:ea typeface="Tahoma"/>
                <a:cs typeface="Tahoma"/>
                <a:sym typeface="Tahoma"/>
              </a:defRPr>
            </a:lvl8pPr>
            <a:lvl9pPr indent="0" lvl="8" marL="0" algn="r">
              <a:spcBef>
                <a:spcPts val="0"/>
              </a:spcBef>
              <a:spcAft>
                <a:spcPts val="0"/>
              </a:spcAft>
              <a:buNone/>
              <a:defRPr b="1" sz="2800">
                <a:solidFill>
                  <a:srgbClr val="CC3300"/>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2" name="Shape 112"/>
        <p:cNvGrpSpPr/>
        <p:nvPr/>
      </p:nvGrpSpPr>
      <p:grpSpPr>
        <a:xfrm>
          <a:off x="0" y="0"/>
          <a:ext cx="0" cy="0"/>
          <a:chOff x="0" y="0"/>
          <a:chExt cx="0" cy="0"/>
        </a:xfrm>
      </p:grpSpPr>
      <p:sp>
        <p:nvSpPr>
          <p:cNvPr id="113" name="Google Shape;113;p82"/>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14" name="Google Shape;114;p82"/>
          <p:cNvSpPr txBox="1"/>
          <p:nvPr>
            <p:ph idx="1" type="body"/>
          </p:nvPr>
        </p:nvSpPr>
        <p:spPr>
          <a:xfrm>
            <a:off x="685800" y="1981200"/>
            <a:ext cx="3810000" cy="4114800"/>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Times New Roman"/>
              <a:buChar char="•"/>
              <a:defRPr sz="2800"/>
            </a:lvl1pPr>
            <a:lvl2pPr indent="-381000" lvl="1" marL="914400" algn="l">
              <a:spcBef>
                <a:spcPts val="480"/>
              </a:spcBef>
              <a:spcAft>
                <a:spcPts val="0"/>
              </a:spcAft>
              <a:buClr>
                <a:schemeClr val="dk1"/>
              </a:buClr>
              <a:buSzPts val="2400"/>
              <a:buFont typeface="Times New Roman"/>
              <a:buChar char="–"/>
              <a:defRPr sz="2400"/>
            </a:lvl2pPr>
            <a:lvl3pPr indent="-355600" lvl="2" marL="1371600" algn="l">
              <a:spcBef>
                <a:spcPts val="400"/>
              </a:spcBef>
              <a:spcAft>
                <a:spcPts val="0"/>
              </a:spcAft>
              <a:buClr>
                <a:schemeClr val="dk1"/>
              </a:buClr>
              <a:buSzPts val="2000"/>
              <a:buFont typeface="Times New Roman"/>
              <a:buChar char="•"/>
              <a:defRPr sz="2000"/>
            </a:lvl3pPr>
            <a:lvl4pPr indent="-342900" lvl="3" marL="1828800" algn="l">
              <a:spcBef>
                <a:spcPts val="360"/>
              </a:spcBef>
              <a:spcAft>
                <a:spcPts val="0"/>
              </a:spcAft>
              <a:buClr>
                <a:schemeClr val="dk1"/>
              </a:buClr>
              <a:buSzPts val="1800"/>
              <a:buFont typeface="Times New Roman"/>
              <a:buChar char="–"/>
              <a:defRPr sz="1800"/>
            </a:lvl4pPr>
            <a:lvl5pPr indent="-342900" lvl="4" marL="2286000" algn="l">
              <a:spcBef>
                <a:spcPts val="360"/>
              </a:spcBef>
              <a:spcAft>
                <a:spcPts val="0"/>
              </a:spcAft>
              <a:buClr>
                <a:schemeClr val="dk1"/>
              </a:buClr>
              <a:buSzPts val="1800"/>
              <a:buFont typeface="Times New Roman"/>
              <a:buChar char="»"/>
              <a:defRPr sz="1800"/>
            </a:lvl5pPr>
            <a:lvl6pPr indent="-342900" lvl="5" marL="2743200" algn="l">
              <a:spcBef>
                <a:spcPts val="360"/>
              </a:spcBef>
              <a:spcAft>
                <a:spcPts val="0"/>
              </a:spcAft>
              <a:buClr>
                <a:schemeClr val="dk1"/>
              </a:buClr>
              <a:buSzPts val="1800"/>
              <a:buFont typeface="Times New Roman"/>
              <a:buChar char="»"/>
              <a:defRPr sz="1800"/>
            </a:lvl6pPr>
            <a:lvl7pPr indent="-342900" lvl="6" marL="3200400" algn="l">
              <a:spcBef>
                <a:spcPts val="360"/>
              </a:spcBef>
              <a:spcAft>
                <a:spcPts val="0"/>
              </a:spcAft>
              <a:buClr>
                <a:schemeClr val="dk1"/>
              </a:buClr>
              <a:buSzPts val="1800"/>
              <a:buFont typeface="Times New Roman"/>
              <a:buChar char="»"/>
              <a:defRPr sz="1800"/>
            </a:lvl7pPr>
            <a:lvl8pPr indent="-342900" lvl="7" marL="3657600" algn="l">
              <a:spcBef>
                <a:spcPts val="360"/>
              </a:spcBef>
              <a:spcAft>
                <a:spcPts val="0"/>
              </a:spcAft>
              <a:buClr>
                <a:schemeClr val="dk1"/>
              </a:buClr>
              <a:buSzPts val="1800"/>
              <a:buFont typeface="Times New Roman"/>
              <a:buChar char="»"/>
              <a:defRPr sz="1800"/>
            </a:lvl8pPr>
            <a:lvl9pPr indent="-342900" lvl="8" marL="4114800" algn="l">
              <a:spcBef>
                <a:spcPts val="360"/>
              </a:spcBef>
              <a:spcAft>
                <a:spcPts val="0"/>
              </a:spcAft>
              <a:buClr>
                <a:schemeClr val="dk1"/>
              </a:buClr>
              <a:buSzPts val="1800"/>
              <a:buFont typeface="Times New Roman"/>
              <a:buChar char="»"/>
              <a:defRPr sz="1800"/>
            </a:lvl9pPr>
          </a:lstStyle>
          <a:p/>
        </p:txBody>
      </p:sp>
      <p:sp>
        <p:nvSpPr>
          <p:cNvPr id="115" name="Google Shape;115;p82"/>
          <p:cNvSpPr txBox="1"/>
          <p:nvPr>
            <p:ph idx="2" type="body"/>
          </p:nvPr>
        </p:nvSpPr>
        <p:spPr>
          <a:xfrm>
            <a:off x="4648200" y="1981200"/>
            <a:ext cx="3810000" cy="4114800"/>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Times New Roman"/>
              <a:buChar char="•"/>
              <a:defRPr sz="2800"/>
            </a:lvl1pPr>
            <a:lvl2pPr indent="-381000" lvl="1" marL="914400" algn="l">
              <a:spcBef>
                <a:spcPts val="480"/>
              </a:spcBef>
              <a:spcAft>
                <a:spcPts val="0"/>
              </a:spcAft>
              <a:buClr>
                <a:schemeClr val="dk1"/>
              </a:buClr>
              <a:buSzPts val="2400"/>
              <a:buFont typeface="Times New Roman"/>
              <a:buChar char="–"/>
              <a:defRPr sz="2400"/>
            </a:lvl2pPr>
            <a:lvl3pPr indent="-355600" lvl="2" marL="1371600" algn="l">
              <a:spcBef>
                <a:spcPts val="400"/>
              </a:spcBef>
              <a:spcAft>
                <a:spcPts val="0"/>
              </a:spcAft>
              <a:buClr>
                <a:schemeClr val="dk1"/>
              </a:buClr>
              <a:buSzPts val="2000"/>
              <a:buFont typeface="Times New Roman"/>
              <a:buChar char="•"/>
              <a:defRPr sz="2000"/>
            </a:lvl3pPr>
            <a:lvl4pPr indent="-342900" lvl="3" marL="1828800" algn="l">
              <a:spcBef>
                <a:spcPts val="360"/>
              </a:spcBef>
              <a:spcAft>
                <a:spcPts val="0"/>
              </a:spcAft>
              <a:buClr>
                <a:schemeClr val="dk1"/>
              </a:buClr>
              <a:buSzPts val="1800"/>
              <a:buFont typeface="Times New Roman"/>
              <a:buChar char="–"/>
              <a:defRPr sz="1800"/>
            </a:lvl4pPr>
            <a:lvl5pPr indent="-342900" lvl="4" marL="2286000" algn="l">
              <a:spcBef>
                <a:spcPts val="360"/>
              </a:spcBef>
              <a:spcAft>
                <a:spcPts val="0"/>
              </a:spcAft>
              <a:buClr>
                <a:schemeClr val="dk1"/>
              </a:buClr>
              <a:buSzPts val="1800"/>
              <a:buFont typeface="Times New Roman"/>
              <a:buChar char="»"/>
              <a:defRPr sz="1800"/>
            </a:lvl5pPr>
            <a:lvl6pPr indent="-342900" lvl="5" marL="2743200" algn="l">
              <a:spcBef>
                <a:spcPts val="360"/>
              </a:spcBef>
              <a:spcAft>
                <a:spcPts val="0"/>
              </a:spcAft>
              <a:buClr>
                <a:schemeClr val="dk1"/>
              </a:buClr>
              <a:buSzPts val="1800"/>
              <a:buFont typeface="Times New Roman"/>
              <a:buChar char="»"/>
              <a:defRPr sz="1800"/>
            </a:lvl6pPr>
            <a:lvl7pPr indent="-342900" lvl="6" marL="3200400" algn="l">
              <a:spcBef>
                <a:spcPts val="360"/>
              </a:spcBef>
              <a:spcAft>
                <a:spcPts val="0"/>
              </a:spcAft>
              <a:buClr>
                <a:schemeClr val="dk1"/>
              </a:buClr>
              <a:buSzPts val="1800"/>
              <a:buFont typeface="Times New Roman"/>
              <a:buChar char="»"/>
              <a:defRPr sz="1800"/>
            </a:lvl7pPr>
            <a:lvl8pPr indent="-342900" lvl="7" marL="3657600" algn="l">
              <a:spcBef>
                <a:spcPts val="360"/>
              </a:spcBef>
              <a:spcAft>
                <a:spcPts val="0"/>
              </a:spcAft>
              <a:buClr>
                <a:schemeClr val="dk1"/>
              </a:buClr>
              <a:buSzPts val="1800"/>
              <a:buFont typeface="Times New Roman"/>
              <a:buChar char="»"/>
              <a:defRPr sz="1800"/>
            </a:lvl8pPr>
            <a:lvl9pPr indent="-342900" lvl="8" marL="4114800" algn="l">
              <a:spcBef>
                <a:spcPts val="360"/>
              </a:spcBef>
              <a:spcAft>
                <a:spcPts val="0"/>
              </a:spcAft>
              <a:buClr>
                <a:schemeClr val="dk1"/>
              </a:buClr>
              <a:buSzPts val="1800"/>
              <a:buFont typeface="Times New Roman"/>
              <a:buChar char="»"/>
              <a:defRPr sz="1800"/>
            </a:lvl9pPr>
          </a:lstStyle>
          <a:p/>
        </p:txBody>
      </p:sp>
      <p:sp>
        <p:nvSpPr>
          <p:cNvPr id="116" name="Google Shape;116;p82"/>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82"/>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82"/>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b="1" sz="2800">
                <a:solidFill>
                  <a:srgbClr val="CC3300"/>
                </a:solidFill>
                <a:latin typeface="Tahoma"/>
                <a:ea typeface="Tahoma"/>
                <a:cs typeface="Tahoma"/>
                <a:sym typeface="Tahoma"/>
              </a:defRPr>
            </a:lvl1pPr>
            <a:lvl2pPr indent="0" lvl="1" marL="0" algn="r">
              <a:spcBef>
                <a:spcPts val="0"/>
              </a:spcBef>
              <a:spcAft>
                <a:spcPts val="0"/>
              </a:spcAft>
              <a:buNone/>
              <a:defRPr b="1" sz="2800">
                <a:solidFill>
                  <a:srgbClr val="CC3300"/>
                </a:solidFill>
                <a:latin typeface="Tahoma"/>
                <a:ea typeface="Tahoma"/>
                <a:cs typeface="Tahoma"/>
                <a:sym typeface="Tahoma"/>
              </a:defRPr>
            </a:lvl2pPr>
            <a:lvl3pPr indent="0" lvl="2" marL="0" algn="r">
              <a:spcBef>
                <a:spcPts val="0"/>
              </a:spcBef>
              <a:spcAft>
                <a:spcPts val="0"/>
              </a:spcAft>
              <a:buNone/>
              <a:defRPr b="1" sz="2800">
                <a:solidFill>
                  <a:srgbClr val="CC3300"/>
                </a:solidFill>
                <a:latin typeface="Tahoma"/>
                <a:ea typeface="Tahoma"/>
                <a:cs typeface="Tahoma"/>
                <a:sym typeface="Tahoma"/>
              </a:defRPr>
            </a:lvl3pPr>
            <a:lvl4pPr indent="0" lvl="3" marL="0" algn="r">
              <a:spcBef>
                <a:spcPts val="0"/>
              </a:spcBef>
              <a:spcAft>
                <a:spcPts val="0"/>
              </a:spcAft>
              <a:buNone/>
              <a:defRPr b="1" sz="2800">
                <a:solidFill>
                  <a:srgbClr val="CC3300"/>
                </a:solidFill>
                <a:latin typeface="Tahoma"/>
                <a:ea typeface="Tahoma"/>
                <a:cs typeface="Tahoma"/>
                <a:sym typeface="Tahoma"/>
              </a:defRPr>
            </a:lvl4pPr>
            <a:lvl5pPr indent="0" lvl="4" marL="0" algn="r">
              <a:spcBef>
                <a:spcPts val="0"/>
              </a:spcBef>
              <a:spcAft>
                <a:spcPts val="0"/>
              </a:spcAft>
              <a:buNone/>
              <a:defRPr b="1" sz="2800">
                <a:solidFill>
                  <a:srgbClr val="CC3300"/>
                </a:solidFill>
                <a:latin typeface="Tahoma"/>
                <a:ea typeface="Tahoma"/>
                <a:cs typeface="Tahoma"/>
                <a:sym typeface="Tahoma"/>
              </a:defRPr>
            </a:lvl5pPr>
            <a:lvl6pPr indent="0" lvl="5" marL="0" algn="r">
              <a:spcBef>
                <a:spcPts val="0"/>
              </a:spcBef>
              <a:spcAft>
                <a:spcPts val="0"/>
              </a:spcAft>
              <a:buNone/>
              <a:defRPr b="1" sz="2800">
                <a:solidFill>
                  <a:srgbClr val="CC3300"/>
                </a:solidFill>
                <a:latin typeface="Tahoma"/>
                <a:ea typeface="Tahoma"/>
                <a:cs typeface="Tahoma"/>
                <a:sym typeface="Tahoma"/>
              </a:defRPr>
            </a:lvl6pPr>
            <a:lvl7pPr indent="0" lvl="6" marL="0" algn="r">
              <a:spcBef>
                <a:spcPts val="0"/>
              </a:spcBef>
              <a:spcAft>
                <a:spcPts val="0"/>
              </a:spcAft>
              <a:buNone/>
              <a:defRPr b="1" sz="2800">
                <a:solidFill>
                  <a:srgbClr val="CC3300"/>
                </a:solidFill>
                <a:latin typeface="Tahoma"/>
                <a:ea typeface="Tahoma"/>
                <a:cs typeface="Tahoma"/>
                <a:sym typeface="Tahoma"/>
              </a:defRPr>
            </a:lvl7pPr>
            <a:lvl8pPr indent="0" lvl="7" marL="0" algn="r">
              <a:spcBef>
                <a:spcPts val="0"/>
              </a:spcBef>
              <a:spcAft>
                <a:spcPts val="0"/>
              </a:spcAft>
              <a:buNone/>
              <a:defRPr b="1" sz="2800">
                <a:solidFill>
                  <a:srgbClr val="CC3300"/>
                </a:solidFill>
                <a:latin typeface="Tahoma"/>
                <a:ea typeface="Tahoma"/>
                <a:cs typeface="Tahoma"/>
                <a:sym typeface="Tahoma"/>
              </a:defRPr>
            </a:lvl8pPr>
            <a:lvl9pPr indent="0" lvl="8" marL="0" algn="r">
              <a:spcBef>
                <a:spcPts val="0"/>
              </a:spcBef>
              <a:spcAft>
                <a:spcPts val="0"/>
              </a:spcAft>
              <a:buNone/>
              <a:defRPr b="1" sz="2800">
                <a:solidFill>
                  <a:srgbClr val="CC3300"/>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19" name="Shape 119"/>
        <p:cNvGrpSpPr/>
        <p:nvPr/>
      </p:nvGrpSpPr>
      <p:grpSpPr>
        <a:xfrm>
          <a:off x="0" y="0"/>
          <a:ext cx="0" cy="0"/>
          <a:chOff x="0" y="0"/>
          <a:chExt cx="0" cy="0"/>
        </a:xfrm>
      </p:grpSpPr>
      <p:sp>
        <p:nvSpPr>
          <p:cNvPr id="120" name="Google Shape;120;p8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21" name="Google Shape;121;p8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Times New Roman"/>
              <a:buNone/>
              <a:defRPr b="1" sz="2400"/>
            </a:lvl1pPr>
            <a:lvl2pPr indent="-228600" lvl="1" marL="914400" algn="l">
              <a:spcBef>
                <a:spcPts val="400"/>
              </a:spcBef>
              <a:spcAft>
                <a:spcPts val="0"/>
              </a:spcAft>
              <a:buClr>
                <a:schemeClr val="dk1"/>
              </a:buClr>
              <a:buSzPts val="2000"/>
              <a:buFont typeface="Times New Roman"/>
              <a:buNone/>
              <a:defRPr b="1" sz="2000"/>
            </a:lvl2pPr>
            <a:lvl3pPr indent="-228600" lvl="2" marL="1371600" algn="l">
              <a:spcBef>
                <a:spcPts val="360"/>
              </a:spcBef>
              <a:spcAft>
                <a:spcPts val="0"/>
              </a:spcAft>
              <a:buClr>
                <a:schemeClr val="dk1"/>
              </a:buClr>
              <a:buSzPts val="1800"/>
              <a:buFont typeface="Times New Roman"/>
              <a:buNone/>
              <a:defRPr b="1" sz="1800"/>
            </a:lvl3pPr>
            <a:lvl4pPr indent="-228600" lvl="3" marL="1828800" algn="l">
              <a:spcBef>
                <a:spcPts val="320"/>
              </a:spcBef>
              <a:spcAft>
                <a:spcPts val="0"/>
              </a:spcAft>
              <a:buClr>
                <a:schemeClr val="dk1"/>
              </a:buClr>
              <a:buSzPts val="1600"/>
              <a:buFont typeface="Times New Roman"/>
              <a:buNone/>
              <a:defRPr b="1" sz="1600"/>
            </a:lvl4pPr>
            <a:lvl5pPr indent="-228600" lvl="4" marL="2286000" algn="l">
              <a:spcBef>
                <a:spcPts val="320"/>
              </a:spcBef>
              <a:spcAft>
                <a:spcPts val="0"/>
              </a:spcAft>
              <a:buClr>
                <a:schemeClr val="dk1"/>
              </a:buClr>
              <a:buSzPts val="1600"/>
              <a:buFont typeface="Times New Roman"/>
              <a:buNone/>
              <a:defRPr b="1" sz="1600"/>
            </a:lvl5pPr>
            <a:lvl6pPr indent="-228600" lvl="5" marL="2743200" algn="l">
              <a:spcBef>
                <a:spcPts val="320"/>
              </a:spcBef>
              <a:spcAft>
                <a:spcPts val="0"/>
              </a:spcAft>
              <a:buClr>
                <a:schemeClr val="dk1"/>
              </a:buClr>
              <a:buSzPts val="1600"/>
              <a:buFont typeface="Times New Roman"/>
              <a:buNone/>
              <a:defRPr b="1" sz="1600"/>
            </a:lvl6pPr>
            <a:lvl7pPr indent="-228600" lvl="6" marL="3200400" algn="l">
              <a:spcBef>
                <a:spcPts val="320"/>
              </a:spcBef>
              <a:spcAft>
                <a:spcPts val="0"/>
              </a:spcAft>
              <a:buClr>
                <a:schemeClr val="dk1"/>
              </a:buClr>
              <a:buSzPts val="1600"/>
              <a:buFont typeface="Times New Roman"/>
              <a:buNone/>
              <a:defRPr b="1" sz="1600"/>
            </a:lvl7pPr>
            <a:lvl8pPr indent="-228600" lvl="7" marL="3657600" algn="l">
              <a:spcBef>
                <a:spcPts val="320"/>
              </a:spcBef>
              <a:spcAft>
                <a:spcPts val="0"/>
              </a:spcAft>
              <a:buClr>
                <a:schemeClr val="dk1"/>
              </a:buClr>
              <a:buSzPts val="1600"/>
              <a:buFont typeface="Times New Roman"/>
              <a:buNone/>
              <a:defRPr b="1" sz="1600"/>
            </a:lvl8pPr>
            <a:lvl9pPr indent="-228600" lvl="8" marL="4114800" algn="l">
              <a:spcBef>
                <a:spcPts val="320"/>
              </a:spcBef>
              <a:spcAft>
                <a:spcPts val="0"/>
              </a:spcAft>
              <a:buClr>
                <a:schemeClr val="dk1"/>
              </a:buClr>
              <a:buSzPts val="1600"/>
              <a:buFont typeface="Times New Roman"/>
              <a:buNone/>
              <a:defRPr b="1" sz="1600"/>
            </a:lvl9pPr>
          </a:lstStyle>
          <a:p/>
        </p:txBody>
      </p:sp>
      <p:sp>
        <p:nvSpPr>
          <p:cNvPr id="122" name="Google Shape;122;p8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Times New Roman"/>
              <a:buChar char="•"/>
              <a:defRPr sz="2400"/>
            </a:lvl1pPr>
            <a:lvl2pPr indent="-355600" lvl="1" marL="914400" algn="l">
              <a:spcBef>
                <a:spcPts val="400"/>
              </a:spcBef>
              <a:spcAft>
                <a:spcPts val="0"/>
              </a:spcAft>
              <a:buClr>
                <a:schemeClr val="dk1"/>
              </a:buClr>
              <a:buSzPts val="2000"/>
              <a:buFont typeface="Times New Roman"/>
              <a:buChar char="–"/>
              <a:defRPr sz="2000"/>
            </a:lvl2pPr>
            <a:lvl3pPr indent="-342900" lvl="2" marL="1371600" algn="l">
              <a:spcBef>
                <a:spcPts val="360"/>
              </a:spcBef>
              <a:spcAft>
                <a:spcPts val="0"/>
              </a:spcAft>
              <a:buClr>
                <a:schemeClr val="dk1"/>
              </a:buClr>
              <a:buSzPts val="1800"/>
              <a:buFont typeface="Times New Roman"/>
              <a:buChar char="•"/>
              <a:defRPr sz="1800"/>
            </a:lvl3pPr>
            <a:lvl4pPr indent="-330200" lvl="3" marL="1828800" algn="l">
              <a:spcBef>
                <a:spcPts val="320"/>
              </a:spcBef>
              <a:spcAft>
                <a:spcPts val="0"/>
              </a:spcAft>
              <a:buClr>
                <a:schemeClr val="dk1"/>
              </a:buClr>
              <a:buSzPts val="1600"/>
              <a:buFont typeface="Times New Roman"/>
              <a:buChar char="–"/>
              <a:defRPr sz="1600"/>
            </a:lvl4pPr>
            <a:lvl5pPr indent="-330200" lvl="4" marL="2286000" algn="l">
              <a:spcBef>
                <a:spcPts val="320"/>
              </a:spcBef>
              <a:spcAft>
                <a:spcPts val="0"/>
              </a:spcAft>
              <a:buClr>
                <a:schemeClr val="dk1"/>
              </a:buClr>
              <a:buSzPts val="1600"/>
              <a:buFont typeface="Times New Roman"/>
              <a:buChar char="»"/>
              <a:defRPr sz="1600"/>
            </a:lvl5pPr>
            <a:lvl6pPr indent="-330200" lvl="5" marL="2743200" algn="l">
              <a:spcBef>
                <a:spcPts val="320"/>
              </a:spcBef>
              <a:spcAft>
                <a:spcPts val="0"/>
              </a:spcAft>
              <a:buClr>
                <a:schemeClr val="dk1"/>
              </a:buClr>
              <a:buSzPts val="1600"/>
              <a:buFont typeface="Times New Roman"/>
              <a:buChar char="»"/>
              <a:defRPr sz="1600"/>
            </a:lvl6pPr>
            <a:lvl7pPr indent="-330200" lvl="6" marL="3200400" algn="l">
              <a:spcBef>
                <a:spcPts val="320"/>
              </a:spcBef>
              <a:spcAft>
                <a:spcPts val="0"/>
              </a:spcAft>
              <a:buClr>
                <a:schemeClr val="dk1"/>
              </a:buClr>
              <a:buSzPts val="1600"/>
              <a:buFont typeface="Times New Roman"/>
              <a:buChar char="»"/>
              <a:defRPr sz="1600"/>
            </a:lvl7pPr>
            <a:lvl8pPr indent="-330200" lvl="7" marL="3657600" algn="l">
              <a:spcBef>
                <a:spcPts val="320"/>
              </a:spcBef>
              <a:spcAft>
                <a:spcPts val="0"/>
              </a:spcAft>
              <a:buClr>
                <a:schemeClr val="dk1"/>
              </a:buClr>
              <a:buSzPts val="1600"/>
              <a:buFont typeface="Times New Roman"/>
              <a:buChar char="»"/>
              <a:defRPr sz="1600"/>
            </a:lvl8pPr>
            <a:lvl9pPr indent="-330200" lvl="8" marL="4114800" algn="l">
              <a:spcBef>
                <a:spcPts val="320"/>
              </a:spcBef>
              <a:spcAft>
                <a:spcPts val="0"/>
              </a:spcAft>
              <a:buClr>
                <a:schemeClr val="dk1"/>
              </a:buClr>
              <a:buSzPts val="1600"/>
              <a:buFont typeface="Times New Roman"/>
              <a:buChar char="»"/>
              <a:defRPr sz="1600"/>
            </a:lvl9pPr>
          </a:lstStyle>
          <a:p/>
        </p:txBody>
      </p:sp>
      <p:sp>
        <p:nvSpPr>
          <p:cNvPr id="123" name="Google Shape;123;p8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Times New Roman"/>
              <a:buNone/>
              <a:defRPr b="1" sz="2400"/>
            </a:lvl1pPr>
            <a:lvl2pPr indent="-228600" lvl="1" marL="914400" algn="l">
              <a:spcBef>
                <a:spcPts val="400"/>
              </a:spcBef>
              <a:spcAft>
                <a:spcPts val="0"/>
              </a:spcAft>
              <a:buClr>
                <a:schemeClr val="dk1"/>
              </a:buClr>
              <a:buSzPts val="2000"/>
              <a:buFont typeface="Times New Roman"/>
              <a:buNone/>
              <a:defRPr b="1" sz="2000"/>
            </a:lvl2pPr>
            <a:lvl3pPr indent="-228600" lvl="2" marL="1371600" algn="l">
              <a:spcBef>
                <a:spcPts val="360"/>
              </a:spcBef>
              <a:spcAft>
                <a:spcPts val="0"/>
              </a:spcAft>
              <a:buClr>
                <a:schemeClr val="dk1"/>
              </a:buClr>
              <a:buSzPts val="1800"/>
              <a:buFont typeface="Times New Roman"/>
              <a:buNone/>
              <a:defRPr b="1" sz="1800"/>
            </a:lvl3pPr>
            <a:lvl4pPr indent="-228600" lvl="3" marL="1828800" algn="l">
              <a:spcBef>
                <a:spcPts val="320"/>
              </a:spcBef>
              <a:spcAft>
                <a:spcPts val="0"/>
              </a:spcAft>
              <a:buClr>
                <a:schemeClr val="dk1"/>
              </a:buClr>
              <a:buSzPts val="1600"/>
              <a:buFont typeface="Times New Roman"/>
              <a:buNone/>
              <a:defRPr b="1" sz="1600"/>
            </a:lvl4pPr>
            <a:lvl5pPr indent="-228600" lvl="4" marL="2286000" algn="l">
              <a:spcBef>
                <a:spcPts val="320"/>
              </a:spcBef>
              <a:spcAft>
                <a:spcPts val="0"/>
              </a:spcAft>
              <a:buClr>
                <a:schemeClr val="dk1"/>
              </a:buClr>
              <a:buSzPts val="1600"/>
              <a:buFont typeface="Times New Roman"/>
              <a:buNone/>
              <a:defRPr b="1" sz="1600"/>
            </a:lvl5pPr>
            <a:lvl6pPr indent="-228600" lvl="5" marL="2743200" algn="l">
              <a:spcBef>
                <a:spcPts val="320"/>
              </a:spcBef>
              <a:spcAft>
                <a:spcPts val="0"/>
              </a:spcAft>
              <a:buClr>
                <a:schemeClr val="dk1"/>
              </a:buClr>
              <a:buSzPts val="1600"/>
              <a:buFont typeface="Times New Roman"/>
              <a:buNone/>
              <a:defRPr b="1" sz="1600"/>
            </a:lvl6pPr>
            <a:lvl7pPr indent="-228600" lvl="6" marL="3200400" algn="l">
              <a:spcBef>
                <a:spcPts val="320"/>
              </a:spcBef>
              <a:spcAft>
                <a:spcPts val="0"/>
              </a:spcAft>
              <a:buClr>
                <a:schemeClr val="dk1"/>
              </a:buClr>
              <a:buSzPts val="1600"/>
              <a:buFont typeface="Times New Roman"/>
              <a:buNone/>
              <a:defRPr b="1" sz="1600"/>
            </a:lvl7pPr>
            <a:lvl8pPr indent="-228600" lvl="7" marL="3657600" algn="l">
              <a:spcBef>
                <a:spcPts val="320"/>
              </a:spcBef>
              <a:spcAft>
                <a:spcPts val="0"/>
              </a:spcAft>
              <a:buClr>
                <a:schemeClr val="dk1"/>
              </a:buClr>
              <a:buSzPts val="1600"/>
              <a:buFont typeface="Times New Roman"/>
              <a:buNone/>
              <a:defRPr b="1" sz="1600"/>
            </a:lvl8pPr>
            <a:lvl9pPr indent="-228600" lvl="8" marL="4114800" algn="l">
              <a:spcBef>
                <a:spcPts val="320"/>
              </a:spcBef>
              <a:spcAft>
                <a:spcPts val="0"/>
              </a:spcAft>
              <a:buClr>
                <a:schemeClr val="dk1"/>
              </a:buClr>
              <a:buSzPts val="1600"/>
              <a:buFont typeface="Times New Roman"/>
              <a:buNone/>
              <a:defRPr b="1" sz="1600"/>
            </a:lvl9pPr>
          </a:lstStyle>
          <a:p/>
        </p:txBody>
      </p:sp>
      <p:sp>
        <p:nvSpPr>
          <p:cNvPr id="124" name="Google Shape;124;p8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Times New Roman"/>
              <a:buChar char="•"/>
              <a:defRPr sz="2400"/>
            </a:lvl1pPr>
            <a:lvl2pPr indent="-355600" lvl="1" marL="914400" algn="l">
              <a:spcBef>
                <a:spcPts val="400"/>
              </a:spcBef>
              <a:spcAft>
                <a:spcPts val="0"/>
              </a:spcAft>
              <a:buClr>
                <a:schemeClr val="dk1"/>
              </a:buClr>
              <a:buSzPts val="2000"/>
              <a:buFont typeface="Times New Roman"/>
              <a:buChar char="–"/>
              <a:defRPr sz="2000"/>
            </a:lvl2pPr>
            <a:lvl3pPr indent="-342900" lvl="2" marL="1371600" algn="l">
              <a:spcBef>
                <a:spcPts val="360"/>
              </a:spcBef>
              <a:spcAft>
                <a:spcPts val="0"/>
              </a:spcAft>
              <a:buClr>
                <a:schemeClr val="dk1"/>
              </a:buClr>
              <a:buSzPts val="1800"/>
              <a:buFont typeface="Times New Roman"/>
              <a:buChar char="•"/>
              <a:defRPr sz="1800"/>
            </a:lvl3pPr>
            <a:lvl4pPr indent="-330200" lvl="3" marL="1828800" algn="l">
              <a:spcBef>
                <a:spcPts val="320"/>
              </a:spcBef>
              <a:spcAft>
                <a:spcPts val="0"/>
              </a:spcAft>
              <a:buClr>
                <a:schemeClr val="dk1"/>
              </a:buClr>
              <a:buSzPts val="1600"/>
              <a:buFont typeface="Times New Roman"/>
              <a:buChar char="–"/>
              <a:defRPr sz="1600"/>
            </a:lvl4pPr>
            <a:lvl5pPr indent="-330200" lvl="4" marL="2286000" algn="l">
              <a:spcBef>
                <a:spcPts val="320"/>
              </a:spcBef>
              <a:spcAft>
                <a:spcPts val="0"/>
              </a:spcAft>
              <a:buClr>
                <a:schemeClr val="dk1"/>
              </a:buClr>
              <a:buSzPts val="1600"/>
              <a:buFont typeface="Times New Roman"/>
              <a:buChar char="»"/>
              <a:defRPr sz="1600"/>
            </a:lvl5pPr>
            <a:lvl6pPr indent="-330200" lvl="5" marL="2743200" algn="l">
              <a:spcBef>
                <a:spcPts val="320"/>
              </a:spcBef>
              <a:spcAft>
                <a:spcPts val="0"/>
              </a:spcAft>
              <a:buClr>
                <a:schemeClr val="dk1"/>
              </a:buClr>
              <a:buSzPts val="1600"/>
              <a:buFont typeface="Times New Roman"/>
              <a:buChar char="»"/>
              <a:defRPr sz="1600"/>
            </a:lvl6pPr>
            <a:lvl7pPr indent="-330200" lvl="6" marL="3200400" algn="l">
              <a:spcBef>
                <a:spcPts val="320"/>
              </a:spcBef>
              <a:spcAft>
                <a:spcPts val="0"/>
              </a:spcAft>
              <a:buClr>
                <a:schemeClr val="dk1"/>
              </a:buClr>
              <a:buSzPts val="1600"/>
              <a:buFont typeface="Times New Roman"/>
              <a:buChar char="»"/>
              <a:defRPr sz="1600"/>
            </a:lvl7pPr>
            <a:lvl8pPr indent="-330200" lvl="7" marL="3657600" algn="l">
              <a:spcBef>
                <a:spcPts val="320"/>
              </a:spcBef>
              <a:spcAft>
                <a:spcPts val="0"/>
              </a:spcAft>
              <a:buClr>
                <a:schemeClr val="dk1"/>
              </a:buClr>
              <a:buSzPts val="1600"/>
              <a:buFont typeface="Times New Roman"/>
              <a:buChar char="»"/>
              <a:defRPr sz="1600"/>
            </a:lvl8pPr>
            <a:lvl9pPr indent="-330200" lvl="8" marL="4114800" algn="l">
              <a:spcBef>
                <a:spcPts val="320"/>
              </a:spcBef>
              <a:spcAft>
                <a:spcPts val="0"/>
              </a:spcAft>
              <a:buClr>
                <a:schemeClr val="dk1"/>
              </a:buClr>
              <a:buSzPts val="1600"/>
              <a:buFont typeface="Times New Roman"/>
              <a:buChar char="»"/>
              <a:defRPr sz="1600"/>
            </a:lvl9pPr>
          </a:lstStyle>
          <a:p/>
        </p:txBody>
      </p:sp>
      <p:sp>
        <p:nvSpPr>
          <p:cNvPr id="125" name="Google Shape;125;p83"/>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83"/>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83"/>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b="1" sz="2800">
                <a:solidFill>
                  <a:srgbClr val="CC3300"/>
                </a:solidFill>
                <a:latin typeface="Tahoma"/>
                <a:ea typeface="Tahoma"/>
                <a:cs typeface="Tahoma"/>
                <a:sym typeface="Tahoma"/>
              </a:defRPr>
            </a:lvl1pPr>
            <a:lvl2pPr indent="0" lvl="1" marL="0" algn="r">
              <a:spcBef>
                <a:spcPts val="0"/>
              </a:spcBef>
              <a:spcAft>
                <a:spcPts val="0"/>
              </a:spcAft>
              <a:buNone/>
              <a:defRPr b="1" sz="2800">
                <a:solidFill>
                  <a:srgbClr val="CC3300"/>
                </a:solidFill>
                <a:latin typeface="Tahoma"/>
                <a:ea typeface="Tahoma"/>
                <a:cs typeface="Tahoma"/>
                <a:sym typeface="Tahoma"/>
              </a:defRPr>
            </a:lvl2pPr>
            <a:lvl3pPr indent="0" lvl="2" marL="0" algn="r">
              <a:spcBef>
                <a:spcPts val="0"/>
              </a:spcBef>
              <a:spcAft>
                <a:spcPts val="0"/>
              </a:spcAft>
              <a:buNone/>
              <a:defRPr b="1" sz="2800">
                <a:solidFill>
                  <a:srgbClr val="CC3300"/>
                </a:solidFill>
                <a:latin typeface="Tahoma"/>
                <a:ea typeface="Tahoma"/>
                <a:cs typeface="Tahoma"/>
                <a:sym typeface="Tahoma"/>
              </a:defRPr>
            </a:lvl3pPr>
            <a:lvl4pPr indent="0" lvl="3" marL="0" algn="r">
              <a:spcBef>
                <a:spcPts val="0"/>
              </a:spcBef>
              <a:spcAft>
                <a:spcPts val="0"/>
              </a:spcAft>
              <a:buNone/>
              <a:defRPr b="1" sz="2800">
                <a:solidFill>
                  <a:srgbClr val="CC3300"/>
                </a:solidFill>
                <a:latin typeface="Tahoma"/>
                <a:ea typeface="Tahoma"/>
                <a:cs typeface="Tahoma"/>
                <a:sym typeface="Tahoma"/>
              </a:defRPr>
            </a:lvl4pPr>
            <a:lvl5pPr indent="0" lvl="4" marL="0" algn="r">
              <a:spcBef>
                <a:spcPts val="0"/>
              </a:spcBef>
              <a:spcAft>
                <a:spcPts val="0"/>
              </a:spcAft>
              <a:buNone/>
              <a:defRPr b="1" sz="2800">
                <a:solidFill>
                  <a:srgbClr val="CC3300"/>
                </a:solidFill>
                <a:latin typeface="Tahoma"/>
                <a:ea typeface="Tahoma"/>
                <a:cs typeface="Tahoma"/>
                <a:sym typeface="Tahoma"/>
              </a:defRPr>
            </a:lvl5pPr>
            <a:lvl6pPr indent="0" lvl="5" marL="0" algn="r">
              <a:spcBef>
                <a:spcPts val="0"/>
              </a:spcBef>
              <a:spcAft>
                <a:spcPts val="0"/>
              </a:spcAft>
              <a:buNone/>
              <a:defRPr b="1" sz="2800">
                <a:solidFill>
                  <a:srgbClr val="CC3300"/>
                </a:solidFill>
                <a:latin typeface="Tahoma"/>
                <a:ea typeface="Tahoma"/>
                <a:cs typeface="Tahoma"/>
                <a:sym typeface="Tahoma"/>
              </a:defRPr>
            </a:lvl6pPr>
            <a:lvl7pPr indent="0" lvl="6" marL="0" algn="r">
              <a:spcBef>
                <a:spcPts val="0"/>
              </a:spcBef>
              <a:spcAft>
                <a:spcPts val="0"/>
              </a:spcAft>
              <a:buNone/>
              <a:defRPr b="1" sz="2800">
                <a:solidFill>
                  <a:srgbClr val="CC3300"/>
                </a:solidFill>
                <a:latin typeface="Tahoma"/>
                <a:ea typeface="Tahoma"/>
                <a:cs typeface="Tahoma"/>
                <a:sym typeface="Tahoma"/>
              </a:defRPr>
            </a:lvl7pPr>
            <a:lvl8pPr indent="0" lvl="7" marL="0" algn="r">
              <a:spcBef>
                <a:spcPts val="0"/>
              </a:spcBef>
              <a:spcAft>
                <a:spcPts val="0"/>
              </a:spcAft>
              <a:buNone/>
              <a:defRPr b="1" sz="2800">
                <a:solidFill>
                  <a:srgbClr val="CC3300"/>
                </a:solidFill>
                <a:latin typeface="Tahoma"/>
                <a:ea typeface="Tahoma"/>
                <a:cs typeface="Tahoma"/>
                <a:sym typeface="Tahoma"/>
              </a:defRPr>
            </a:lvl8pPr>
            <a:lvl9pPr indent="0" lvl="8" marL="0" algn="r">
              <a:spcBef>
                <a:spcPts val="0"/>
              </a:spcBef>
              <a:spcAft>
                <a:spcPts val="0"/>
              </a:spcAft>
              <a:buNone/>
              <a:defRPr b="1" sz="2800">
                <a:solidFill>
                  <a:srgbClr val="CC3300"/>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8" name="Shape 128"/>
        <p:cNvGrpSpPr/>
        <p:nvPr/>
      </p:nvGrpSpPr>
      <p:grpSpPr>
        <a:xfrm>
          <a:off x="0" y="0"/>
          <a:ext cx="0" cy="0"/>
          <a:chOff x="0" y="0"/>
          <a:chExt cx="0" cy="0"/>
        </a:xfrm>
      </p:grpSpPr>
      <p:sp>
        <p:nvSpPr>
          <p:cNvPr id="129" name="Google Shape;129;p84"/>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30" name="Google Shape;130;p84"/>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84"/>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2" name="Google Shape;132;p84"/>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b="1" sz="2800">
                <a:solidFill>
                  <a:srgbClr val="CC3300"/>
                </a:solidFill>
                <a:latin typeface="Tahoma"/>
                <a:ea typeface="Tahoma"/>
                <a:cs typeface="Tahoma"/>
                <a:sym typeface="Tahoma"/>
              </a:defRPr>
            </a:lvl1pPr>
            <a:lvl2pPr indent="0" lvl="1" marL="0" algn="r">
              <a:spcBef>
                <a:spcPts val="0"/>
              </a:spcBef>
              <a:spcAft>
                <a:spcPts val="0"/>
              </a:spcAft>
              <a:buNone/>
              <a:defRPr b="1" sz="2800">
                <a:solidFill>
                  <a:srgbClr val="CC3300"/>
                </a:solidFill>
                <a:latin typeface="Tahoma"/>
                <a:ea typeface="Tahoma"/>
                <a:cs typeface="Tahoma"/>
                <a:sym typeface="Tahoma"/>
              </a:defRPr>
            </a:lvl2pPr>
            <a:lvl3pPr indent="0" lvl="2" marL="0" algn="r">
              <a:spcBef>
                <a:spcPts val="0"/>
              </a:spcBef>
              <a:spcAft>
                <a:spcPts val="0"/>
              </a:spcAft>
              <a:buNone/>
              <a:defRPr b="1" sz="2800">
                <a:solidFill>
                  <a:srgbClr val="CC3300"/>
                </a:solidFill>
                <a:latin typeface="Tahoma"/>
                <a:ea typeface="Tahoma"/>
                <a:cs typeface="Tahoma"/>
                <a:sym typeface="Tahoma"/>
              </a:defRPr>
            </a:lvl3pPr>
            <a:lvl4pPr indent="0" lvl="3" marL="0" algn="r">
              <a:spcBef>
                <a:spcPts val="0"/>
              </a:spcBef>
              <a:spcAft>
                <a:spcPts val="0"/>
              </a:spcAft>
              <a:buNone/>
              <a:defRPr b="1" sz="2800">
                <a:solidFill>
                  <a:srgbClr val="CC3300"/>
                </a:solidFill>
                <a:latin typeface="Tahoma"/>
                <a:ea typeface="Tahoma"/>
                <a:cs typeface="Tahoma"/>
                <a:sym typeface="Tahoma"/>
              </a:defRPr>
            </a:lvl4pPr>
            <a:lvl5pPr indent="0" lvl="4" marL="0" algn="r">
              <a:spcBef>
                <a:spcPts val="0"/>
              </a:spcBef>
              <a:spcAft>
                <a:spcPts val="0"/>
              </a:spcAft>
              <a:buNone/>
              <a:defRPr b="1" sz="2800">
                <a:solidFill>
                  <a:srgbClr val="CC3300"/>
                </a:solidFill>
                <a:latin typeface="Tahoma"/>
                <a:ea typeface="Tahoma"/>
                <a:cs typeface="Tahoma"/>
                <a:sym typeface="Tahoma"/>
              </a:defRPr>
            </a:lvl5pPr>
            <a:lvl6pPr indent="0" lvl="5" marL="0" algn="r">
              <a:spcBef>
                <a:spcPts val="0"/>
              </a:spcBef>
              <a:spcAft>
                <a:spcPts val="0"/>
              </a:spcAft>
              <a:buNone/>
              <a:defRPr b="1" sz="2800">
                <a:solidFill>
                  <a:srgbClr val="CC3300"/>
                </a:solidFill>
                <a:latin typeface="Tahoma"/>
                <a:ea typeface="Tahoma"/>
                <a:cs typeface="Tahoma"/>
                <a:sym typeface="Tahoma"/>
              </a:defRPr>
            </a:lvl6pPr>
            <a:lvl7pPr indent="0" lvl="6" marL="0" algn="r">
              <a:spcBef>
                <a:spcPts val="0"/>
              </a:spcBef>
              <a:spcAft>
                <a:spcPts val="0"/>
              </a:spcAft>
              <a:buNone/>
              <a:defRPr b="1" sz="2800">
                <a:solidFill>
                  <a:srgbClr val="CC3300"/>
                </a:solidFill>
                <a:latin typeface="Tahoma"/>
                <a:ea typeface="Tahoma"/>
                <a:cs typeface="Tahoma"/>
                <a:sym typeface="Tahoma"/>
              </a:defRPr>
            </a:lvl7pPr>
            <a:lvl8pPr indent="0" lvl="7" marL="0" algn="r">
              <a:spcBef>
                <a:spcPts val="0"/>
              </a:spcBef>
              <a:spcAft>
                <a:spcPts val="0"/>
              </a:spcAft>
              <a:buNone/>
              <a:defRPr b="1" sz="2800">
                <a:solidFill>
                  <a:srgbClr val="CC3300"/>
                </a:solidFill>
                <a:latin typeface="Tahoma"/>
                <a:ea typeface="Tahoma"/>
                <a:cs typeface="Tahoma"/>
                <a:sym typeface="Tahoma"/>
              </a:defRPr>
            </a:lvl8pPr>
            <a:lvl9pPr indent="0" lvl="8" marL="0" algn="r">
              <a:spcBef>
                <a:spcPts val="0"/>
              </a:spcBef>
              <a:spcAft>
                <a:spcPts val="0"/>
              </a:spcAft>
              <a:buNone/>
              <a:defRPr b="1" sz="2800">
                <a:solidFill>
                  <a:srgbClr val="CC3300"/>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3" name="Shape 133"/>
        <p:cNvGrpSpPr/>
        <p:nvPr/>
      </p:nvGrpSpPr>
      <p:grpSpPr>
        <a:xfrm>
          <a:off x="0" y="0"/>
          <a:ext cx="0" cy="0"/>
          <a:chOff x="0" y="0"/>
          <a:chExt cx="0" cy="0"/>
        </a:xfrm>
      </p:grpSpPr>
      <p:sp>
        <p:nvSpPr>
          <p:cNvPr id="134" name="Google Shape;134;p85"/>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35" name="Google Shape;135;p85"/>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Font typeface="Times New Roman"/>
              <a:buChar char="•"/>
              <a:defRPr sz="3200"/>
            </a:lvl1pPr>
            <a:lvl2pPr indent="-406400" lvl="1" marL="914400" algn="l">
              <a:spcBef>
                <a:spcPts val="560"/>
              </a:spcBef>
              <a:spcAft>
                <a:spcPts val="0"/>
              </a:spcAft>
              <a:buClr>
                <a:schemeClr val="dk1"/>
              </a:buClr>
              <a:buSzPts val="2800"/>
              <a:buFont typeface="Times New Roman"/>
              <a:buChar char="–"/>
              <a:defRPr sz="2800"/>
            </a:lvl2pPr>
            <a:lvl3pPr indent="-381000" lvl="2" marL="1371600" algn="l">
              <a:spcBef>
                <a:spcPts val="480"/>
              </a:spcBef>
              <a:spcAft>
                <a:spcPts val="0"/>
              </a:spcAft>
              <a:buClr>
                <a:schemeClr val="dk1"/>
              </a:buClr>
              <a:buSzPts val="2400"/>
              <a:buFont typeface="Times New Roman"/>
              <a:buChar char="•"/>
              <a:defRPr sz="2400"/>
            </a:lvl3pPr>
            <a:lvl4pPr indent="-355600" lvl="3" marL="1828800" algn="l">
              <a:spcBef>
                <a:spcPts val="400"/>
              </a:spcBef>
              <a:spcAft>
                <a:spcPts val="0"/>
              </a:spcAft>
              <a:buClr>
                <a:schemeClr val="dk1"/>
              </a:buClr>
              <a:buSzPts val="2000"/>
              <a:buFont typeface="Times New Roman"/>
              <a:buChar char="–"/>
              <a:defRPr sz="2000"/>
            </a:lvl4pPr>
            <a:lvl5pPr indent="-355600" lvl="4" marL="2286000" algn="l">
              <a:spcBef>
                <a:spcPts val="400"/>
              </a:spcBef>
              <a:spcAft>
                <a:spcPts val="0"/>
              </a:spcAft>
              <a:buClr>
                <a:schemeClr val="dk1"/>
              </a:buClr>
              <a:buSzPts val="2000"/>
              <a:buFont typeface="Times New Roman"/>
              <a:buChar char="»"/>
              <a:defRPr sz="2000"/>
            </a:lvl5pPr>
            <a:lvl6pPr indent="-355600" lvl="5" marL="2743200" algn="l">
              <a:spcBef>
                <a:spcPts val="400"/>
              </a:spcBef>
              <a:spcAft>
                <a:spcPts val="0"/>
              </a:spcAft>
              <a:buClr>
                <a:schemeClr val="dk1"/>
              </a:buClr>
              <a:buSzPts val="2000"/>
              <a:buFont typeface="Times New Roman"/>
              <a:buChar char="»"/>
              <a:defRPr sz="2000"/>
            </a:lvl6pPr>
            <a:lvl7pPr indent="-355600" lvl="6" marL="3200400" algn="l">
              <a:spcBef>
                <a:spcPts val="400"/>
              </a:spcBef>
              <a:spcAft>
                <a:spcPts val="0"/>
              </a:spcAft>
              <a:buClr>
                <a:schemeClr val="dk1"/>
              </a:buClr>
              <a:buSzPts val="2000"/>
              <a:buFont typeface="Times New Roman"/>
              <a:buChar char="»"/>
              <a:defRPr sz="2000"/>
            </a:lvl7pPr>
            <a:lvl8pPr indent="-355600" lvl="7" marL="3657600" algn="l">
              <a:spcBef>
                <a:spcPts val="400"/>
              </a:spcBef>
              <a:spcAft>
                <a:spcPts val="0"/>
              </a:spcAft>
              <a:buClr>
                <a:schemeClr val="dk1"/>
              </a:buClr>
              <a:buSzPts val="2000"/>
              <a:buFont typeface="Times New Roman"/>
              <a:buChar char="»"/>
              <a:defRPr sz="2000"/>
            </a:lvl8pPr>
            <a:lvl9pPr indent="-355600" lvl="8" marL="4114800" algn="l">
              <a:spcBef>
                <a:spcPts val="400"/>
              </a:spcBef>
              <a:spcAft>
                <a:spcPts val="0"/>
              </a:spcAft>
              <a:buClr>
                <a:schemeClr val="dk1"/>
              </a:buClr>
              <a:buSzPts val="2000"/>
              <a:buFont typeface="Times New Roman"/>
              <a:buChar char="»"/>
              <a:defRPr sz="2000"/>
            </a:lvl9pPr>
          </a:lstStyle>
          <a:p/>
        </p:txBody>
      </p:sp>
      <p:sp>
        <p:nvSpPr>
          <p:cNvPr id="136" name="Google Shape;136;p85"/>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Times New Roman"/>
              <a:buNone/>
              <a:defRPr sz="1400"/>
            </a:lvl1pPr>
            <a:lvl2pPr indent="-228600" lvl="1" marL="914400" algn="l">
              <a:spcBef>
                <a:spcPts val="240"/>
              </a:spcBef>
              <a:spcAft>
                <a:spcPts val="0"/>
              </a:spcAft>
              <a:buClr>
                <a:schemeClr val="dk1"/>
              </a:buClr>
              <a:buSzPts val="1200"/>
              <a:buFont typeface="Times New Roman"/>
              <a:buNone/>
              <a:defRPr sz="1200"/>
            </a:lvl2pPr>
            <a:lvl3pPr indent="-228600" lvl="2" marL="1371600" algn="l">
              <a:spcBef>
                <a:spcPts val="200"/>
              </a:spcBef>
              <a:spcAft>
                <a:spcPts val="0"/>
              </a:spcAft>
              <a:buClr>
                <a:schemeClr val="dk1"/>
              </a:buClr>
              <a:buSzPts val="1000"/>
              <a:buFont typeface="Times New Roman"/>
              <a:buNone/>
              <a:defRPr sz="1000"/>
            </a:lvl3pPr>
            <a:lvl4pPr indent="-228600" lvl="3" marL="1828800" algn="l">
              <a:spcBef>
                <a:spcPts val="180"/>
              </a:spcBef>
              <a:spcAft>
                <a:spcPts val="0"/>
              </a:spcAft>
              <a:buClr>
                <a:schemeClr val="dk1"/>
              </a:buClr>
              <a:buSzPts val="900"/>
              <a:buFont typeface="Times New Roman"/>
              <a:buNone/>
              <a:defRPr sz="900"/>
            </a:lvl4pPr>
            <a:lvl5pPr indent="-228600" lvl="4" marL="2286000" algn="l">
              <a:spcBef>
                <a:spcPts val="180"/>
              </a:spcBef>
              <a:spcAft>
                <a:spcPts val="0"/>
              </a:spcAft>
              <a:buClr>
                <a:schemeClr val="dk1"/>
              </a:buClr>
              <a:buSzPts val="900"/>
              <a:buFont typeface="Times New Roman"/>
              <a:buNone/>
              <a:defRPr sz="900"/>
            </a:lvl5pPr>
            <a:lvl6pPr indent="-228600" lvl="5" marL="2743200" algn="l">
              <a:spcBef>
                <a:spcPts val="180"/>
              </a:spcBef>
              <a:spcAft>
                <a:spcPts val="0"/>
              </a:spcAft>
              <a:buClr>
                <a:schemeClr val="dk1"/>
              </a:buClr>
              <a:buSzPts val="900"/>
              <a:buFont typeface="Times New Roman"/>
              <a:buNone/>
              <a:defRPr sz="900"/>
            </a:lvl6pPr>
            <a:lvl7pPr indent="-228600" lvl="6" marL="3200400" algn="l">
              <a:spcBef>
                <a:spcPts val="180"/>
              </a:spcBef>
              <a:spcAft>
                <a:spcPts val="0"/>
              </a:spcAft>
              <a:buClr>
                <a:schemeClr val="dk1"/>
              </a:buClr>
              <a:buSzPts val="900"/>
              <a:buFont typeface="Times New Roman"/>
              <a:buNone/>
              <a:defRPr sz="900"/>
            </a:lvl7pPr>
            <a:lvl8pPr indent="-228600" lvl="7" marL="3657600" algn="l">
              <a:spcBef>
                <a:spcPts val="180"/>
              </a:spcBef>
              <a:spcAft>
                <a:spcPts val="0"/>
              </a:spcAft>
              <a:buClr>
                <a:schemeClr val="dk1"/>
              </a:buClr>
              <a:buSzPts val="900"/>
              <a:buFont typeface="Times New Roman"/>
              <a:buNone/>
              <a:defRPr sz="900"/>
            </a:lvl8pPr>
            <a:lvl9pPr indent="-228600" lvl="8" marL="4114800" algn="l">
              <a:spcBef>
                <a:spcPts val="180"/>
              </a:spcBef>
              <a:spcAft>
                <a:spcPts val="0"/>
              </a:spcAft>
              <a:buClr>
                <a:schemeClr val="dk1"/>
              </a:buClr>
              <a:buSzPts val="900"/>
              <a:buFont typeface="Times New Roman"/>
              <a:buNone/>
              <a:defRPr sz="900"/>
            </a:lvl9pPr>
          </a:lstStyle>
          <a:p/>
        </p:txBody>
      </p:sp>
      <p:sp>
        <p:nvSpPr>
          <p:cNvPr id="137" name="Google Shape;137;p85"/>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8" name="Google Shape;138;p85"/>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85"/>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b="1" sz="2800">
                <a:solidFill>
                  <a:srgbClr val="CC3300"/>
                </a:solidFill>
                <a:latin typeface="Tahoma"/>
                <a:ea typeface="Tahoma"/>
                <a:cs typeface="Tahoma"/>
                <a:sym typeface="Tahoma"/>
              </a:defRPr>
            </a:lvl1pPr>
            <a:lvl2pPr indent="0" lvl="1" marL="0" algn="r">
              <a:spcBef>
                <a:spcPts val="0"/>
              </a:spcBef>
              <a:spcAft>
                <a:spcPts val="0"/>
              </a:spcAft>
              <a:buNone/>
              <a:defRPr b="1" sz="2800">
                <a:solidFill>
                  <a:srgbClr val="CC3300"/>
                </a:solidFill>
                <a:latin typeface="Tahoma"/>
                <a:ea typeface="Tahoma"/>
                <a:cs typeface="Tahoma"/>
                <a:sym typeface="Tahoma"/>
              </a:defRPr>
            </a:lvl2pPr>
            <a:lvl3pPr indent="0" lvl="2" marL="0" algn="r">
              <a:spcBef>
                <a:spcPts val="0"/>
              </a:spcBef>
              <a:spcAft>
                <a:spcPts val="0"/>
              </a:spcAft>
              <a:buNone/>
              <a:defRPr b="1" sz="2800">
                <a:solidFill>
                  <a:srgbClr val="CC3300"/>
                </a:solidFill>
                <a:latin typeface="Tahoma"/>
                <a:ea typeface="Tahoma"/>
                <a:cs typeface="Tahoma"/>
                <a:sym typeface="Tahoma"/>
              </a:defRPr>
            </a:lvl3pPr>
            <a:lvl4pPr indent="0" lvl="3" marL="0" algn="r">
              <a:spcBef>
                <a:spcPts val="0"/>
              </a:spcBef>
              <a:spcAft>
                <a:spcPts val="0"/>
              </a:spcAft>
              <a:buNone/>
              <a:defRPr b="1" sz="2800">
                <a:solidFill>
                  <a:srgbClr val="CC3300"/>
                </a:solidFill>
                <a:latin typeface="Tahoma"/>
                <a:ea typeface="Tahoma"/>
                <a:cs typeface="Tahoma"/>
                <a:sym typeface="Tahoma"/>
              </a:defRPr>
            </a:lvl4pPr>
            <a:lvl5pPr indent="0" lvl="4" marL="0" algn="r">
              <a:spcBef>
                <a:spcPts val="0"/>
              </a:spcBef>
              <a:spcAft>
                <a:spcPts val="0"/>
              </a:spcAft>
              <a:buNone/>
              <a:defRPr b="1" sz="2800">
                <a:solidFill>
                  <a:srgbClr val="CC3300"/>
                </a:solidFill>
                <a:latin typeface="Tahoma"/>
                <a:ea typeface="Tahoma"/>
                <a:cs typeface="Tahoma"/>
                <a:sym typeface="Tahoma"/>
              </a:defRPr>
            </a:lvl5pPr>
            <a:lvl6pPr indent="0" lvl="5" marL="0" algn="r">
              <a:spcBef>
                <a:spcPts val="0"/>
              </a:spcBef>
              <a:spcAft>
                <a:spcPts val="0"/>
              </a:spcAft>
              <a:buNone/>
              <a:defRPr b="1" sz="2800">
                <a:solidFill>
                  <a:srgbClr val="CC3300"/>
                </a:solidFill>
                <a:latin typeface="Tahoma"/>
                <a:ea typeface="Tahoma"/>
                <a:cs typeface="Tahoma"/>
                <a:sym typeface="Tahoma"/>
              </a:defRPr>
            </a:lvl6pPr>
            <a:lvl7pPr indent="0" lvl="6" marL="0" algn="r">
              <a:spcBef>
                <a:spcPts val="0"/>
              </a:spcBef>
              <a:spcAft>
                <a:spcPts val="0"/>
              </a:spcAft>
              <a:buNone/>
              <a:defRPr b="1" sz="2800">
                <a:solidFill>
                  <a:srgbClr val="CC3300"/>
                </a:solidFill>
                <a:latin typeface="Tahoma"/>
                <a:ea typeface="Tahoma"/>
                <a:cs typeface="Tahoma"/>
                <a:sym typeface="Tahoma"/>
              </a:defRPr>
            </a:lvl7pPr>
            <a:lvl8pPr indent="0" lvl="7" marL="0" algn="r">
              <a:spcBef>
                <a:spcPts val="0"/>
              </a:spcBef>
              <a:spcAft>
                <a:spcPts val="0"/>
              </a:spcAft>
              <a:buNone/>
              <a:defRPr b="1" sz="2800">
                <a:solidFill>
                  <a:srgbClr val="CC3300"/>
                </a:solidFill>
                <a:latin typeface="Tahoma"/>
                <a:ea typeface="Tahoma"/>
                <a:cs typeface="Tahoma"/>
                <a:sym typeface="Tahoma"/>
              </a:defRPr>
            </a:lvl8pPr>
            <a:lvl9pPr indent="0" lvl="8" marL="0" algn="r">
              <a:spcBef>
                <a:spcPts val="0"/>
              </a:spcBef>
              <a:spcAft>
                <a:spcPts val="0"/>
              </a:spcAft>
              <a:buNone/>
              <a:defRPr b="1" sz="2800">
                <a:solidFill>
                  <a:srgbClr val="CC3300"/>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40" name="Shape 140"/>
        <p:cNvGrpSpPr/>
        <p:nvPr/>
      </p:nvGrpSpPr>
      <p:grpSpPr>
        <a:xfrm>
          <a:off x="0" y="0"/>
          <a:ext cx="0" cy="0"/>
          <a:chOff x="0" y="0"/>
          <a:chExt cx="0" cy="0"/>
        </a:xfrm>
      </p:grpSpPr>
      <p:sp>
        <p:nvSpPr>
          <p:cNvPr id="141" name="Google Shape;141;p8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42" name="Google Shape;142;p86"/>
          <p:cNvSpPr/>
          <p:nvPr>
            <p:ph idx="2" type="pic"/>
          </p:nvPr>
        </p:nvSpPr>
        <p:spPr>
          <a:xfrm>
            <a:off x="1792288" y="612775"/>
            <a:ext cx="5486400" cy="4114800"/>
          </a:xfrm>
          <a:prstGeom prst="rect">
            <a:avLst/>
          </a:prstGeom>
          <a:noFill/>
          <a:ln>
            <a:noFill/>
          </a:ln>
        </p:spPr>
      </p:sp>
      <p:sp>
        <p:nvSpPr>
          <p:cNvPr id="143" name="Google Shape;143;p8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Times New Roman"/>
              <a:buNone/>
              <a:defRPr sz="1400"/>
            </a:lvl1pPr>
            <a:lvl2pPr indent="-228600" lvl="1" marL="914400" algn="l">
              <a:spcBef>
                <a:spcPts val="240"/>
              </a:spcBef>
              <a:spcAft>
                <a:spcPts val="0"/>
              </a:spcAft>
              <a:buClr>
                <a:schemeClr val="dk1"/>
              </a:buClr>
              <a:buSzPts val="1200"/>
              <a:buFont typeface="Times New Roman"/>
              <a:buNone/>
              <a:defRPr sz="1200"/>
            </a:lvl2pPr>
            <a:lvl3pPr indent="-228600" lvl="2" marL="1371600" algn="l">
              <a:spcBef>
                <a:spcPts val="200"/>
              </a:spcBef>
              <a:spcAft>
                <a:spcPts val="0"/>
              </a:spcAft>
              <a:buClr>
                <a:schemeClr val="dk1"/>
              </a:buClr>
              <a:buSzPts val="1000"/>
              <a:buFont typeface="Times New Roman"/>
              <a:buNone/>
              <a:defRPr sz="1000"/>
            </a:lvl3pPr>
            <a:lvl4pPr indent="-228600" lvl="3" marL="1828800" algn="l">
              <a:spcBef>
                <a:spcPts val="180"/>
              </a:spcBef>
              <a:spcAft>
                <a:spcPts val="0"/>
              </a:spcAft>
              <a:buClr>
                <a:schemeClr val="dk1"/>
              </a:buClr>
              <a:buSzPts val="900"/>
              <a:buFont typeface="Times New Roman"/>
              <a:buNone/>
              <a:defRPr sz="900"/>
            </a:lvl4pPr>
            <a:lvl5pPr indent="-228600" lvl="4" marL="2286000" algn="l">
              <a:spcBef>
                <a:spcPts val="180"/>
              </a:spcBef>
              <a:spcAft>
                <a:spcPts val="0"/>
              </a:spcAft>
              <a:buClr>
                <a:schemeClr val="dk1"/>
              </a:buClr>
              <a:buSzPts val="900"/>
              <a:buFont typeface="Times New Roman"/>
              <a:buNone/>
              <a:defRPr sz="900"/>
            </a:lvl5pPr>
            <a:lvl6pPr indent="-228600" lvl="5" marL="2743200" algn="l">
              <a:spcBef>
                <a:spcPts val="180"/>
              </a:spcBef>
              <a:spcAft>
                <a:spcPts val="0"/>
              </a:spcAft>
              <a:buClr>
                <a:schemeClr val="dk1"/>
              </a:buClr>
              <a:buSzPts val="900"/>
              <a:buFont typeface="Times New Roman"/>
              <a:buNone/>
              <a:defRPr sz="900"/>
            </a:lvl6pPr>
            <a:lvl7pPr indent="-228600" lvl="6" marL="3200400" algn="l">
              <a:spcBef>
                <a:spcPts val="180"/>
              </a:spcBef>
              <a:spcAft>
                <a:spcPts val="0"/>
              </a:spcAft>
              <a:buClr>
                <a:schemeClr val="dk1"/>
              </a:buClr>
              <a:buSzPts val="900"/>
              <a:buFont typeface="Times New Roman"/>
              <a:buNone/>
              <a:defRPr sz="900"/>
            </a:lvl7pPr>
            <a:lvl8pPr indent="-228600" lvl="7" marL="3657600" algn="l">
              <a:spcBef>
                <a:spcPts val="180"/>
              </a:spcBef>
              <a:spcAft>
                <a:spcPts val="0"/>
              </a:spcAft>
              <a:buClr>
                <a:schemeClr val="dk1"/>
              </a:buClr>
              <a:buSzPts val="900"/>
              <a:buFont typeface="Times New Roman"/>
              <a:buNone/>
              <a:defRPr sz="900"/>
            </a:lvl8pPr>
            <a:lvl9pPr indent="-228600" lvl="8" marL="4114800" algn="l">
              <a:spcBef>
                <a:spcPts val="180"/>
              </a:spcBef>
              <a:spcAft>
                <a:spcPts val="0"/>
              </a:spcAft>
              <a:buClr>
                <a:schemeClr val="dk1"/>
              </a:buClr>
              <a:buSzPts val="900"/>
              <a:buFont typeface="Times New Roman"/>
              <a:buNone/>
              <a:defRPr sz="900"/>
            </a:lvl9pPr>
          </a:lstStyle>
          <a:p/>
        </p:txBody>
      </p:sp>
      <p:sp>
        <p:nvSpPr>
          <p:cNvPr id="144" name="Google Shape;144;p86"/>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5" name="Google Shape;145;p86"/>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6" name="Google Shape;146;p86"/>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b="1" sz="2800">
                <a:solidFill>
                  <a:srgbClr val="CC3300"/>
                </a:solidFill>
                <a:latin typeface="Tahoma"/>
                <a:ea typeface="Tahoma"/>
                <a:cs typeface="Tahoma"/>
                <a:sym typeface="Tahoma"/>
              </a:defRPr>
            </a:lvl1pPr>
            <a:lvl2pPr indent="0" lvl="1" marL="0" algn="r">
              <a:spcBef>
                <a:spcPts val="0"/>
              </a:spcBef>
              <a:spcAft>
                <a:spcPts val="0"/>
              </a:spcAft>
              <a:buNone/>
              <a:defRPr b="1" sz="2800">
                <a:solidFill>
                  <a:srgbClr val="CC3300"/>
                </a:solidFill>
                <a:latin typeface="Tahoma"/>
                <a:ea typeface="Tahoma"/>
                <a:cs typeface="Tahoma"/>
                <a:sym typeface="Tahoma"/>
              </a:defRPr>
            </a:lvl2pPr>
            <a:lvl3pPr indent="0" lvl="2" marL="0" algn="r">
              <a:spcBef>
                <a:spcPts val="0"/>
              </a:spcBef>
              <a:spcAft>
                <a:spcPts val="0"/>
              </a:spcAft>
              <a:buNone/>
              <a:defRPr b="1" sz="2800">
                <a:solidFill>
                  <a:srgbClr val="CC3300"/>
                </a:solidFill>
                <a:latin typeface="Tahoma"/>
                <a:ea typeface="Tahoma"/>
                <a:cs typeface="Tahoma"/>
                <a:sym typeface="Tahoma"/>
              </a:defRPr>
            </a:lvl3pPr>
            <a:lvl4pPr indent="0" lvl="3" marL="0" algn="r">
              <a:spcBef>
                <a:spcPts val="0"/>
              </a:spcBef>
              <a:spcAft>
                <a:spcPts val="0"/>
              </a:spcAft>
              <a:buNone/>
              <a:defRPr b="1" sz="2800">
                <a:solidFill>
                  <a:srgbClr val="CC3300"/>
                </a:solidFill>
                <a:latin typeface="Tahoma"/>
                <a:ea typeface="Tahoma"/>
                <a:cs typeface="Tahoma"/>
                <a:sym typeface="Tahoma"/>
              </a:defRPr>
            </a:lvl4pPr>
            <a:lvl5pPr indent="0" lvl="4" marL="0" algn="r">
              <a:spcBef>
                <a:spcPts val="0"/>
              </a:spcBef>
              <a:spcAft>
                <a:spcPts val="0"/>
              </a:spcAft>
              <a:buNone/>
              <a:defRPr b="1" sz="2800">
                <a:solidFill>
                  <a:srgbClr val="CC3300"/>
                </a:solidFill>
                <a:latin typeface="Tahoma"/>
                <a:ea typeface="Tahoma"/>
                <a:cs typeface="Tahoma"/>
                <a:sym typeface="Tahoma"/>
              </a:defRPr>
            </a:lvl5pPr>
            <a:lvl6pPr indent="0" lvl="5" marL="0" algn="r">
              <a:spcBef>
                <a:spcPts val="0"/>
              </a:spcBef>
              <a:spcAft>
                <a:spcPts val="0"/>
              </a:spcAft>
              <a:buNone/>
              <a:defRPr b="1" sz="2800">
                <a:solidFill>
                  <a:srgbClr val="CC3300"/>
                </a:solidFill>
                <a:latin typeface="Tahoma"/>
                <a:ea typeface="Tahoma"/>
                <a:cs typeface="Tahoma"/>
                <a:sym typeface="Tahoma"/>
              </a:defRPr>
            </a:lvl6pPr>
            <a:lvl7pPr indent="0" lvl="6" marL="0" algn="r">
              <a:spcBef>
                <a:spcPts val="0"/>
              </a:spcBef>
              <a:spcAft>
                <a:spcPts val="0"/>
              </a:spcAft>
              <a:buNone/>
              <a:defRPr b="1" sz="2800">
                <a:solidFill>
                  <a:srgbClr val="CC3300"/>
                </a:solidFill>
                <a:latin typeface="Tahoma"/>
                <a:ea typeface="Tahoma"/>
                <a:cs typeface="Tahoma"/>
                <a:sym typeface="Tahoma"/>
              </a:defRPr>
            </a:lvl7pPr>
            <a:lvl8pPr indent="0" lvl="7" marL="0" algn="r">
              <a:spcBef>
                <a:spcPts val="0"/>
              </a:spcBef>
              <a:spcAft>
                <a:spcPts val="0"/>
              </a:spcAft>
              <a:buNone/>
              <a:defRPr b="1" sz="2800">
                <a:solidFill>
                  <a:srgbClr val="CC3300"/>
                </a:solidFill>
                <a:latin typeface="Tahoma"/>
                <a:ea typeface="Tahoma"/>
                <a:cs typeface="Tahoma"/>
                <a:sym typeface="Tahoma"/>
              </a:defRPr>
            </a:lvl8pPr>
            <a:lvl9pPr indent="0" lvl="8" marL="0" algn="r">
              <a:spcBef>
                <a:spcPts val="0"/>
              </a:spcBef>
              <a:spcAft>
                <a:spcPts val="0"/>
              </a:spcAft>
              <a:buNone/>
              <a:defRPr b="1" sz="2800">
                <a:solidFill>
                  <a:srgbClr val="CC3300"/>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7" name="Shape 147"/>
        <p:cNvGrpSpPr/>
        <p:nvPr/>
      </p:nvGrpSpPr>
      <p:grpSpPr>
        <a:xfrm>
          <a:off x="0" y="0"/>
          <a:ext cx="0" cy="0"/>
          <a:chOff x="0" y="0"/>
          <a:chExt cx="0" cy="0"/>
        </a:xfrm>
      </p:grpSpPr>
      <p:sp>
        <p:nvSpPr>
          <p:cNvPr id="148" name="Google Shape;148;p87"/>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49" name="Google Shape;149;p87"/>
          <p:cNvSpPr txBox="1"/>
          <p:nvPr>
            <p:ph idx="1" type="body"/>
          </p:nvPr>
        </p:nvSpPr>
        <p:spPr>
          <a:xfrm rot="5400000">
            <a:off x="2514600" y="152400"/>
            <a:ext cx="4114800" cy="77724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50" name="Google Shape;150;p87"/>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1" name="Google Shape;151;p87"/>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2" name="Google Shape;152;p87"/>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b="1" sz="2800">
                <a:solidFill>
                  <a:srgbClr val="CC3300"/>
                </a:solidFill>
                <a:latin typeface="Tahoma"/>
                <a:ea typeface="Tahoma"/>
                <a:cs typeface="Tahoma"/>
                <a:sym typeface="Tahoma"/>
              </a:defRPr>
            </a:lvl1pPr>
            <a:lvl2pPr indent="0" lvl="1" marL="0" algn="r">
              <a:spcBef>
                <a:spcPts val="0"/>
              </a:spcBef>
              <a:spcAft>
                <a:spcPts val="0"/>
              </a:spcAft>
              <a:buNone/>
              <a:defRPr b="1" sz="2800">
                <a:solidFill>
                  <a:srgbClr val="CC3300"/>
                </a:solidFill>
                <a:latin typeface="Tahoma"/>
                <a:ea typeface="Tahoma"/>
                <a:cs typeface="Tahoma"/>
                <a:sym typeface="Tahoma"/>
              </a:defRPr>
            </a:lvl2pPr>
            <a:lvl3pPr indent="0" lvl="2" marL="0" algn="r">
              <a:spcBef>
                <a:spcPts val="0"/>
              </a:spcBef>
              <a:spcAft>
                <a:spcPts val="0"/>
              </a:spcAft>
              <a:buNone/>
              <a:defRPr b="1" sz="2800">
                <a:solidFill>
                  <a:srgbClr val="CC3300"/>
                </a:solidFill>
                <a:latin typeface="Tahoma"/>
                <a:ea typeface="Tahoma"/>
                <a:cs typeface="Tahoma"/>
                <a:sym typeface="Tahoma"/>
              </a:defRPr>
            </a:lvl3pPr>
            <a:lvl4pPr indent="0" lvl="3" marL="0" algn="r">
              <a:spcBef>
                <a:spcPts val="0"/>
              </a:spcBef>
              <a:spcAft>
                <a:spcPts val="0"/>
              </a:spcAft>
              <a:buNone/>
              <a:defRPr b="1" sz="2800">
                <a:solidFill>
                  <a:srgbClr val="CC3300"/>
                </a:solidFill>
                <a:latin typeface="Tahoma"/>
                <a:ea typeface="Tahoma"/>
                <a:cs typeface="Tahoma"/>
                <a:sym typeface="Tahoma"/>
              </a:defRPr>
            </a:lvl4pPr>
            <a:lvl5pPr indent="0" lvl="4" marL="0" algn="r">
              <a:spcBef>
                <a:spcPts val="0"/>
              </a:spcBef>
              <a:spcAft>
                <a:spcPts val="0"/>
              </a:spcAft>
              <a:buNone/>
              <a:defRPr b="1" sz="2800">
                <a:solidFill>
                  <a:srgbClr val="CC3300"/>
                </a:solidFill>
                <a:latin typeface="Tahoma"/>
                <a:ea typeface="Tahoma"/>
                <a:cs typeface="Tahoma"/>
                <a:sym typeface="Tahoma"/>
              </a:defRPr>
            </a:lvl5pPr>
            <a:lvl6pPr indent="0" lvl="5" marL="0" algn="r">
              <a:spcBef>
                <a:spcPts val="0"/>
              </a:spcBef>
              <a:spcAft>
                <a:spcPts val="0"/>
              </a:spcAft>
              <a:buNone/>
              <a:defRPr b="1" sz="2800">
                <a:solidFill>
                  <a:srgbClr val="CC3300"/>
                </a:solidFill>
                <a:latin typeface="Tahoma"/>
                <a:ea typeface="Tahoma"/>
                <a:cs typeface="Tahoma"/>
                <a:sym typeface="Tahoma"/>
              </a:defRPr>
            </a:lvl6pPr>
            <a:lvl7pPr indent="0" lvl="6" marL="0" algn="r">
              <a:spcBef>
                <a:spcPts val="0"/>
              </a:spcBef>
              <a:spcAft>
                <a:spcPts val="0"/>
              </a:spcAft>
              <a:buNone/>
              <a:defRPr b="1" sz="2800">
                <a:solidFill>
                  <a:srgbClr val="CC3300"/>
                </a:solidFill>
                <a:latin typeface="Tahoma"/>
                <a:ea typeface="Tahoma"/>
                <a:cs typeface="Tahoma"/>
                <a:sym typeface="Tahoma"/>
              </a:defRPr>
            </a:lvl7pPr>
            <a:lvl8pPr indent="0" lvl="7" marL="0" algn="r">
              <a:spcBef>
                <a:spcPts val="0"/>
              </a:spcBef>
              <a:spcAft>
                <a:spcPts val="0"/>
              </a:spcAft>
              <a:buNone/>
              <a:defRPr b="1" sz="2800">
                <a:solidFill>
                  <a:srgbClr val="CC3300"/>
                </a:solidFill>
                <a:latin typeface="Tahoma"/>
                <a:ea typeface="Tahoma"/>
                <a:cs typeface="Tahoma"/>
                <a:sym typeface="Tahoma"/>
              </a:defRPr>
            </a:lvl8pPr>
            <a:lvl9pPr indent="0" lvl="8" marL="0" algn="r">
              <a:spcBef>
                <a:spcPts val="0"/>
              </a:spcBef>
              <a:spcAft>
                <a:spcPts val="0"/>
              </a:spcAft>
              <a:buNone/>
              <a:defRPr b="1" sz="2800">
                <a:solidFill>
                  <a:srgbClr val="CC3300"/>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3" name="Shape 153"/>
        <p:cNvGrpSpPr/>
        <p:nvPr/>
      </p:nvGrpSpPr>
      <p:grpSpPr>
        <a:xfrm>
          <a:off x="0" y="0"/>
          <a:ext cx="0" cy="0"/>
          <a:chOff x="0" y="0"/>
          <a:chExt cx="0" cy="0"/>
        </a:xfrm>
      </p:grpSpPr>
      <p:sp>
        <p:nvSpPr>
          <p:cNvPr id="154" name="Google Shape;154;p88"/>
          <p:cNvSpPr txBox="1"/>
          <p:nvPr>
            <p:ph type="title"/>
          </p:nvPr>
        </p:nvSpPr>
        <p:spPr>
          <a:xfrm rot="5400000">
            <a:off x="4743450" y="2381250"/>
            <a:ext cx="5486400" cy="1943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55" name="Google Shape;155;p88"/>
          <p:cNvSpPr txBox="1"/>
          <p:nvPr>
            <p:ph idx="1" type="body"/>
          </p:nvPr>
        </p:nvSpPr>
        <p:spPr>
          <a:xfrm rot="5400000">
            <a:off x="781050" y="514350"/>
            <a:ext cx="5486400" cy="56769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56" name="Google Shape;156;p88"/>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7" name="Google Shape;157;p88"/>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8" name="Google Shape;158;p88"/>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b="1" sz="2800">
                <a:solidFill>
                  <a:srgbClr val="CC3300"/>
                </a:solidFill>
                <a:latin typeface="Tahoma"/>
                <a:ea typeface="Tahoma"/>
                <a:cs typeface="Tahoma"/>
                <a:sym typeface="Tahoma"/>
              </a:defRPr>
            </a:lvl1pPr>
            <a:lvl2pPr indent="0" lvl="1" marL="0" algn="r">
              <a:spcBef>
                <a:spcPts val="0"/>
              </a:spcBef>
              <a:spcAft>
                <a:spcPts val="0"/>
              </a:spcAft>
              <a:buNone/>
              <a:defRPr b="1" sz="2800">
                <a:solidFill>
                  <a:srgbClr val="CC3300"/>
                </a:solidFill>
                <a:latin typeface="Tahoma"/>
                <a:ea typeface="Tahoma"/>
                <a:cs typeface="Tahoma"/>
                <a:sym typeface="Tahoma"/>
              </a:defRPr>
            </a:lvl2pPr>
            <a:lvl3pPr indent="0" lvl="2" marL="0" algn="r">
              <a:spcBef>
                <a:spcPts val="0"/>
              </a:spcBef>
              <a:spcAft>
                <a:spcPts val="0"/>
              </a:spcAft>
              <a:buNone/>
              <a:defRPr b="1" sz="2800">
                <a:solidFill>
                  <a:srgbClr val="CC3300"/>
                </a:solidFill>
                <a:latin typeface="Tahoma"/>
                <a:ea typeface="Tahoma"/>
                <a:cs typeface="Tahoma"/>
                <a:sym typeface="Tahoma"/>
              </a:defRPr>
            </a:lvl3pPr>
            <a:lvl4pPr indent="0" lvl="3" marL="0" algn="r">
              <a:spcBef>
                <a:spcPts val="0"/>
              </a:spcBef>
              <a:spcAft>
                <a:spcPts val="0"/>
              </a:spcAft>
              <a:buNone/>
              <a:defRPr b="1" sz="2800">
                <a:solidFill>
                  <a:srgbClr val="CC3300"/>
                </a:solidFill>
                <a:latin typeface="Tahoma"/>
                <a:ea typeface="Tahoma"/>
                <a:cs typeface="Tahoma"/>
                <a:sym typeface="Tahoma"/>
              </a:defRPr>
            </a:lvl4pPr>
            <a:lvl5pPr indent="0" lvl="4" marL="0" algn="r">
              <a:spcBef>
                <a:spcPts val="0"/>
              </a:spcBef>
              <a:spcAft>
                <a:spcPts val="0"/>
              </a:spcAft>
              <a:buNone/>
              <a:defRPr b="1" sz="2800">
                <a:solidFill>
                  <a:srgbClr val="CC3300"/>
                </a:solidFill>
                <a:latin typeface="Tahoma"/>
                <a:ea typeface="Tahoma"/>
                <a:cs typeface="Tahoma"/>
                <a:sym typeface="Tahoma"/>
              </a:defRPr>
            </a:lvl5pPr>
            <a:lvl6pPr indent="0" lvl="5" marL="0" algn="r">
              <a:spcBef>
                <a:spcPts val="0"/>
              </a:spcBef>
              <a:spcAft>
                <a:spcPts val="0"/>
              </a:spcAft>
              <a:buNone/>
              <a:defRPr b="1" sz="2800">
                <a:solidFill>
                  <a:srgbClr val="CC3300"/>
                </a:solidFill>
                <a:latin typeface="Tahoma"/>
                <a:ea typeface="Tahoma"/>
                <a:cs typeface="Tahoma"/>
                <a:sym typeface="Tahoma"/>
              </a:defRPr>
            </a:lvl6pPr>
            <a:lvl7pPr indent="0" lvl="6" marL="0" algn="r">
              <a:spcBef>
                <a:spcPts val="0"/>
              </a:spcBef>
              <a:spcAft>
                <a:spcPts val="0"/>
              </a:spcAft>
              <a:buNone/>
              <a:defRPr b="1" sz="2800">
                <a:solidFill>
                  <a:srgbClr val="CC3300"/>
                </a:solidFill>
                <a:latin typeface="Tahoma"/>
                <a:ea typeface="Tahoma"/>
                <a:cs typeface="Tahoma"/>
                <a:sym typeface="Tahoma"/>
              </a:defRPr>
            </a:lvl7pPr>
            <a:lvl8pPr indent="0" lvl="7" marL="0" algn="r">
              <a:spcBef>
                <a:spcPts val="0"/>
              </a:spcBef>
              <a:spcAft>
                <a:spcPts val="0"/>
              </a:spcAft>
              <a:buNone/>
              <a:defRPr b="1" sz="2800">
                <a:solidFill>
                  <a:srgbClr val="CC3300"/>
                </a:solidFill>
                <a:latin typeface="Tahoma"/>
                <a:ea typeface="Tahoma"/>
                <a:cs typeface="Tahoma"/>
                <a:sym typeface="Tahoma"/>
              </a:defRPr>
            </a:lvl8pPr>
            <a:lvl9pPr indent="0" lvl="8" marL="0" algn="r">
              <a:spcBef>
                <a:spcPts val="0"/>
              </a:spcBef>
              <a:spcAft>
                <a:spcPts val="0"/>
              </a:spcAft>
              <a:buNone/>
              <a:defRPr b="1" sz="2800">
                <a:solidFill>
                  <a:srgbClr val="CC3300"/>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65" name="Shape 165"/>
        <p:cNvGrpSpPr/>
        <p:nvPr/>
      </p:nvGrpSpPr>
      <p:grpSpPr>
        <a:xfrm>
          <a:off x="0" y="0"/>
          <a:ext cx="0" cy="0"/>
          <a:chOff x="0" y="0"/>
          <a:chExt cx="0" cy="0"/>
        </a:xfrm>
      </p:grpSpPr>
      <p:sp>
        <p:nvSpPr>
          <p:cNvPr id="166" name="Google Shape;166;p65"/>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7" name="Google Shape;167;p65"/>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8" name="Google Shape;168;p65"/>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b="1" sz="2800">
                <a:solidFill>
                  <a:srgbClr val="CC3300"/>
                </a:solidFill>
                <a:latin typeface="Tahoma"/>
                <a:ea typeface="Tahoma"/>
                <a:cs typeface="Tahoma"/>
                <a:sym typeface="Tahoma"/>
              </a:defRPr>
            </a:lvl1pPr>
            <a:lvl2pPr indent="0" lvl="1" marL="0" algn="r">
              <a:spcBef>
                <a:spcPts val="0"/>
              </a:spcBef>
              <a:spcAft>
                <a:spcPts val="0"/>
              </a:spcAft>
              <a:buNone/>
              <a:defRPr b="1" sz="2800">
                <a:solidFill>
                  <a:srgbClr val="CC3300"/>
                </a:solidFill>
                <a:latin typeface="Tahoma"/>
                <a:ea typeface="Tahoma"/>
                <a:cs typeface="Tahoma"/>
                <a:sym typeface="Tahoma"/>
              </a:defRPr>
            </a:lvl2pPr>
            <a:lvl3pPr indent="0" lvl="2" marL="0" algn="r">
              <a:spcBef>
                <a:spcPts val="0"/>
              </a:spcBef>
              <a:spcAft>
                <a:spcPts val="0"/>
              </a:spcAft>
              <a:buNone/>
              <a:defRPr b="1" sz="2800">
                <a:solidFill>
                  <a:srgbClr val="CC3300"/>
                </a:solidFill>
                <a:latin typeface="Tahoma"/>
                <a:ea typeface="Tahoma"/>
                <a:cs typeface="Tahoma"/>
                <a:sym typeface="Tahoma"/>
              </a:defRPr>
            </a:lvl3pPr>
            <a:lvl4pPr indent="0" lvl="3" marL="0" algn="r">
              <a:spcBef>
                <a:spcPts val="0"/>
              </a:spcBef>
              <a:spcAft>
                <a:spcPts val="0"/>
              </a:spcAft>
              <a:buNone/>
              <a:defRPr b="1" sz="2800">
                <a:solidFill>
                  <a:srgbClr val="CC3300"/>
                </a:solidFill>
                <a:latin typeface="Tahoma"/>
                <a:ea typeface="Tahoma"/>
                <a:cs typeface="Tahoma"/>
                <a:sym typeface="Tahoma"/>
              </a:defRPr>
            </a:lvl4pPr>
            <a:lvl5pPr indent="0" lvl="4" marL="0" algn="r">
              <a:spcBef>
                <a:spcPts val="0"/>
              </a:spcBef>
              <a:spcAft>
                <a:spcPts val="0"/>
              </a:spcAft>
              <a:buNone/>
              <a:defRPr b="1" sz="2800">
                <a:solidFill>
                  <a:srgbClr val="CC3300"/>
                </a:solidFill>
                <a:latin typeface="Tahoma"/>
                <a:ea typeface="Tahoma"/>
                <a:cs typeface="Tahoma"/>
                <a:sym typeface="Tahoma"/>
              </a:defRPr>
            </a:lvl5pPr>
            <a:lvl6pPr indent="0" lvl="5" marL="0" algn="r">
              <a:spcBef>
                <a:spcPts val="0"/>
              </a:spcBef>
              <a:spcAft>
                <a:spcPts val="0"/>
              </a:spcAft>
              <a:buNone/>
              <a:defRPr b="1" sz="2800">
                <a:solidFill>
                  <a:srgbClr val="CC3300"/>
                </a:solidFill>
                <a:latin typeface="Tahoma"/>
                <a:ea typeface="Tahoma"/>
                <a:cs typeface="Tahoma"/>
                <a:sym typeface="Tahoma"/>
              </a:defRPr>
            </a:lvl6pPr>
            <a:lvl7pPr indent="0" lvl="6" marL="0" algn="r">
              <a:spcBef>
                <a:spcPts val="0"/>
              </a:spcBef>
              <a:spcAft>
                <a:spcPts val="0"/>
              </a:spcAft>
              <a:buNone/>
              <a:defRPr b="1" sz="2800">
                <a:solidFill>
                  <a:srgbClr val="CC3300"/>
                </a:solidFill>
                <a:latin typeface="Tahoma"/>
                <a:ea typeface="Tahoma"/>
                <a:cs typeface="Tahoma"/>
                <a:sym typeface="Tahoma"/>
              </a:defRPr>
            </a:lvl7pPr>
            <a:lvl8pPr indent="0" lvl="7" marL="0" algn="r">
              <a:spcBef>
                <a:spcPts val="0"/>
              </a:spcBef>
              <a:spcAft>
                <a:spcPts val="0"/>
              </a:spcAft>
              <a:buNone/>
              <a:defRPr b="1" sz="2800">
                <a:solidFill>
                  <a:srgbClr val="CC3300"/>
                </a:solidFill>
                <a:latin typeface="Tahoma"/>
                <a:ea typeface="Tahoma"/>
                <a:cs typeface="Tahoma"/>
                <a:sym typeface="Tahoma"/>
              </a:defRPr>
            </a:lvl8pPr>
            <a:lvl9pPr indent="0" lvl="8" marL="0" algn="r">
              <a:spcBef>
                <a:spcPts val="0"/>
              </a:spcBef>
              <a:spcAft>
                <a:spcPts val="0"/>
              </a:spcAft>
              <a:buNone/>
              <a:defRPr b="1" sz="2800">
                <a:solidFill>
                  <a:srgbClr val="CC3300"/>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9" name="Shape 169"/>
        <p:cNvGrpSpPr/>
        <p:nvPr/>
      </p:nvGrpSpPr>
      <p:grpSpPr>
        <a:xfrm>
          <a:off x="0" y="0"/>
          <a:ext cx="0" cy="0"/>
          <a:chOff x="0" y="0"/>
          <a:chExt cx="0" cy="0"/>
        </a:xfrm>
      </p:grpSpPr>
      <p:sp>
        <p:nvSpPr>
          <p:cNvPr id="170" name="Google Shape;170;p89"/>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1" name="Google Shape;171;p89"/>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chemeClr val="dk1"/>
              </a:buClr>
              <a:buSzPts val="3200"/>
              <a:buFont typeface="Times New Roman"/>
              <a:buNone/>
              <a:defRPr/>
            </a:lvl1pPr>
            <a:lvl2pPr lvl="1" algn="ctr">
              <a:spcBef>
                <a:spcPts val="560"/>
              </a:spcBef>
              <a:spcAft>
                <a:spcPts val="0"/>
              </a:spcAft>
              <a:buClr>
                <a:schemeClr val="dk1"/>
              </a:buClr>
              <a:buSzPts val="2800"/>
              <a:buFont typeface="Times New Roman"/>
              <a:buNone/>
              <a:defRPr/>
            </a:lvl2pPr>
            <a:lvl3pPr lvl="2" algn="ctr">
              <a:spcBef>
                <a:spcPts val="480"/>
              </a:spcBef>
              <a:spcAft>
                <a:spcPts val="0"/>
              </a:spcAft>
              <a:buClr>
                <a:schemeClr val="dk1"/>
              </a:buClr>
              <a:buSzPts val="2400"/>
              <a:buFont typeface="Times New Roman"/>
              <a:buNone/>
              <a:defRPr/>
            </a:lvl3pPr>
            <a:lvl4pPr lvl="3" algn="ctr">
              <a:spcBef>
                <a:spcPts val="400"/>
              </a:spcBef>
              <a:spcAft>
                <a:spcPts val="0"/>
              </a:spcAft>
              <a:buClr>
                <a:schemeClr val="dk1"/>
              </a:buClr>
              <a:buSzPts val="2000"/>
              <a:buFont typeface="Times New Roman"/>
              <a:buNone/>
              <a:defRPr/>
            </a:lvl4pPr>
            <a:lvl5pPr lvl="4" algn="ctr">
              <a:spcBef>
                <a:spcPts val="400"/>
              </a:spcBef>
              <a:spcAft>
                <a:spcPts val="0"/>
              </a:spcAft>
              <a:buClr>
                <a:schemeClr val="dk1"/>
              </a:buClr>
              <a:buSzPts val="2000"/>
              <a:buFont typeface="Times New Roman"/>
              <a:buNone/>
              <a:defRPr/>
            </a:lvl5pPr>
            <a:lvl6pPr lvl="5" algn="ctr">
              <a:spcBef>
                <a:spcPts val="400"/>
              </a:spcBef>
              <a:spcAft>
                <a:spcPts val="0"/>
              </a:spcAft>
              <a:buClr>
                <a:schemeClr val="dk1"/>
              </a:buClr>
              <a:buSzPts val="2000"/>
              <a:buFont typeface="Times New Roman"/>
              <a:buNone/>
              <a:defRPr/>
            </a:lvl6pPr>
            <a:lvl7pPr lvl="6" algn="ctr">
              <a:spcBef>
                <a:spcPts val="400"/>
              </a:spcBef>
              <a:spcAft>
                <a:spcPts val="0"/>
              </a:spcAft>
              <a:buClr>
                <a:schemeClr val="dk1"/>
              </a:buClr>
              <a:buSzPts val="2000"/>
              <a:buFont typeface="Times New Roman"/>
              <a:buNone/>
              <a:defRPr/>
            </a:lvl7pPr>
            <a:lvl8pPr lvl="7" algn="ctr">
              <a:spcBef>
                <a:spcPts val="400"/>
              </a:spcBef>
              <a:spcAft>
                <a:spcPts val="0"/>
              </a:spcAft>
              <a:buClr>
                <a:schemeClr val="dk1"/>
              </a:buClr>
              <a:buSzPts val="2000"/>
              <a:buFont typeface="Times New Roman"/>
              <a:buNone/>
              <a:defRPr/>
            </a:lvl8pPr>
            <a:lvl9pPr lvl="8" algn="ctr">
              <a:spcBef>
                <a:spcPts val="400"/>
              </a:spcBef>
              <a:spcAft>
                <a:spcPts val="0"/>
              </a:spcAft>
              <a:buClr>
                <a:schemeClr val="dk1"/>
              </a:buClr>
              <a:buSzPts val="2000"/>
              <a:buFont typeface="Times New Roman"/>
              <a:buNone/>
              <a:defRPr/>
            </a:lvl9pPr>
          </a:lstStyle>
          <a:p/>
        </p:txBody>
      </p:sp>
      <p:sp>
        <p:nvSpPr>
          <p:cNvPr id="172" name="Google Shape;172;p89"/>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3" name="Google Shape;173;p89"/>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4" name="Google Shape;174;p89"/>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b="1" sz="2800">
                <a:solidFill>
                  <a:srgbClr val="CC3300"/>
                </a:solidFill>
                <a:latin typeface="Tahoma"/>
                <a:ea typeface="Tahoma"/>
                <a:cs typeface="Tahoma"/>
                <a:sym typeface="Tahoma"/>
              </a:defRPr>
            </a:lvl1pPr>
            <a:lvl2pPr indent="0" lvl="1" marL="0" algn="r">
              <a:spcBef>
                <a:spcPts val="0"/>
              </a:spcBef>
              <a:spcAft>
                <a:spcPts val="0"/>
              </a:spcAft>
              <a:buNone/>
              <a:defRPr b="1" sz="2800">
                <a:solidFill>
                  <a:srgbClr val="CC3300"/>
                </a:solidFill>
                <a:latin typeface="Tahoma"/>
                <a:ea typeface="Tahoma"/>
                <a:cs typeface="Tahoma"/>
                <a:sym typeface="Tahoma"/>
              </a:defRPr>
            </a:lvl2pPr>
            <a:lvl3pPr indent="0" lvl="2" marL="0" algn="r">
              <a:spcBef>
                <a:spcPts val="0"/>
              </a:spcBef>
              <a:spcAft>
                <a:spcPts val="0"/>
              </a:spcAft>
              <a:buNone/>
              <a:defRPr b="1" sz="2800">
                <a:solidFill>
                  <a:srgbClr val="CC3300"/>
                </a:solidFill>
                <a:latin typeface="Tahoma"/>
                <a:ea typeface="Tahoma"/>
                <a:cs typeface="Tahoma"/>
                <a:sym typeface="Tahoma"/>
              </a:defRPr>
            </a:lvl3pPr>
            <a:lvl4pPr indent="0" lvl="3" marL="0" algn="r">
              <a:spcBef>
                <a:spcPts val="0"/>
              </a:spcBef>
              <a:spcAft>
                <a:spcPts val="0"/>
              </a:spcAft>
              <a:buNone/>
              <a:defRPr b="1" sz="2800">
                <a:solidFill>
                  <a:srgbClr val="CC3300"/>
                </a:solidFill>
                <a:latin typeface="Tahoma"/>
                <a:ea typeface="Tahoma"/>
                <a:cs typeface="Tahoma"/>
                <a:sym typeface="Tahoma"/>
              </a:defRPr>
            </a:lvl4pPr>
            <a:lvl5pPr indent="0" lvl="4" marL="0" algn="r">
              <a:spcBef>
                <a:spcPts val="0"/>
              </a:spcBef>
              <a:spcAft>
                <a:spcPts val="0"/>
              </a:spcAft>
              <a:buNone/>
              <a:defRPr b="1" sz="2800">
                <a:solidFill>
                  <a:srgbClr val="CC3300"/>
                </a:solidFill>
                <a:latin typeface="Tahoma"/>
                <a:ea typeface="Tahoma"/>
                <a:cs typeface="Tahoma"/>
                <a:sym typeface="Tahoma"/>
              </a:defRPr>
            </a:lvl5pPr>
            <a:lvl6pPr indent="0" lvl="5" marL="0" algn="r">
              <a:spcBef>
                <a:spcPts val="0"/>
              </a:spcBef>
              <a:spcAft>
                <a:spcPts val="0"/>
              </a:spcAft>
              <a:buNone/>
              <a:defRPr b="1" sz="2800">
                <a:solidFill>
                  <a:srgbClr val="CC3300"/>
                </a:solidFill>
                <a:latin typeface="Tahoma"/>
                <a:ea typeface="Tahoma"/>
                <a:cs typeface="Tahoma"/>
                <a:sym typeface="Tahoma"/>
              </a:defRPr>
            </a:lvl6pPr>
            <a:lvl7pPr indent="0" lvl="6" marL="0" algn="r">
              <a:spcBef>
                <a:spcPts val="0"/>
              </a:spcBef>
              <a:spcAft>
                <a:spcPts val="0"/>
              </a:spcAft>
              <a:buNone/>
              <a:defRPr b="1" sz="2800">
                <a:solidFill>
                  <a:srgbClr val="CC3300"/>
                </a:solidFill>
                <a:latin typeface="Tahoma"/>
                <a:ea typeface="Tahoma"/>
                <a:cs typeface="Tahoma"/>
                <a:sym typeface="Tahoma"/>
              </a:defRPr>
            </a:lvl7pPr>
            <a:lvl8pPr indent="0" lvl="7" marL="0" algn="r">
              <a:spcBef>
                <a:spcPts val="0"/>
              </a:spcBef>
              <a:spcAft>
                <a:spcPts val="0"/>
              </a:spcAft>
              <a:buNone/>
              <a:defRPr b="1" sz="2800">
                <a:solidFill>
                  <a:srgbClr val="CC3300"/>
                </a:solidFill>
                <a:latin typeface="Tahoma"/>
                <a:ea typeface="Tahoma"/>
                <a:cs typeface="Tahoma"/>
                <a:sym typeface="Tahoma"/>
              </a:defRPr>
            </a:lvl8pPr>
            <a:lvl9pPr indent="0" lvl="8" marL="0" algn="r">
              <a:spcBef>
                <a:spcPts val="0"/>
              </a:spcBef>
              <a:spcAft>
                <a:spcPts val="0"/>
              </a:spcAft>
              <a:buNone/>
              <a:defRPr b="1" sz="2800">
                <a:solidFill>
                  <a:srgbClr val="CC3300"/>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5" name="Shape 175"/>
        <p:cNvGrpSpPr/>
        <p:nvPr/>
      </p:nvGrpSpPr>
      <p:grpSpPr>
        <a:xfrm>
          <a:off x="0" y="0"/>
          <a:ext cx="0" cy="0"/>
          <a:chOff x="0" y="0"/>
          <a:chExt cx="0" cy="0"/>
        </a:xfrm>
      </p:grpSpPr>
      <p:sp>
        <p:nvSpPr>
          <p:cNvPr id="176" name="Google Shape;176;p90"/>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7" name="Google Shape;177;p90"/>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78" name="Google Shape;178;p90"/>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9" name="Google Shape;179;p90"/>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0" name="Google Shape;180;p90"/>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b="1" sz="2800">
                <a:solidFill>
                  <a:srgbClr val="CC3300"/>
                </a:solidFill>
                <a:latin typeface="Tahoma"/>
                <a:ea typeface="Tahoma"/>
                <a:cs typeface="Tahoma"/>
                <a:sym typeface="Tahoma"/>
              </a:defRPr>
            </a:lvl1pPr>
            <a:lvl2pPr indent="0" lvl="1" marL="0" algn="r">
              <a:spcBef>
                <a:spcPts val="0"/>
              </a:spcBef>
              <a:spcAft>
                <a:spcPts val="0"/>
              </a:spcAft>
              <a:buNone/>
              <a:defRPr b="1" sz="2800">
                <a:solidFill>
                  <a:srgbClr val="CC3300"/>
                </a:solidFill>
                <a:latin typeface="Tahoma"/>
                <a:ea typeface="Tahoma"/>
                <a:cs typeface="Tahoma"/>
                <a:sym typeface="Tahoma"/>
              </a:defRPr>
            </a:lvl2pPr>
            <a:lvl3pPr indent="0" lvl="2" marL="0" algn="r">
              <a:spcBef>
                <a:spcPts val="0"/>
              </a:spcBef>
              <a:spcAft>
                <a:spcPts val="0"/>
              </a:spcAft>
              <a:buNone/>
              <a:defRPr b="1" sz="2800">
                <a:solidFill>
                  <a:srgbClr val="CC3300"/>
                </a:solidFill>
                <a:latin typeface="Tahoma"/>
                <a:ea typeface="Tahoma"/>
                <a:cs typeface="Tahoma"/>
                <a:sym typeface="Tahoma"/>
              </a:defRPr>
            </a:lvl3pPr>
            <a:lvl4pPr indent="0" lvl="3" marL="0" algn="r">
              <a:spcBef>
                <a:spcPts val="0"/>
              </a:spcBef>
              <a:spcAft>
                <a:spcPts val="0"/>
              </a:spcAft>
              <a:buNone/>
              <a:defRPr b="1" sz="2800">
                <a:solidFill>
                  <a:srgbClr val="CC3300"/>
                </a:solidFill>
                <a:latin typeface="Tahoma"/>
                <a:ea typeface="Tahoma"/>
                <a:cs typeface="Tahoma"/>
                <a:sym typeface="Tahoma"/>
              </a:defRPr>
            </a:lvl4pPr>
            <a:lvl5pPr indent="0" lvl="4" marL="0" algn="r">
              <a:spcBef>
                <a:spcPts val="0"/>
              </a:spcBef>
              <a:spcAft>
                <a:spcPts val="0"/>
              </a:spcAft>
              <a:buNone/>
              <a:defRPr b="1" sz="2800">
                <a:solidFill>
                  <a:srgbClr val="CC3300"/>
                </a:solidFill>
                <a:latin typeface="Tahoma"/>
                <a:ea typeface="Tahoma"/>
                <a:cs typeface="Tahoma"/>
                <a:sym typeface="Tahoma"/>
              </a:defRPr>
            </a:lvl5pPr>
            <a:lvl6pPr indent="0" lvl="5" marL="0" algn="r">
              <a:spcBef>
                <a:spcPts val="0"/>
              </a:spcBef>
              <a:spcAft>
                <a:spcPts val="0"/>
              </a:spcAft>
              <a:buNone/>
              <a:defRPr b="1" sz="2800">
                <a:solidFill>
                  <a:srgbClr val="CC3300"/>
                </a:solidFill>
                <a:latin typeface="Tahoma"/>
                <a:ea typeface="Tahoma"/>
                <a:cs typeface="Tahoma"/>
                <a:sym typeface="Tahoma"/>
              </a:defRPr>
            </a:lvl6pPr>
            <a:lvl7pPr indent="0" lvl="6" marL="0" algn="r">
              <a:spcBef>
                <a:spcPts val="0"/>
              </a:spcBef>
              <a:spcAft>
                <a:spcPts val="0"/>
              </a:spcAft>
              <a:buNone/>
              <a:defRPr b="1" sz="2800">
                <a:solidFill>
                  <a:srgbClr val="CC3300"/>
                </a:solidFill>
                <a:latin typeface="Tahoma"/>
                <a:ea typeface="Tahoma"/>
                <a:cs typeface="Tahoma"/>
                <a:sym typeface="Tahoma"/>
              </a:defRPr>
            </a:lvl7pPr>
            <a:lvl8pPr indent="0" lvl="7" marL="0" algn="r">
              <a:spcBef>
                <a:spcPts val="0"/>
              </a:spcBef>
              <a:spcAft>
                <a:spcPts val="0"/>
              </a:spcAft>
              <a:buNone/>
              <a:defRPr b="1" sz="2800">
                <a:solidFill>
                  <a:srgbClr val="CC3300"/>
                </a:solidFill>
                <a:latin typeface="Tahoma"/>
                <a:ea typeface="Tahoma"/>
                <a:cs typeface="Tahoma"/>
                <a:sym typeface="Tahoma"/>
              </a:defRPr>
            </a:lvl8pPr>
            <a:lvl9pPr indent="0" lvl="8" marL="0" algn="r">
              <a:spcBef>
                <a:spcPts val="0"/>
              </a:spcBef>
              <a:spcAft>
                <a:spcPts val="0"/>
              </a:spcAft>
              <a:buNone/>
              <a:defRPr b="1" sz="2800">
                <a:solidFill>
                  <a:srgbClr val="CC3300"/>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81" name="Shape 181"/>
        <p:cNvGrpSpPr/>
        <p:nvPr/>
      </p:nvGrpSpPr>
      <p:grpSpPr>
        <a:xfrm>
          <a:off x="0" y="0"/>
          <a:ext cx="0" cy="0"/>
          <a:chOff x="0" y="0"/>
          <a:chExt cx="0" cy="0"/>
        </a:xfrm>
      </p:grpSpPr>
      <p:sp>
        <p:nvSpPr>
          <p:cNvPr id="182" name="Google Shape;182;p9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83" name="Google Shape;183;p9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chemeClr val="dk1"/>
              </a:buClr>
              <a:buSzPts val="2000"/>
              <a:buFont typeface="Times New Roman"/>
              <a:buNone/>
              <a:defRPr sz="2000"/>
            </a:lvl1pPr>
            <a:lvl2pPr indent="-228600" lvl="1" marL="914400" algn="l">
              <a:spcBef>
                <a:spcPts val="360"/>
              </a:spcBef>
              <a:spcAft>
                <a:spcPts val="0"/>
              </a:spcAft>
              <a:buClr>
                <a:schemeClr val="dk1"/>
              </a:buClr>
              <a:buSzPts val="1800"/>
              <a:buFont typeface="Times New Roman"/>
              <a:buNone/>
              <a:defRPr sz="1800"/>
            </a:lvl2pPr>
            <a:lvl3pPr indent="-228600" lvl="2" marL="1371600" algn="l">
              <a:spcBef>
                <a:spcPts val="320"/>
              </a:spcBef>
              <a:spcAft>
                <a:spcPts val="0"/>
              </a:spcAft>
              <a:buClr>
                <a:schemeClr val="dk1"/>
              </a:buClr>
              <a:buSzPts val="1600"/>
              <a:buFont typeface="Times New Roman"/>
              <a:buNone/>
              <a:defRPr sz="1600"/>
            </a:lvl3pPr>
            <a:lvl4pPr indent="-228600" lvl="3" marL="1828800" algn="l">
              <a:spcBef>
                <a:spcPts val="280"/>
              </a:spcBef>
              <a:spcAft>
                <a:spcPts val="0"/>
              </a:spcAft>
              <a:buClr>
                <a:schemeClr val="dk1"/>
              </a:buClr>
              <a:buSzPts val="1400"/>
              <a:buFont typeface="Times New Roman"/>
              <a:buNone/>
              <a:defRPr sz="1400"/>
            </a:lvl4pPr>
            <a:lvl5pPr indent="-228600" lvl="4" marL="2286000" algn="l">
              <a:spcBef>
                <a:spcPts val="280"/>
              </a:spcBef>
              <a:spcAft>
                <a:spcPts val="0"/>
              </a:spcAft>
              <a:buClr>
                <a:schemeClr val="dk1"/>
              </a:buClr>
              <a:buSzPts val="1400"/>
              <a:buFont typeface="Times New Roman"/>
              <a:buNone/>
              <a:defRPr sz="1400"/>
            </a:lvl5pPr>
            <a:lvl6pPr indent="-228600" lvl="5" marL="2743200" algn="l">
              <a:spcBef>
                <a:spcPts val="280"/>
              </a:spcBef>
              <a:spcAft>
                <a:spcPts val="0"/>
              </a:spcAft>
              <a:buClr>
                <a:schemeClr val="dk1"/>
              </a:buClr>
              <a:buSzPts val="1400"/>
              <a:buFont typeface="Times New Roman"/>
              <a:buNone/>
              <a:defRPr sz="1400"/>
            </a:lvl6pPr>
            <a:lvl7pPr indent="-228600" lvl="6" marL="3200400" algn="l">
              <a:spcBef>
                <a:spcPts val="280"/>
              </a:spcBef>
              <a:spcAft>
                <a:spcPts val="0"/>
              </a:spcAft>
              <a:buClr>
                <a:schemeClr val="dk1"/>
              </a:buClr>
              <a:buSzPts val="1400"/>
              <a:buFont typeface="Times New Roman"/>
              <a:buNone/>
              <a:defRPr sz="1400"/>
            </a:lvl7pPr>
            <a:lvl8pPr indent="-228600" lvl="7" marL="3657600" algn="l">
              <a:spcBef>
                <a:spcPts val="280"/>
              </a:spcBef>
              <a:spcAft>
                <a:spcPts val="0"/>
              </a:spcAft>
              <a:buClr>
                <a:schemeClr val="dk1"/>
              </a:buClr>
              <a:buSzPts val="1400"/>
              <a:buFont typeface="Times New Roman"/>
              <a:buNone/>
              <a:defRPr sz="1400"/>
            </a:lvl8pPr>
            <a:lvl9pPr indent="-228600" lvl="8" marL="4114800" algn="l">
              <a:spcBef>
                <a:spcPts val="280"/>
              </a:spcBef>
              <a:spcAft>
                <a:spcPts val="0"/>
              </a:spcAft>
              <a:buClr>
                <a:schemeClr val="dk1"/>
              </a:buClr>
              <a:buSzPts val="1400"/>
              <a:buFont typeface="Times New Roman"/>
              <a:buNone/>
              <a:defRPr sz="1400"/>
            </a:lvl9pPr>
          </a:lstStyle>
          <a:p/>
        </p:txBody>
      </p:sp>
      <p:sp>
        <p:nvSpPr>
          <p:cNvPr id="184" name="Google Shape;184;p91"/>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5" name="Google Shape;185;p91"/>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6" name="Google Shape;186;p91"/>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b="1" sz="2800">
                <a:solidFill>
                  <a:srgbClr val="CC3300"/>
                </a:solidFill>
                <a:latin typeface="Tahoma"/>
                <a:ea typeface="Tahoma"/>
                <a:cs typeface="Tahoma"/>
                <a:sym typeface="Tahoma"/>
              </a:defRPr>
            </a:lvl1pPr>
            <a:lvl2pPr indent="0" lvl="1" marL="0" algn="r">
              <a:spcBef>
                <a:spcPts val="0"/>
              </a:spcBef>
              <a:spcAft>
                <a:spcPts val="0"/>
              </a:spcAft>
              <a:buNone/>
              <a:defRPr b="1" sz="2800">
                <a:solidFill>
                  <a:srgbClr val="CC3300"/>
                </a:solidFill>
                <a:latin typeface="Tahoma"/>
                <a:ea typeface="Tahoma"/>
                <a:cs typeface="Tahoma"/>
                <a:sym typeface="Tahoma"/>
              </a:defRPr>
            </a:lvl2pPr>
            <a:lvl3pPr indent="0" lvl="2" marL="0" algn="r">
              <a:spcBef>
                <a:spcPts val="0"/>
              </a:spcBef>
              <a:spcAft>
                <a:spcPts val="0"/>
              </a:spcAft>
              <a:buNone/>
              <a:defRPr b="1" sz="2800">
                <a:solidFill>
                  <a:srgbClr val="CC3300"/>
                </a:solidFill>
                <a:latin typeface="Tahoma"/>
                <a:ea typeface="Tahoma"/>
                <a:cs typeface="Tahoma"/>
                <a:sym typeface="Tahoma"/>
              </a:defRPr>
            </a:lvl3pPr>
            <a:lvl4pPr indent="0" lvl="3" marL="0" algn="r">
              <a:spcBef>
                <a:spcPts val="0"/>
              </a:spcBef>
              <a:spcAft>
                <a:spcPts val="0"/>
              </a:spcAft>
              <a:buNone/>
              <a:defRPr b="1" sz="2800">
                <a:solidFill>
                  <a:srgbClr val="CC3300"/>
                </a:solidFill>
                <a:latin typeface="Tahoma"/>
                <a:ea typeface="Tahoma"/>
                <a:cs typeface="Tahoma"/>
                <a:sym typeface="Tahoma"/>
              </a:defRPr>
            </a:lvl4pPr>
            <a:lvl5pPr indent="0" lvl="4" marL="0" algn="r">
              <a:spcBef>
                <a:spcPts val="0"/>
              </a:spcBef>
              <a:spcAft>
                <a:spcPts val="0"/>
              </a:spcAft>
              <a:buNone/>
              <a:defRPr b="1" sz="2800">
                <a:solidFill>
                  <a:srgbClr val="CC3300"/>
                </a:solidFill>
                <a:latin typeface="Tahoma"/>
                <a:ea typeface="Tahoma"/>
                <a:cs typeface="Tahoma"/>
                <a:sym typeface="Tahoma"/>
              </a:defRPr>
            </a:lvl5pPr>
            <a:lvl6pPr indent="0" lvl="5" marL="0" algn="r">
              <a:spcBef>
                <a:spcPts val="0"/>
              </a:spcBef>
              <a:spcAft>
                <a:spcPts val="0"/>
              </a:spcAft>
              <a:buNone/>
              <a:defRPr b="1" sz="2800">
                <a:solidFill>
                  <a:srgbClr val="CC3300"/>
                </a:solidFill>
                <a:latin typeface="Tahoma"/>
                <a:ea typeface="Tahoma"/>
                <a:cs typeface="Tahoma"/>
                <a:sym typeface="Tahoma"/>
              </a:defRPr>
            </a:lvl6pPr>
            <a:lvl7pPr indent="0" lvl="6" marL="0" algn="r">
              <a:spcBef>
                <a:spcPts val="0"/>
              </a:spcBef>
              <a:spcAft>
                <a:spcPts val="0"/>
              </a:spcAft>
              <a:buNone/>
              <a:defRPr b="1" sz="2800">
                <a:solidFill>
                  <a:srgbClr val="CC3300"/>
                </a:solidFill>
                <a:latin typeface="Tahoma"/>
                <a:ea typeface="Tahoma"/>
                <a:cs typeface="Tahoma"/>
                <a:sym typeface="Tahoma"/>
              </a:defRPr>
            </a:lvl7pPr>
            <a:lvl8pPr indent="0" lvl="7" marL="0" algn="r">
              <a:spcBef>
                <a:spcPts val="0"/>
              </a:spcBef>
              <a:spcAft>
                <a:spcPts val="0"/>
              </a:spcAft>
              <a:buNone/>
              <a:defRPr b="1" sz="2800">
                <a:solidFill>
                  <a:srgbClr val="CC3300"/>
                </a:solidFill>
                <a:latin typeface="Tahoma"/>
                <a:ea typeface="Tahoma"/>
                <a:cs typeface="Tahoma"/>
                <a:sym typeface="Tahoma"/>
              </a:defRPr>
            </a:lvl8pPr>
            <a:lvl9pPr indent="0" lvl="8" marL="0" algn="r">
              <a:spcBef>
                <a:spcPts val="0"/>
              </a:spcBef>
              <a:spcAft>
                <a:spcPts val="0"/>
              </a:spcAft>
              <a:buNone/>
              <a:defRPr b="1" sz="2800">
                <a:solidFill>
                  <a:srgbClr val="CC3300"/>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87" name="Shape 187"/>
        <p:cNvGrpSpPr/>
        <p:nvPr/>
      </p:nvGrpSpPr>
      <p:grpSpPr>
        <a:xfrm>
          <a:off x="0" y="0"/>
          <a:ext cx="0" cy="0"/>
          <a:chOff x="0" y="0"/>
          <a:chExt cx="0" cy="0"/>
        </a:xfrm>
      </p:grpSpPr>
      <p:sp>
        <p:nvSpPr>
          <p:cNvPr id="188" name="Google Shape;188;p92"/>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89" name="Google Shape;189;p92"/>
          <p:cNvSpPr txBox="1"/>
          <p:nvPr>
            <p:ph idx="1" type="body"/>
          </p:nvPr>
        </p:nvSpPr>
        <p:spPr>
          <a:xfrm>
            <a:off x="685800" y="1981200"/>
            <a:ext cx="3810000" cy="4114800"/>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Times New Roman"/>
              <a:buChar char="•"/>
              <a:defRPr sz="2800"/>
            </a:lvl1pPr>
            <a:lvl2pPr indent="-381000" lvl="1" marL="914400" algn="l">
              <a:spcBef>
                <a:spcPts val="480"/>
              </a:spcBef>
              <a:spcAft>
                <a:spcPts val="0"/>
              </a:spcAft>
              <a:buClr>
                <a:schemeClr val="dk1"/>
              </a:buClr>
              <a:buSzPts val="2400"/>
              <a:buFont typeface="Times New Roman"/>
              <a:buChar char="–"/>
              <a:defRPr sz="2400"/>
            </a:lvl2pPr>
            <a:lvl3pPr indent="-355600" lvl="2" marL="1371600" algn="l">
              <a:spcBef>
                <a:spcPts val="400"/>
              </a:spcBef>
              <a:spcAft>
                <a:spcPts val="0"/>
              </a:spcAft>
              <a:buClr>
                <a:schemeClr val="dk1"/>
              </a:buClr>
              <a:buSzPts val="2000"/>
              <a:buFont typeface="Times New Roman"/>
              <a:buChar char="•"/>
              <a:defRPr sz="2000"/>
            </a:lvl3pPr>
            <a:lvl4pPr indent="-342900" lvl="3" marL="1828800" algn="l">
              <a:spcBef>
                <a:spcPts val="360"/>
              </a:spcBef>
              <a:spcAft>
                <a:spcPts val="0"/>
              </a:spcAft>
              <a:buClr>
                <a:schemeClr val="dk1"/>
              </a:buClr>
              <a:buSzPts val="1800"/>
              <a:buFont typeface="Times New Roman"/>
              <a:buChar char="–"/>
              <a:defRPr sz="1800"/>
            </a:lvl4pPr>
            <a:lvl5pPr indent="-342900" lvl="4" marL="2286000" algn="l">
              <a:spcBef>
                <a:spcPts val="360"/>
              </a:spcBef>
              <a:spcAft>
                <a:spcPts val="0"/>
              </a:spcAft>
              <a:buClr>
                <a:schemeClr val="dk1"/>
              </a:buClr>
              <a:buSzPts val="1800"/>
              <a:buFont typeface="Times New Roman"/>
              <a:buChar char="»"/>
              <a:defRPr sz="1800"/>
            </a:lvl5pPr>
            <a:lvl6pPr indent="-342900" lvl="5" marL="2743200" algn="l">
              <a:spcBef>
                <a:spcPts val="360"/>
              </a:spcBef>
              <a:spcAft>
                <a:spcPts val="0"/>
              </a:spcAft>
              <a:buClr>
                <a:schemeClr val="dk1"/>
              </a:buClr>
              <a:buSzPts val="1800"/>
              <a:buFont typeface="Times New Roman"/>
              <a:buChar char="»"/>
              <a:defRPr sz="1800"/>
            </a:lvl6pPr>
            <a:lvl7pPr indent="-342900" lvl="6" marL="3200400" algn="l">
              <a:spcBef>
                <a:spcPts val="360"/>
              </a:spcBef>
              <a:spcAft>
                <a:spcPts val="0"/>
              </a:spcAft>
              <a:buClr>
                <a:schemeClr val="dk1"/>
              </a:buClr>
              <a:buSzPts val="1800"/>
              <a:buFont typeface="Times New Roman"/>
              <a:buChar char="»"/>
              <a:defRPr sz="1800"/>
            </a:lvl7pPr>
            <a:lvl8pPr indent="-342900" lvl="7" marL="3657600" algn="l">
              <a:spcBef>
                <a:spcPts val="360"/>
              </a:spcBef>
              <a:spcAft>
                <a:spcPts val="0"/>
              </a:spcAft>
              <a:buClr>
                <a:schemeClr val="dk1"/>
              </a:buClr>
              <a:buSzPts val="1800"/>
              <a:buFont typeface="Times New Roman"/>
              <a:buChar char="»"/>
              <a:defRPr sz="1800"/>
            </a:lvl8pPr>
            <a:lvl9pPr indent="-342900" lvl="8" marL="4114800" algn="l">
              <a:spcBef>
                <a:spcPts val="360"/>
              </a:spcBef>
              <a:spcAft>
                <a:spcPts val="0"/>
              </a:spcAft>
              <a:buClr>
                <a:schemeClr val="dk1"/>
              </a:buClr>
              <a:buSzPts val="1800"/>
              <a:buFont typeface="Times New Roman"/>
              <a:buChar char="»"/>
              <a:defRPr sz="1800"/>
            </a:lvl9pPr>
          </a:lstStyle>
          <a:p/>
        </p:txBody>
      </p:sp>
      <p:sp>
        <p:nvSpPr>
          <p:cNvPr id="190" name="Google Shape;190;p92"/>
          <p:cNvSpPr txBox="1"/>
          <p:nvPr>
            <p:ph idx="2" type="body"/>
          </p:nvPr>
        </p:nvSpPr>
        <p:spPr>
          <a:xfrm>
            <a:off x="4648200" y="1981200"/>
            <a:ext cx="3810000" cy="4114800"/>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Times New Roman"/>
              <a:buChar char="•"/>
              <a:defRPr sz="2800"/>
            </a:lvl1pPr>
            <a:lvl2pPr indent="-381000" lvl="1" marL="914400" algn="l">
              <a:spcBef>
                <a:spcPts val="480"/>
              </a:spcBef>
              <a:spcAft>
                <a:spcPts val="0"/>
              </a:spcAft>
              <a:buClr>
                <a:schemeClr val="dk1"/>
              </a:buClr>
              <a:buSzPts val="2400"/>
              <a:buFont typeface="Times New Roman"/>
              <a:buChar char="–"/>
              <a:defRPr sz="2400"/>
            </a:lvl2pPr>
            <a:lvl3pPr indent="-355600" lvl="2" marL="1371600" algn="l">
              <a:spcBef>
                <a:spcPts val="400"/>
              </a:spcBef>
              <a:spcAft>
                <a:spcPts val="0"/>
              </a:spcAft>
              <a:buClr>
                <a:schemeClr val="dk1"/>
              </a:buClr>
              <a:buSzPts val="2000"/>
              <a:buFont typeface="Times New Roman"/>
              <a:buChar char="•"/>
              <a:defRPr sz="2000"/>
            </a:lvl3pPr>
            <a:lvl4pPr indent="-342900" lvl="3" marL="1828800" algn="l">
              <a:spcBef>
                <a:spcPts val="360"/>
              </a:spcBef>
              <a:spcAft>
                <a:spcPts val="0"/>
              </a:spcAft>
              <a:buClr>
                <a:schemeClr val="dk1"/>
              </a:buClr>
              <a:buSzPts val="1800"/>
              <a:buFont typeface="Times New Roman"/>
              <a:buChar char="–"/>
              <a:defRPr sz="1800"/>
            </a:lvl4pPr>
            <a:lvl5pPr indent="-342900" lvl="4" marL="2286000" algn="l">
              <a:spcBef>
                <a:spcPts val="360"/>
              </a:spcBef>
              <a:spcAft>
                <a:spcPts val="0"/>
              </a:spcAft>
              <a:buClr>
                <a:schemeClr val="dk1"/>
              </a:buClr>
              <a:buSzPts val="1800"/>
              <a:buFont typeface="Times New Roman"/>
              <a:buChar char="»"/>
              <a:defRPr sz="1800"/>
            </a:lvl5pPr>
            <a:lvl6pPr indent="-342900" lvl="5" marL="2743200" algn="l">
              <a:spcBef>
                <a:spcPts val="360"/>
              </a:spcBef>
              <a:spcAft>
                <a:spcPts val="0"/>
              </a:spcAft>
              <a:buClr>
                <a:schemeClr val="dk1"/>
              </a:buClr>
              <a:buSzPts val="1800"/>
              <a:buFont typeface="Times New Roman"/>
              <a:buChar char="»"/>
              <a:defRPr sz="1800"/>
            </a:lvl6pPr>
            <a:lvl7pPr indent="-342900" lvl="6" marL="3200400" algn="l">
              <a:spcBef>
                <a:spcPts val="360"/>
              </a:spcBef>
              <a:spcAft>
                <a:spcPts val="0"/>
              </a:spcAft>
              <a:buClr>
                <a:schemeClr val="dk1"/>
              </a:buClr>
              <a:buSzPts val="1800"/>
              <a:buFont typeface="Times New Roman"/>
              <a:buChar char="»"/>
              <a:defRPr sz="1800"/>
            </a:lvl7pPr>
            <a:lvl8pPr indent="-342900" lvl="7" marL="3657600" algn="l">
              <a:spcBef>
                <a:spcPts val="360"/>
              </a:spcBef>
              <a:spcAft>
                <a:spcPts val="0"/>
              </a:spcAft>
              <a:buClr>
                <a:schemeClr val="dk1"/>
              </a:buClr>
              <a:buSzPts val="1800"/>
              <a:buFont typeface="Times New Roman"/>
              <a:buChar char="»"/>
              <a:defRPr sz="1800"/>
            </a:lvl8pPr>
            <a:lvl9pPr indent="-342900" lvl="8" marL="4114800" algn="l">
              <a:spcBef>
                <a:spcPts val="360"/>
              </a:spcBef>
              <a:spcAft>
                <a:spcPts val="0"/>
              </a:spcAft>
              <a:buClr>
                <a:schemeClr val="dk1"/>
              </a:buClr>
              <a:buSzPts val="1800"/>
              <a:buFont typeface="Times New Roman"/>
              <a:buChar char="»"/>
              <a:defRPr sz="1800"/>
            </a:lvl9pPr>
          </a:lstStyle>
          <a:p/>
        </p:txBody>
      </p:sp>
      <p:sp>
        <p:nvSpPr>
          <p:cNvPr id="191" name="Google Shape;191;p92"/>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2" name="Google Shape;192;p92"/>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3" name="Google Shape;193;p92"/>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b="1" sz="2800">
                <a:solidFill>
                  <a:srgbClr val="CC3300"/>
                </a:solidFill>
                <a:latin typeface="Tahoma"/>
                <a:ea typeface="Tahoma"/>
                <a:cs typeface="Tahoma"/>
                <a:sym typeface="Tahoma"/>
              </a:defRPr>
            </a:lvl1pPr>
            <a:lvl2pPr indent="0" lvl="1" marL="0" algn="r">
              <a:spcBef>
                <a:spcPts val="0"/>
              </a:spcBef>
              <a:spcAft>
                <a:spcPts val="0"/>
              </a:spcAft>
              <a:buNone/>
              <a:defRPr b="1" sz="2800">
                <a:solidFill>
                  <a:srgbClr val="CC3300"/>
                </a:solidFill>
                <a:latin typeface="Tahoma"/>
                <a:ea typeface="Tahoma"/>
                <a:cs typeface="Tahoma"/>
                <a:sym typeface="Tahoma"/>
              </a:defRPr>
            </a:lvl2pPr>
            <a:lvl3pPr indent="0" lvl="2" marL="0" algn="r">
              <a:spcBef>
                <a:spcPts val="0"/>
              </a:spcBef>
              <a:spcAft>
                <a:spcPts val="0"/>
              </a:spcAft>
              <a:buNone/>
              <a:defRPr b="1" sz="2800">
                <a:solidFill>
                  <a:srgbClr val="CC3300"/>
                </a:solidFill>
                <a:latin typeface="Tahoma"/>
                <a:ea typeface="Tahoma"/>
                <a:cs typeface="Tahoma"/>
                <a:sym typeface="Tahoma"/>
              </a:defRPr>
            </a:lvl3pPr>
            <a:lvl4pPr indent="0" lvl="3" marL="0" algn="r">
              <a:spcBef>
                <a:spcPts val="0"/>
              </a:spcBef>
              <a:spcAft>
                <a:spcPts val="0"/>
              </a:spcAft>
              <a:buNone/>
              <a:defRPr b="1" sz="2800">
                <a:solidFill>
                  <a:srgbClr val="CC3300"/>
                </a:solidFill>
                <a:latin typeface="Tahoma"/>
                <a:ea typeface="Tahoma"/>
                <a:cs typeface="Tahoma"/>
                <a:sym typeface="Tahoma"/>
              </a:defRPr>
            </a:lvl4pPr>
            <a:lvl5pPr indent="0" lvl="4" marL="0" algn="r">
              <a:spcBef>
                <a:spcPts val="0"/>
              </a:spcBef>
              <a:spcAft>
                <a:spcPts val="0"/>
              </a:spcAft>
              <a:buNone/>
              <a:defRPr b="1" sz="2800">
                <a:solidFill>
                  <a:srgbClr val="CC3300"/>
                </a:solidFill>
                <a:latin typeface="Tahoma"/>
                <a:ea typeface="Tahoma"/>
                <a:cs typeface="Tahoma"/>
                <a:sym typeface="Tahoma"/>
              </a:defRPr>
            </a:lvl5pPr>
            <a:lvl6pPr indent="0" lvl="5" marL="0" algn="r">
              <a:spcBef>
                <a:spcPts val="0"/>
              </a:spcBef>
              <a:spcAft>
                <a:spcPts val="0"/>
              </a:spcAft>
              <a:buNone/>
              <a:defRPr b="1" sz="2800">
                <a:solidFill>
                  <a:srgbClr val="CC3300"/>
                </a:solidFill>
                <a:latin typeface="Tahoma"/>
                <a:ea typeface="Tahoma"/>
                <a:cs typeface="Tahoma"/>
                <a:sym typeface="Tahoma"/>
              </a:defRPr>
            </a:lvl6pPr>
            <a:lvl7pPr indent="0" lvl="6" marL="0" algn="r">
              <a:spcBef>
                <a:spcPts val="0"/>
              </a:spcBef>
              <a:spcAft>
                <a:spcPts val="0"/>
              </a:spcAft>
              <a:buNone/>
              <a:defRPr b="1" sz="2800">
                <a:solidFill>
                  <a:srgbClr val="CC3300"/>
                </a:solidFill>
                <a:latin typeface="Tahoma"/>
                <a:ea typeface="Tahoma"/>
                <a:cs typeface="Tahoma"/>
                <a:sym typeface="Tahoma"/>
              </a:defRPr>
            </a:lvl7pPr>
            <a:lvl8pPr indent="0" lvl="7" marL="0" algn="r">
              <a:spcBef>
                <a:spcPts val="0"/>
              </a:spcBef>
              <a:spcAft>
                <a:spcPts val="0"/>
              </a:spcAft>
              <a:buNone/>
              <a:defRPr b="1" sz="2800">
                <a:solidFill>
                  <a:srgbClr val="CC3300"/>
                </a:solidFill>
                <a:latin typeface="Tahoma"/>
                <a:ea typeface="Tahoma"/>
                <a:cs typeface="Tahoma"/>
                <a:sym typeface="Tahoma"/>
              </a:defRPr>
            </a:lvl8pPr>
            <a:lvl9pPr indent="0" lvl="8" marL="0" algn="r">
              <a:spcBef>
                <a:spcPts val="0"/>
              </a:spcBef>
              <a:spcAft>
                <a:spcPts val="0"/>
              </a:spcAft>
              <a:buNone/>
              <a:defRPr b="1" sz="2800">
                <a:solidFill>
                  <a:srgbClr val="CC3300"/>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94" name="Shape 194"/>
        <p:cNvGrpSpPr/>
        <p:nvPr/>
      </p:nvGrpSpPr>
      <p:grpSpPr>
        <a:xfrm>
          <a:off x="0" y="0"/>
          <a:ext cx="0" cy="0"/>
          <a:chOff x="0" y="0"/>
          <a:chExt cx="0" cy="0"/>
        </a:xfrm>
      </p:grpSpPr>
      <p:sp>
        <p:nvSpPr>
          <p:cNvPr id="195" name="Google Shape;195;p9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96" name="Google Shape;196;p9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Times New Roman"/>
              <a:buNone/>
              <a:defRPr b="1" sz="2400"/>
            </a:lvl1pPr>
            <a:lvl2pPr indent="-228600" lvl="1" marL="914400" algn="l">
              <a:spcBef>
                <a:spcPts val="400"/>
              </a:spcBef>
              <a:spcAft>
                <a:spcPts val="0"/>
              </a:spcAft>
              <a:buClr>
                <a:schemeClr val="dk1"/>
              </a:buClr>
              <a:buSzPts val="2000"/>
              <a:buFont typeface="Times New Roman"/>
              <a:buNone/>
              <a:defRPr b="1" sz="2000"/>
            </a:lvl2pPr>
            <a:lvl3pPr indent="-228600" lvl="2" marL="1371600" algn="l">
              <a:spcBef>
                <a:spcPts val="360"/>
              </a:spcBef>
              <a:spcAft>
                <a:spcPts val="0"/>
              </a:spcAft>
              <a:buClr>
                <a:schemeClr val="dk1"/>
              </a:buClr>
              <a:buSzPts val="1800"/>
              <a:buFont typeface="Times New Roman"/>
              <a:buNone/>
              <a:defRPr b="1" sz="1800"/>
            </a:lvl3pPr>
            <a:lvl4pPr indent="-228600" lvl="3" marL="1828800" algn="l">
              <a:spcBef>
                <a:spcPts val="320"/>
              </a:spcBef>
              <a:spcAft>
                <a:spcPts val="0"/>
              </a:spcAft>
              <a:buClr>
                <a:schemeClr val="dk1"/>
              </a:buClr>
              <a:buSzPts val="1600"/>
              <a:buFont typeface="Times New Roman"/>
              <a:buNone/>
              <a:defRPr b="1" sz="1600"/>
            </a:lvl4pPr>
            <a:lvl5pPr indent="-228600" lvl="4" marL="2286000" algn="l">
              <a:spcBef>
                <a:spcPts val="320"/>
              </a:spcBef>
              <a:spcAft>
                <a:spcPts val="0"/>
              </a:spcAft>
              <a:buClr>
                <a:schemeClr val="dk1"/>
              </a:buClr>
              <a:buSzPts val="1600"/>
              <a:buFont typeface="Times New Roman"/>
              <a:buNone/>
              <a:defRPr b="1" sz="1600"/>
            </a:lvl5pPr>
            <a:lvl6pPr indent="-228600" lvl="5" marL="2743200" algn="l">
              <a:spcBef>
                <a:spcPts val="320"/>
              </a:spcBef>
              <a:spcAft>
                <a:spcPts val="0"/>
              </a:spcAft>
              <a:buClr>
                <a:schemeClr val="dk1"/>
              </a:buClr>
              <a:buSzPts val="1600"/>
              <a:buFont typeface="Times New Roman"/>
              <a:buNone/>
              <a:defRPr b="1" sz="1600"/>
            </a:lvl6pPr>
            <a:lvl7pPr indent="-228600" lvl="6" marL="3200400" algn="l">
              <a:spcBef>
                <a:spcPts val="320"/>
              </a:spcBef>
              <a:spcAft>
                <a:spcPts val="0"/>
              </a:spcAft>
              <a:buClr>
                <a:schemeClr val="dk1"/>
              </a:buClr>
              <a:buSzPts val="1600"/>
              <a:buFont typeface="Times New Roman"/>
              <a:buNone/>
              <a:defRPr b="1" sz="1600"/>
            </a:lvl7pPr>
            <a:lvl8pPr indent="-228600" lvl="7" marL="3657600" algn="l">
              <a:spcBef>
                <a:spcPts val="320"/>
              </a:spcBef>
              <a:spcAft>
                <a:spcPts val="0"/>
              </a:spcAft>
              <a:buClr>
                <a:schemeClr val="dk1"/>
              </a:buClr>
              <a:buSzPts val="1600"/>
              <a:buFont typeface="Times New Roman"/>
              <a:buNone/>
              <a:defRPr b="1" sz="1600"/>
            </a:lvl8pPr>
            <a:lvl9pPr indent="-228600" lvl="8" marL="4114800" algn="l">
              <a:spcBef>
                <a:spcPts val="320"/>
              </a:spcBef>
              <a:spcAft>
                <a:spcPts val="0"/>
              </a:spcAft>
              <a:buClr>
                <a:schemeClr val="dk1"/>
              </a:buClr>
              <a:buSzPts val="1600"/>
              <a:buFont typeface="Times New Roman"/>
              <a:buNone/>
              <a:defRPr b="1" sz="1600"/>
            </a:lvl9pPr>
          </a:lstStyle>
          <a:p/>
        </p:txBody>
      </p:sp>
      <p:sp>
        <p:nvSpPr>
          <p:cNvPr id="197" name="Google Shape;197;p9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Times New Roman"/>
              <a:buChar char="•"/>
              <a:defRPr sz="2400"/>
            </a:lvl1pPr>
            <a:lvl2pPr indent="-355600" lvl="1" marL="914400" algn="l">
              <a:spcBef>
                <a:spcPts val="400"/>
              </a:spcBef>
              <a:spcAft>
                <a:spcPts val="0"/>
              </a:spcAft>
              <a:buClr>
                <a:schemeClr val="dk1"/>
              </a:buClr>
              <a:buSzPts val="2000"/>
              <a:buFont typeface="Times New Roman"/>
              <a:buChar char="–"/>
              <a:defRPr sz="2000"/>
            </a:lvl2pPr>
            <a:lvl3pPr indent="-342900" lvl="2" marL="1371600" algn="l">
              <a:spcBef>
                <a:spcPts val="360"/>
              </a:spcBef>
              <a:spcAft>
                <a:spcPts val="0"/>
              </a:spcAft>
              <a:buClr>
                <a:schemeClr val="dk1"/>
              </a:buClr>
              <a:buSzPts val="1800"/>
              <a:buFont typeface="Times New Roman"/>
              <a:buChar char="•"/>
              <a:defRPr sz="1800"/>
            </a:lvl3pPr>
            <a:lvl4pPr indent="-330200" lvl="3" marL="1828800" algn="l">
              <a:spcBef>
                <a:spcPts val="320"/>
              </a:spcBef>
              <a:spcAft>
                <a:spcPts val="0"/>
              </a:spcAft>
              <a:buClr>
                <a:schemeClr val="dk1"/>
              </a:buClr>
              <a:buSzPts val="1600"/>
              <a:buFont typeface="Times New Roman"/>
              <a:buChar char="–"/>
              <a:defRPr sz="1600"/>
            </a:lvl4pPr>
            <a:lvl5pPr indent="-330200" lvl="4" marL="2286000" algn="l">
              <a:spcBef>
                <a:spcPts val="320"/>
              </a:spcBef>
              <a:spcAft>
                <a:spcPts val="0"/>
              </a:spcAft>
              <a:buClr>
                <a:schemeClr val="dk1"/>
              </a:buClr>
              <a:buSzPts val="1600"/>
              <a:buFont typeface="Times New Roman"/>
              <a:buChar char="»"/>
              <a:defRPr sz="1600"/>
            </a:lvl5pPr>
            <a:lvl6pPr indent="-330200" lvl="5" marL="2743200" algn="l">
              <a:spcBef>
                <a:spcPts val="320"/>
              </a:spcBef>
              <a:spcAft>
                <a:spcPts val="0"/>
              </a:spcAft>
              <a:buClr>
                <a:schemeClr val="dk1"/>
              </a:buClr>
              <a:buSzPts val="1600"/>
              <a:buFont typeface="Times New Roman"/>
              <a:buChar char="»"/>
              <a:defRPr sz="1600"/>
            </a:lvl6pPr>
            <a:lvl7pPr indent="-330200" lvl="6" marL="3200400" algn="l">
              <a:spcBef>
                <a:spcPts val="320"/>
              </a:spcBef>
              <a:spcAft>
                <a:spcPts val="0"/>
              </a:spcAft>
              <a:buClr>
                <a:schemeClr val="dk1"/>
              </a:buClr>
              <a:buSzPts val="1600"/>
              <a:buFont typeface="Times New Roman"/>
              <a:buChar char="»"/>
              <a:defRPr sz="1600"/>
            </a:lvl7pPr>
            <a:lvl8pPr indent="-330200" lvl="7" marL="3657600" algn="l">
              <a:spcBef>
                <a:spcPts val="320"/>
              </a:spcBef>
              <a:spcAft>
                <a:spcPts val="0"/>
              </a:spcAft>
              <a:buClr>
                <a:schemeClr val="dk1"/>
              </a:buClr>
              <a:buSzPts val="1600"/>
              <a:buFont typeface="Times New Roman"/>
              <a:buChar char="»"/>
              <a:defRPr sz="1600"/>
            </a:lvl8pPr>
            <a:lvl9pPr indent="-330200" lvl="8" marL="4114800" algn="l">
              <a:spcBef>
                <a:spcPts val="320"/>
              </a:spcBef>
              <a:spcAft>
                <a:spcPts val="0"/>
              </a:spcAft>
              <a:buClr>
                <a:schemeClr val="dk1"/>
              </a:buClr>
              <a:buSzPts val="1600"/>
              <a:buFont typeface="Times New Roman"/>
              <a:buChar char="»"/>
              <a:defRPr sz="1600"/>
            </a:lvl9pPr>
          </a:lstStyle>
          <a:p/>
        </p:txBody>
      </p:sp>
      <p:sp>
        <p:nvSpPr>
          <p:cNvPr id="198" name="Google Shape;198;p9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Times New Roman"/>
              <a:buNone/>
              <a:defRPr b="1" sz="2400"/>
            </a:lvl1pPr>
            <a:lvl2pPr indent="-228600" lvl="1" marL="914400" algn="l">
              <a:spcBef>
                <a:spcPts val="400"/>
              </a:spcBef>
              <a:spcAft>
                <a:spcPts val="0"/>
              </a:spcAft>
              <a:buClr>
                <a:schemeClr val="dk1"/>
              </a:buClr>
              <a:buSzPts val="2000"/>
              <a:buFont typeface="Times New Roman"/>
              <a:buNone/>
              <a:defRPr b="1" sz="2000"/>
            </a:lvl2pPr>
            <a:lvl3pPr indent="-228600" lvl="2" marL="1371600" algn="l">
              <a:spcBef>
                <a:spcPts val="360"/>
              </a:spcBef>
              <a:spcAft>
                <a:spcPts val="0"/>
              </a:spcAft>
              <a:buClr>
                <a:schemeClr val="dk1"/>
              </a:buClr>
              <a:buSzPts val="1800"/>
              <a:buFont typeface="Times New Roman"/>
              <a:buNone/>
              <a:defRPr b="1" sz="1800"/>
            </a:lvl3pPr>
            <a:lvl4pPr indent="-228600" lvl="3" marL="1828800" algn="l">
              <a:spcBef>
                <a:spcPts val="320"/>
              </a:spcBef>
              <a:spcAft>
                <a:spcPts val="0"/>
              </a:spcAft>
              <a:buClr>
                <a:schemeClr val="dk1"/>
              </a:buClr>
              <a:buSzPts val="1600"/>
              <a:buFont typeface="Times New Roman"/>
              <a:buNone/>
              <a:defRPr b="1" sz="1600"/>
            </a:lvl4pPr>
            <a:lvl5pPr indent="-228600" lvl="4" marL="2286000" algn="l">
              <a:spcBef>
                <a:spcPts val="320"/>
              </a:spcBef>
              <a:spcAft>
                <a:spcPts val="0"/>
              </a:spcAft>
              <a:buClr>
                <a:schemeClr val="dk1"/>
              </a:buClr>
              <a:buSzPts val="1600"/>
              <a:buFont typeface="Times New Roman"/>
              <a:buNone/>
              <a:defRPr b="1" sz="1600"/>
            </a:lvl5pPr>
            <a:lvl6pPr indent="-228600" lvl="5" marL="2743200" algn="l">
              <a:spcBef>
                <a:spcPts val="320"/>
              </a:spcBef>
              <a:spcAft>
                <a:spcPts val="0"/>
              </a:spcAft>
              <a:buClr>
                <a:schemeClr val="dk1"/>
              </a:buClr>
              <a:buSzPts val="1600"/>
              <a:buFont typeface="Times New Roman"/>
              <a:buNone/>
              <a:defRPr b="1" sz="1600"/>
            </a:lvl6pPr>
            <a:lvl7pPr indent="-228600" lvl="6" marL="3200400" algn="l">
              <a:spcBef>
                <a:spcPts val="320"/>
              </a:spcBef>
              <a:spcAft>
                <a:spcPts val="0"/>
              </a:spcAft>
              <a:buClr>
                <a:schemeClr val="dk1"/>
              </a:buClr>
              <a:buSzPts val="1600"/>
              <a:buFont typeface="Times New Roman"/>
              <a:buNone/>
              <a:defRPr b="1" sz="1600"/>
            </a:lvl7pPr>
            <a:lvl8pPr indent="-228600" lvl="7" marL="3657600" algn="l">
              <a:spcBef>
                <a:spcPts val="320"/>
              </a:spcBef>
              <a:spcAft>
                <a:spcPts val="0"/>
              </a:spcAft>
              <a:buClr>
                <a:schemeClr val="dk1"/>
              </a:buClr>
              <a:buSzPts val="1600"/>
              <a:buFont typeface="Times New Roman"/>
              <a:buNone/>
              <a:defRPr b="1" sz="1600"/>
            </a:lvl8pPr>
            <a:lvl9pPr indent="-228600" lvl="8" marL="4114800" algn="l">
              <a:spcBef>
                <a:spcPts val="320"/>
              </a:spcBef>
              <a:spcAft>
                <a:spcPts val="0"/>
              </a:spcAft>
              <a:buClr>
                <a:schemeClr val="dk1"/>
              </a:buClr>
              <a:buSzPts val="1600"/>
              <a:buFont typeface="Times New Roman"/>
              <a:buNone/>
              <a:defRPr b="1" sz="1600"/>
            </a:lvl9pPr>
          </a:lstStyle>
          <a:p/>
        </p:txBody>
      </p:sp>
      <p:sp>
        <p:nvSpPr>
          <p:cNvPr id="199" name="Google Shape;199;p9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Times New Roman"/>
              <a:buChar char="•"/>
              <a:defRPr sz="2400"/>
            </a:lvl1pPr>
            <a:lvl2pPr indent="-355600" lvl="1" marL="914400" algn="l">
              <a:spcBef>
                <a:spcPts val="400"/>
              </a:spcBef>
              <a:spcAft>
                <a:spcPts val="0"/>
              </a:spcAft>
              <a:buClr>
                <a:schemeClr val="dk1"/>
              </a:buClr>
              <a:buSzPts val="2000"/>
              <a:buFont typeface="Times New Roman"/>
              <a:buChar char="–"/>
              <a:defRPr sz="2000"/>
            </a:lvl2pPr>
            <a:lvl3pPr indent="-342900" lvl="2" marL="1371600" algn="l">
              <a:spcBef>
                <a:spcPts val="360"/>
              </a:spcBef>
              <a:spcAft>
                <a:spcPts val="0"/>
              </a:spcAft>
              <a:buClr>
                <a:schemeClr val="dk1"/>
              </a:buClr>
              <a:buSzPts val="1800"/>
              <a:buFont typeface="Times New Roman"/>
              <a:buChar char="•"/>
              <a:defRPr sz="1800"/>
            </a:lvl3pPr>
            <a:lvl4pPr indent="-330200" lvl="3" marL="1828800" algn="l">
              <a:spcBef>
                <a:spcPts val="320"/>
              </a:spcBef>
              <a:spcAft>
                <a:spcPts val="0"/>
              </a:spcAft>
              <a:buClr>
                <a:schemeClr val="dk1"/>
              </a:buClr>
              <a:buSzPts val="1600"/>
              <a:buFont typeface="Times New Roman"/>
              <a:buChar char="–"/>
              <a:defRPr sz="1600"/>
            </a:lvl4pPr>
            <a:lvl5pPr indent="-330200" lvl="4" marL="2286000" algn="l">
              <a:spcBef>
                <a:spcPts val="320"/>
              </a:spcBef>
              <a:spcAft>
                <a:spcPts val="0"/>
              </a:spcAft>
              <a:buClr>
                <a:schemeClr val="dk1"/>
              </a:buClr>
              <a:buSzPts val="1600"/>
              <a:buFont typeface="Times New Roman"/>
              <a:buChar char="»"/>
              <a:defRPr sz="1600"/>
            </a:lvl5pPr>
            <a:lvl6pPr indent="-330200" lvl="5" marL="2743200" algn="l">
              <a:spcBef>
                <a:spcPts val="320"/>
              </a:spcBef>
              <a:spcAft>
                <a:spcPts val="0"/>
              </a:spcAft>
              <a:buClr>
                <a:schemeClr val="dk1"/>
              </a:buClr>
              <a:buSzPts val="1600"/>
              <a:buFont typeface="Times New Roman"/>
              <a:buChar char="»"/>
              <a:defRPr sz="1600"/>
            </a:lvl6pPr>
            <a:lvl7pPr indent="-330200" lvl="6" marL="3200400" algn="l">
              <a:spcBef>
                <a:spcPts val="320"/>
              </a:spcBef>
              <a:spcAft>
                <a:spcPts val="0"/>
              </a:spcAft>
              <a:buClr>
                <a:schemeClr val="dk1"/>
              </a:buClr>
              <a:buSzPts val="1600"/>
              <a:buFont typeface="Times New Roman"/>
              <a:buChar char="»"/>
              <a:defRPr sz="1600"/>
            </a:lvl7pPr>
            <a:lvl8pPr indent="-330200" lvl="7" marL="3657600" algn="l">
              <a:spcBef>
                <a:spcPts val="320"/>
              </a:spcBef>
              <a:spcAft>
                <a:spcPts val="0"/>
              </a:spcAft>
              <a:buClr>
                <a:schemeClr val="dk1"/>
              </a:buClr>
              <a:buSzPts val="1600"/>
              <a:buFont typeface="Times New Roman"/>
              <a:buChar char="»"/>
              <a:defRPr sz="1600"/>
            </a:lvl8pPr>
            <a:lvl9pPr indent="-330200" lvl="8" marL="4114800" algn="l">
              <a:spcBef>
                <a:spcPts val="320"/>
              </a:spcBef>
              <a:spcAft>
                <a:spcPts val="0"/>
              </a:spcAft>
              <a:buClr>
                <a:schemeClr val="dk1"/>
              </a:buClr>
              <a:buSzPts val="1600"/>
              <a:buFont typeface="Times New Roman"/>
              <a:buChar char="»"/>
              <a:defRPr sz="1600"/>
            </a:lvl9pPr>
          </a:lstStyle>
          <a:p/>
        </p:txBody>
      </p:sp>
      <p:sp>
        <p:nvSpPr>
          <p:cNvPr id="200" name="Google Shape;200;p93"/>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1" name="Google Shape;201;p93"/>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2" name="Google Shape;202;p93"/>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b="1" sz="2800">
                <a:solidFill>
                  <a:srgbClr val="CC3300"/>
                </a:solidFill>
                <a:latin typeface="Tahoma"/>
                <a:ea typeface="Tahoma"/>
                <a:cs typeface="Tahoma"/>
                <a:sym typeface="Tahoma"/>
              </a:defRPr>
            </a:lvl1pPr>
            <a:lvl2pPr indent="0" lvl="1" marL="0" algn="r">
              <a:spcBef>
                <a:spcPts val="0"/>
              </a:spcBef>
              <a:spcAft>
                <a:spcPts val="0"/>
              </a:spcAft>
              <a:buNone/>
              <a:defRPr b="1" sz="2800">
                <a:solidFill>
                  <a:srgbClr val="CC3300"/>
                </a:solidFill>
                <a:latin typeface="Tahoma"/>
                <a:ea typeface="Tahoma"/>
                <a:cs typeface="Tahoma"/>
                <a:sym typeface="Tahoma"/>
              </a:defRPr>
            </a:lvl2pPr>
            <a:lvl3pPr indent="0" lvl="2" marL="0" algn="r">
              <a:spcBef>
                <a:spcPts val="0"/>
              </a:spcBef>
              <a:spcAft>
                <a:spcPts val="0"/>
              </a:spcAft>
              <a:buNone/>
              <a:defRPr b="1" sz="2800">
                <a:solidFill>
                  <a:srgbClr val="CC3300"/>
                </a:solidFill>
                <a:latin typeface="Tahoma"/>
                <a:ea typeface="Tahoma"/>
                <a:cs typeface="Tahoma"/>
                <a:sym typeface="Tahoma"/>
              </a:defRPr>
            </a:lvl3pPr>
            <a:lvl4pPr indent="0" lvl="3" marL="0" algn="r">
              <a:spcBef>
                <a:spcPts val="0"/>
              </a:spcBef>
              <a:spcAft>
                <a:spcPts val="0"/>
              </a:spcAft>
              <a:buNone/>
              <a:defRPr b="1" sz="2800">
                <a:solidFill>
                  <a:srgbClr val="CC3300"/>
                </a:solidFill>
                <a:latin typeface="Tahoma"/>
                <a:ea typeface="Tahoma"/>
                <a:cs typeface="Tahoma"/>
                <a:sym typeface="Tahoma"/>
              </a:defRPr>
            </a:lvl4pPr>
            <a:lvl5pPr indent="0" lvl="4" marL="0" algn="r">
              <a:spcBef>
                <a:spcPts val="0"/>
              </a:spcBef>
              <a:spcAft>
                <a:spcPts val="0"/>
              </a:spcAft>
              <a:buNone/>
              <a:defRPr b="1" sz="2800">
                <a:solidFill>
                  <a:srgbClr val="CC3300"/>
                </a:solidFill>
                <a:latin typeface="Tahoma"/>
                <a:ea typeface="Tahoma"/>
                <a:cs typeface="Tahoma"/>
                <a:sym typeface="Tahoma"/>
              </a:defRPr>
            </a:lvl5pPr>
            <a:lvl6pPr indent="0" lvl="5" marL="0" algn="r">
              <a:spcBef>
                <a:spcPts val="0"/>
              </a:spcBef>
              <a:spcAft>
                <a:spcPts val="0"/>
              </a:spcAft>
              <a:buNone/>
              <a:defRPr b="1" sz="2800">
                <a:solidFill>
                  <a:srgbClr val="CC3300"/>
                </a:solidFill>
                <a:latin typeface="Tahoma"/>
                <a:ea typeface="Tahoma"/>
                <a:cs typeface="Tahoma"/>
                <a:sym typeface="Tahoma"/>
              </a:defRPr>
            </a:lvl6pPr>
            <a:lvl7pPr indent="0" lvl="6" marL="0" algn="r">
              <a:spcBef>
                <a:spcPts val="0"/>
              </a:spcBef>
              <a:spcAft>
                <a:spcPts val="0"/>
              </a:spcAft>
              <a:buNone/>
              <a:defRPr b="1" sz="2800">
                <a:solidFill>
                  <a:srgbClr val="CC3300"/>
                </a:solidFill>
                <a:latin typeface="Tahoma"/>
                <a:ea typeface="Tahoma"/>
                <a:cs typeface="Tahoma"/>
                <a:sym typeface="Tahoma"/>
              </a:defRPr>
            </a:lvl7pPr>
            <a:lvl8pPr indent="0" lvl="7" marL="0" algn="r">
              <a:spcBef>
                <a:spcPts val="0"/>
              </a:spcBef>
              <a:spcAft>
                <a:spcPts val="0"/>
              </a:spcAft>
              <a:buNone/>
              <a:defRPr b="1" sz="2800">
                <a:solidFill>
                  <a:srgbClr val="CC3300"/>
                </a:solidFill>
                <a:latin typeface="Tahoma"/>
                <a:ea typeface="Tahoma"/>
                <a:cs typeface="Tahoma"/>
                <a:sym typeface="Tahoma"/>
              </a:defRPr>
            </a:lvl8pPr>
            <a:lvl9pPr indent="0" lvl="8" marL="0" algn="r">
              <a:spcBef>
                <a:spcPts val="0"/>
              </a:spcBef>
              <a:spcAft>
                <a:spcPts val="0"/>
              </a:spcAft>
              <a:buNone/>
              <a:defRPr b="1" sz="2800">
                <a:solidFill>
                  <a:srgbClr val="CC3300"/>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03" name="Shape 203"/>
        <p:cNvGrpSpPr/>
        <p:nvPr/>
      </p:nvGrpSpPr>
      <p:grpSpPr>
        <a:xfrm>
          <a:off x="0" y="0"/>
          <a:ext cx="0" cy="0"/>
          <a:chOff x="0" y="0"/>
          <a:chExt cx="0" cy="0"/>
        </a:xfrm>
      </p:grpSpPr>
      <p:sp>
        <p:nvSpPr>
          <p:cNvPr id="204" name="Google Shape;204;p94"/>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05" name="Google Shape;205;p94"/>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6" name="Google Shape;206;p94"/>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7" name="Google Shape;207;p94"/>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b="1" sz="2800">
                <a:solidFill>
                  <a:srgbClr val="CC3300"/>
                </a:solidFill>
                <a:latin typeface="Tahoma"/>
                <a:ea typeface="Tahoma"/>
                <a:cs typeface="Tahoma"/>
                <a:sym typeface="Tahoma"/>
              </a:defRPr>
            </a:lvl1pPr>
            <a:lvl2pPr indent="0" lvl="1" marL="0" algn="r">
              <a:spcBef>
                <a:spcPts val="0"/>
              </a:spcBef>
              <a:spcAft>
                <a:spcPts val="0"/>
              </a:spcAft>
              <a:buNone/>
              <a:defRPr b="1" sz="2800">
                <a:solidFill>
                  <a:srgbClr val="CC3300"/>
                </a:solidFill>
                <a:latin typeface="Tahoma"/>
                <a:ea typeface="Tahoma"/>
                <a:cs typeface="Tahoma"/>
                <a:sym typeface="Tahoma"/>
              </a:defRPr>
            </a:lvl2pPr>
            <a:lvl3pPr indent="0" lvl="2" marL="0" algn="r">
              <a:spcBef>
                <a:spcPts val="0"/>
              </a:spcBef>
              <a:spcAft>
                <a:spcPts val="0"/>
              </a:spcAft>
              <a:buNone/>
              <a:defRPr b="1" sz="2800">
                <a:solidFill>
                  <a:srgbClr val="CC3300"/>
                </a:solidFill>
                <a:latin typeface="Tahoma"/>
                <a:ea typeface="Tahoma"/>
                <a:cs typeface="Tahoma"/>
                <a:sym typeface="Tahoma"/>
              </a:defRPr>
            </a:lvl3pPr>
            <a:lvl4pPr indent="0" lvl="3" marL="0" algn="r">
              <a:spcBef>
                <a:spcPts val="0"/>
              </a:spcBef>
              <a:spcAft>
                <a:spcPts val="0"/>
              </a:spcAft>
              <a:buNone/>
              <a:defRPr b="1" sz="2800">
                <a:solidFill>
                  <a:srgbClr val="CC3300"/>
                </a:solidFill>
                <a:latin typeface="Tahoma"/>
                <a:ea typeface="Tahoma"/>
                <a:cs typeface="Tahoma"/>
                <a:sym typeface="Tahoma"/>
              </a:defRPr>
            </a:lvl4pPr>
            <a:lvl5pPr indent="0" lvl="4" marL="0" algn="r">
              <a:spcBef>
                <a:spcPts val="0"/>
              </a:spcBef>
              <a:spcAft>
                <a:spcPts val="0"/>
              </a:spcAft>
              <a:buNone/>
              <a:defRPr b="1" sz="2800">
                <a:solidFill>
                  <a:srgbClr val="CC3300"/>
                </a:solidFill>
                <a:latin typeface="Tahoma"/>
                <a:ea typeface="Tahoma"/>
                <a:cs typeface="Tahoma"/>
                <a:sym typeface="Tahoma"/>
              </a:defRPr>
            </a:lvl5pPr>
            <a:lvl6pPr indent="0" lvl="5" marL="0" algn="r">
              <a:spcBef>
                <a:spcPts val="0"/>
              </a:spcBef>
              <a:spcAft>
                <a:spcPts val="0"/>
              </a:spcAft>
              <a:buNone/>
              <a:defRPr b="1" sz="2800">
                <a:solidFill>
                  <a:srgbClr val="CC3300"/>
                </a:solidFill>
                <a:latin typeface="Tahoma"/>
                <a:ea typeface="Tahoma"/>
                <a:cs typeface="Tahoma"/>
                <a:sym typeface="Tahoma"/>
              </a:defRPr>
            </a:lvl6pPr>
            <a:lvl7pPr indent="0" lvl="6" marL="0" algn="r">
              <a:spcBef>
                <a:spcPts val="0"/>
              </a:spcBef>
              <a:spcAft>
                <a:spcPts val="0"/>
              </a:spcAft>
              <a:buNone/>
              <a:defRPr b="1" sz="2800">
                <a:solidFill>
                  <a:srgbClr val="CC3300"/>
                </a:solidFill>
                <a:latin typeface="Tahoma"/>
                <a:ea typeface="Tahoma"/>
                <a:cs typeface="Tahoma"/>
                <a:sym typeface="Tahoma"/>
              </a:defRPr>
            </a:lvl7pPr>
            <a:lvl8pPr indent="0" lvl="7" marL="0" algn="r">
              <a:spcBef>
                <a:spcPts val="0"/>
              </a:spcBef>
              <a:spcAft>
                <a:spcPts val="0"/>
              </a:spcAft>
              <a:buNone/>
              <a:defRPr b="1" sz="2800">
                <a:solidFill>
                  <a:srgbClr val="CC3300"/>
                </a:solidFill>
                <a:latin typeface="Tahoma"/>
                <a:ea typeface="Tahoma"/>
                <a:cs typeface="Tahoma"/>
                <a:sym typeface="Tahoma"/>
              </a:defRPr>
            </a:lvl8pPr>
            <a:lvl9pPr indent="0" lvl="8" marL="0" algn="r">
              <a:spcBef>
                <a:spcPts val="0"/>
              </a:spcBef>
              <a:spcAft>
                <a:spcPts val="0"/>
              </a:spcAft>
              <a:buNone/>
              <a:defRPr b="1" sz="2800">
                <a:solidFill>
                  <a:srgbClr val="CC3300"/>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08" name="Shape 208"/>
        <p:cNvGrpSpPr/>
        <p:nvPr/>
      </p:nvGrpSpPr>
      <p:grpSpPr>
        <a:xfrm>
          <a:off x="0" y="0"/>
          <a:ext cx="0" cy="0"/>
          <a:chOff x="0" y="0"/>
          <a:chExt cx="0" cy="0"/>
        </a:xfrm>
      </p:grpSpPr>
      <p:sp>
        <p:nvSpPr>
          <p:cNvPr id="209" name="Google Shape;209;p95"/>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10" name="Google Shape;210;p95"/>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Font typeface="Times New Roman"/>
              <a:buChar char="•"/>
              <a:defRPr sz="3200"/>
            </a:lvl1pPr>
            <a:lvl2pPr indent="-406400" lvl="1" marL="914400" algn="l">
              <a:spcBef>
                <a:spcPts val="560"/>
              </a:spcBef>
              <a:spcAft>
                <a:spcPts val="0"/>
              </a:spcAft>
              <a:buClr>
                <a:schemeClr val="dk1"/>
              </a:buClr>
              <a:buSzPts val="2800"/>
              <a:buFont typeface="Times New Roman"/>
              <a:buChar char="–"/>
              <a:defRPr sz="2800"/>
            </a:lvl2pPr>
            <a:lvl3pPr indent="-381000" lvl="2" marL="1371600" algn="l">
              <a:spcBef>
                <a:spcPts val="480"/>
              </a:spcBef>
              <a:spcAft>
                <a:spcPts val="0"/>
              </a:spcAft>
              <a:buClr>
                <a:schemeClr val="dk1"/>
              </a:buClr>
              <a:buSzPts val="2400"/>
              <a:buFont typeface="Times New Roman"/>
              <a:buChar char="•"/>
              <a:defRPr sz="2400"/>
            </a:lvl3pPr>
            <a:lvl4pPr indent="-355600" lvl="3" marL="1828800" algn="l">
              <a:spcBef>
                <a:spcPts val="400"/>
              </a:spcBef>
              <a:spcAft>
                <a:spcPts val="0"/>
              </a:spcAft>
              <a:buClr>
                <a:schemeClr val="dk1"/>
              </a:buClr>
              <a:buSzPts val="2000"/>
              <a:buFont typeface="Times New Roman"/>
              <a:buChar char="–"/>
              <a:defRPr sz="2000"/>
            </a:lvl4pPr>
            <a:lvl5pPr indent="-355600" lvl="4" marL="2286000" algn="l">
              <a:spcBef>
                <a:spcPts val="400"/>
              </a:spcBef>
              <a:spcAft>
                <a:spcPts val="0"/>
              </a:spcAft>
              <a:buClr>
                <a:schemeClr val="dk1"/>
              </a:buClr>
              <a:buSzPts val="2000"/>
              <a:buFont typeface="Times New Roman"/>
              <a:buChar char="»"/>
              <a:defRPr sz="2000"/>
            </a:lvl5pPr>
            <a:lvl6pPr indent="-355600" lvl="5" marL="2743200" algn="l">
              <a:spcBef>
                <a:spcPts val="400"/>
              </a:spcBef>
              <a:spcAft>
                <a:spcPts val="0"/>
              </a:spcAft>
              <a:buClr>
                <a:schemeClr val="dk1"/>
              </a:buClr>
              <a:buSzPts val="2000"/>
              <a:buFont typeface="Times New Roman"/>
              <a:buChar char="»"/>
              <a:defRPr sz="2000"/>
            </a:lvl6pPr>
            <a:lvl7pPr indent="-355600" lvl="6" marL="3200400" algn="l">
              <a:spcBef>
                <a:spcPts val="400"/>
              </a:spcBef>
              <a:spcAft>
                <a:spcPts val="0"/>
              </a:spcAft>
              <a:buClr>
                <a:schemeClr val="dk1"/>
              </a:buClr>
              <a:buSzPts val="2000"/>
              <a:buFont typeface="Times New Roman"/>
              <a:buChar char="»"/>
              <a:defRPr sz="2000"/>
            </a:lvl7pPr>
            <a:lvl8pPr indent="-355600" lvl="7" marL="3657600" algn="l">
              <a:spcBef>
                <a:spcPts val="400"/>
              </a:spcBef>
              <a:spcAft>
                <a:spcPts val="0"/>
              </a:spcAft>
              <a:buClr>
                <a:schemeClr val="dk1"/>
              </a:buClr>
              <a:buSzPts val="2000"/>
              <a:buFont typeface="Times New Roman"/>
              <a:buChar char="»"/>
              <a:defRPr sz="2000"/>
            </a:lvl8pPr>
            <a:lvl9pPr indent="-355600" lvl="8" marL="4114800" algn="l">
              <a:spcBef>
                <a:spcPts val="400"/>
              </a:spcBef>
              <a:spcAft>
                <a:spcPts val="0"/>
              </a:spcAft>
              <a:buClr>
                <a:schemeClr val="dk1"/>
              </a:buClr>
              <a:buSzPts val="2000"/>
              <a:buFont typeface="Times New Roman"/>
              <a:buChar char="»"/>
              <a:defRPr sz="2000"/>
            </a:lvl9pPr>
          </a:lstStyle>
          <a:p/>
        </p:txBody>
      </p:sp>
      <p:sp>
        <p:nvSpPr>
          <p:cNvPr id="211" name="Google Shape;211;p95"/>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Times New Roman"/>
              <a:buNone/>
              <a:defRPr sz="1400"/>
            </a:lvl1pPr>
            <a:lvl2pPr indent="-228600" lvl="1" marL="914400" algn="l">
              <a:spcBef>
                <a:spcPts val="240"/>
              </a:spcBef>
              <a:spcAft>
                <a:spcPts val="0"/>
              </a:spcAft>
              <a:buClr>
                <a:schemeClr val="dk1"/>
              </a:buClr>
              <a:buSzPts val="1200"/>
              <a:buFont typeface="Times New Roman"/>
              <a:buNone/>
              <a:defRPr sz="1200"/>
            </a:lvl2pPr>
            <a:lvl3pPr indent="-228600" lvl="2" marL="1371600" algn="l">
              <a:spcBef>
                <a:spcPts val="200"/>
              </a:spcBef>
              <a:spcAft>
                <a:spcPts val="0"/>
              </a:spcAft>
              <a:buClr>
                <a:schemeClr val="dk1"/>
              </a:buClr>
              <a:buSzPts val="1000"/>
              <a:buFont typeface="Times New Roman"/>
              <a:buNone/>
              <a:defRPr sz="1000"/>
            </a:lvl3pPr>
            <a:lvl4pPr indent="-228600" lvl="3" marL="1828800" algn="l">
              <a:spcBef>
                <a:spcPts val="180"/>
              </a:spcBef>
              <a:spcAft>
                <a:spcPts val="0"/>
              </a:spcAft>
              <a:buClr>
                <a:schemeClr val="dk1"/>
              </a:buClr>
              <a:buSzPts val="900"/>
              <a:buFont typeface="Times New Roman"/>
              <a:buNone/>
              <a:defRPr sz="900"/>
            </a:lvl4pPr>
            <a:lvl5pPr indent="-228600" lvl="4" marL="2286000" algn="l">
              <a:spcBef>
                <a:spcPts val="180"/>
              </a:spcBef>
              <a:spcAft>
                <a:spcPts val="0"/>
              </a:spcAft>
              <a:buClr>
                <a:schemeClr val="dk1"/>
              </a:buClr>
              <a:buSzPts val="900"/>
              <a:buFont typeface="Times New Roman"/>
              <a:buNone/>
              <a:defRPr sz="900"/>
            </a:lvl5pPr>
            <a:lvl6pPr indent="-228600" lvl="5" marL="2743200" algn="l">
              <a:spcBef>
                <a:spcPts val="180"/>
              </a:spcBef>
              <a:spcAft>
                <a:spcPts val="0"/>
              </a:spcAft>
              <a:buClr>
                <a:schemeClr val="dk1"/>
              </a:buClr>
              <a:buSzPts val="900"/>
              <a:buFont typeface="Times New Roman"/>
              <a:buNone/>
              <a:defRPr sz="900"/>
            </a:lvl6pPr>
            <a:lvl7pPr indent="-228600" lvl="6" marL="3200400" algn="l">
              <a:spcBef>
                <a:spcPts val="180"/>
              </a:spcBef>
              <a:spcAft>
                <a:spcPts val="0"/>
              </a:spcAft>
              <a:buClr>
                <a:schemeClr val="dk1"/>
              </a:buClr>
              <a:buSzPts val="900"/>
              <a:buFont typeface="Times New Roman"/>
              <a:buNone/>
              <a:defRPr sz="900"/>
            </a:lvl7pPr>
            <a:lvl8pPr indent="-228600" lvl="7" marL="3657600" algn="l">
              <a:spcBef>
                <a:spcPts val="180"/>
              </a:spcBef>
              <a:spcAft>
                <a:spcPts val="0"/>
              </a:spcAft>
              <a:buClr>
                <a:schemeClr val="dk1"/>
              </a:buClr>
              <a:buSzPts val="900"/>
              <a:buFont typeface="Times New Roman"/>
              <a:buNone/>
              <a:defRPr sz="900"/>
            </a:lvl8pPr>
            <a:lvl9pPr indent="-228600" lvl="8" marL="4114800" algn="l">
              <a:spcBef>
                <a:spcPts val="180"/>
              </a:spcBef>
              <a:spcAft>
                <a:spcPts val="0"/>
              </a:spcAft>
              <a:buClr>
                <a:schemeClr val="dk1"/>
              </a:buClr>
              <a:buSzPts val="900"/>
              <a:buFont typeface="Times New Roman"/>
              <a:buNone/>
              <a:defRPr sz="900"/>
            </a:lvl9pPr>
          </a:lstStyle>
          <a:p/>
        </p:txBody>
      </p:sp>
      <p:sp>
        <p:nvSpPr>
          <p:cNvPr id="212" name="Google Shape;212;p95"/>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3" name="Google Shape;213;p95"/>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4" name="Google Shape;214;p95"/>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b="1" sz="2800">
                <a:solidFill>
                  <a:srgbClr val="CC3300"/>
                </a:solidFill>
                <a:latin typeface="Tahoma"/>
                <a:ea typeface="Tahoma"/>
                <a:cs typeface="Tahoma"/>
                <a:sym typeface="Tahoma"/>
              </a:defRPr>
            </a:lvl1pPr>
            <a:lvl2pPr indent="0" lvl="1" marL="0" algn="r">
              <a:spcBef>
                <a:spcPts val="0"/>
              </a:spcBef>
              <a:spcAft>
                <a:spcPts val="0"/>
              </a:spcAft>
              <a:buNone/>
              <a:defRPr b="1" sz="2800">
                <a:solidFill>
                  <a:srgbClr val="CC3300"/>
                </a:solidFill>
                <a:latin typeface="Tahoma"/>
                <a:ea typeface="Tahoma"/>
                <a:cs typeface="Tahoma"/>
                <a:sym typeface="Tahoma"/>
              </a:defRPr>
            </a:lvl2pPr>
            <a:lvl3pPr indent="0" lvl="2" marL="0" algn="r">
              <a:spcBef>
                <a:spcPts val="0"/>
              </a:spcBef>
              <a:spcAft>
                <a:spcPts val="0"/>
              </a:spcAft>
              <a:buNone/>
              <a:defRPr b="1" sz="2800">
                <a:solidFill>
                  <a:srgbClr val="CC3300"/>
                </a:solidFill>
                <a:latin typeface="Tahoma"/>
                <a:ea typeface="Tahoma"/>
                <a:cs typeface="Tahoma"/>
                <a:sym typeface="Tahoma"/>
              </a:defRPr>
            </a:lvl3pPr>
            <a:lvl4pPr indent="0" lvl="3" marL="0" algn="r">
              <a:spcBef>
                <a:spcPts val="0"/>
              </a:spcBef>
              <a:spcAft>
                <a:spcPts val="0"/>
              </a:spcAft>
              <a:buNone/>
              <a:defRPr b="1" sz="2800">
                <a:solidFill>
                  <a:srgbClr val="CC3300"/>
                </a:solidFill>
                <a:latin typeface="Tahoma"/>
                <a:ea typeface="Tahoma"/>
                <a:cs typeface="Tahoma"/>
                <a:sym typeface="Tahoma"/>
              </a:defRPr>
            </a:lvl4pPr>
            <a:lvl5pPr indent="0" lvl="4" marL="0" algn="r">
              <a:spcBef>
                <a:spcPts val="0"/>
              </a:spcBef>
              <a:spcAft>
                <a:spcPts val="0"/>
              </a:spcAft>
              <a:buNone/>
              <a:defRPr b="1" sz="2800">
                <a:solidFill>
                  <a:srgbClr val="CC3300"/>
                </a:solidFill>
                <a:latin typeface="Tahoma"/>
                <a:ea typeface="Tahoma"/>
                <a:cs typeface="Tahoma"/>
                <a:sym typeface="Tahoma"/>
              </a:defRPr>
            </a:lvl5pPr>
            <a:lvl6pPr indent="0" lvl="5" marL="0" algn="r">
              <a:spcBef>
                <a:spcPts val="0"/>
              </a:spcBef>
              <a:spcAft>
                <a:spcPts val="0"/>
              </a:spcAft>
              <a:buNone/>
              <a:defRPr b="1" sz="2800">
                <a:solidFill>
                  <a:srgbClr val="CC3300"/>
                </a:solidFill>
                <a:latin typeface="Tahoma"/>
                <a:ea typeface="Tahoma"/>
                <a:cs typeface="Tahoma"/>
                <a:sym typeface="Tahoma"/>
              </a:defRPr>
            </a:lvl6pPr>
            <a:lvl7pPr indent="0" lvl="6" marL="0" algn="r">
              <a:spcBef>
                <a:spcPts val="0"/>
              </a:spcBef>
              <a:spcAft>
                <a:spcPts val="0"/>
              </a:spcAft>
              <a:buNone/>
              <a:defRPr b="1" sz="2800">
                <a:solidFill>
                  <a:srgbClr val="CC3300"/>
                </a:solidFill>
                <a:latin typeface="Tahoma"/>
                <a:ea typeface="Tahoma"/>
                <a:cs typeface="Tahoma"/>
                <a:sym typeface="Tahoma"/>
              </a:defRPr>
            </a:lvl7pPr>
            <a:lvl8pPr indent="0" lvl="7" marL="0" algn="r">
              <a:spcBef>
                <a:spcPts val="0"/>
              </a:spcBef>
              <a:spcAft>
                <a:spcPts val="0"/>
              </a:spcAft>
              <a:buNone/>
              <a:defRPr b="1" sz="2800">
                <a:solidFill>
                  <a:srgbClr val="CC3300"/>
                </a:solidFill>
                <a:latin typeface="Tahoma"/>
                <a:ea typeface="Tahoma"/>
                <a:cs typeface="Tahoma"/>
                <a:sym typeface="Tahoma"/>
              </a:defRPr>
            </a:lvl8pPr>
            <a:lvl9pPr indent="0" lvl="8" marL="0" algn="r">
              <a:spcBef>
                <a:spcPts val="0"/>
              </a:spcBef>
              <a:spcAft>
                <a:spcPts val="0"/>
              </a:spcAft>
              <a:buNone/>
              <a:defRPr b="1" sz="2800">
                <a:solidFill>
                  <a:srgbClr val="CC3300"/>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15" name="Shape 215"/>
        <p:cNvGrpSpPr/>
        <p:nvPr/>
      </p:nvGrpSpPr>
      <p:grpSpPr>
        <a:xfrm>
          <a:off x="0" y="0"/>
          <a:ext cx="0" cy="0"/>
          <a:chOff x="0" y="0"/>
          <a:chExt cx="0" cy="0"/>
        </a:xfrm>
      </p:grpSpPr>
      <p:sp>
        <p:nvSpPr>
          <p:cNvPr id="216" name="Google Shape;216;p9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17" name="Google Shape;217;p96"/>
          <p:cNvSpPr/>
          <p:nvPr>
            <p:ph idx="2" type="pic"/>
          </p:nvPr>
        </p:nvSpPr>
        <p:spPr>
          <a:xfrm>
            <a:off x="1792288" y="612775"/>
            <a:ext cx="5486400" cy="4114800"/>
          </a:xfrm>
          <a:prstGeom prst="rect">
            <a:avLst/>
          </a:prstGeom>
          <a:noFill/>
          <a:ln>
            <a:noFill/>
          </a:ln>
        </p:spPr>
      </p:sp>
      <p:sp>
        <p:nvSpPr>
          <p:cNvPr id="218" name="Google Shape;218;p9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Times New Roman"/>
              <a:buNone/>
              <a:defRPr sz="1400"/>
            </a:lvl1pPr>
            <a:lvl2pPr indent="-228600" lvl="1" marL="914400" algn="l">
              <a:spcBef>
                <a:spcPts val="240"/>
              </a:spcBef>
              <a:spcAft>
                <a:spcPts val="0"/>
              </a:spcAft>
              <a:buClr>
                <a:schemeClr val="dk1"/>
              </a:buClr>
              <a:buSzPts val="1200"/>
              <a:buFont typeface="Times New Roman"/>
              <a:buNone/>
              <a:defRPr sz="1200"/>
            </a:lvl2pPr>
            <a:lvl3pPr indent="-228600" lvl="2" marL="1371600" algn="l">
              <a:spcBef>
                <a:spcPts val="200"/>
              </a:spcBef>
              <a:spcAft>
                <a:spcPts val="0"/>
              </a:spcAft>
              <a:buClr>
                <a:schemeClr val="dk1"/>
              </a:buClr>
              <a:buSzPts val="1000"/>
              <a:buFont typeface="Times New Roman"/>
              <a:buNone/>
              <a:defRPr sz="1000"/>
            </a:lvl3pPr>
            <a:lvl4pPr indent="-228600" lvl="3" marL="1828800" algn="l">
              <a:spcBef>
                <a:spcPts val="180"/>
              </a:spcBef>
              <a:spcAft>
                <a:spcPts val="0"/>
              </a:spcAft>
              <a:buClr>
                <a:schemeClr val="dk1"/>
              </a:buClr>
              <a:buSzPts val="900"/>
              <a:buFont typeface="Times New Roman"/>
              <a:buNone/>
              <a:defRPr sz="900"/>
            </a:lvl4pPr>
            <a:lvl5pPr indent="-228600" lvl="4" marL="2286000" algn="l">
              <a:spcBef>
                <a:spcPts val="180"/>
              </a:spcBef>
              <a:spcAft>
                <a:spcPts val="0"/>
              </a:spcAft>
              <a:buClr>
                <a:schemeClr val="dk1"/>
              </a:buClr>
              <a:buSzPts val="900"/>
              <a:buFont typeface="Times New Roman"/>
              <a:buNone/>
              <a:defRPr sz="900"/>
            </a:lvl5pPr>
            <a:lvl6pPr indent="-228600" lvl="5" marL="2743200" algn="l">
              <a:spcBef>
                <a:spcPts val="180"/>
              </a:spcBef>
              <a:spcAft>
                <a:spcPts val="0"/>
              </a:spcAft>
              <a:buClr>
                <a:schemeClr val="dk1"/>
              </a:buClr>
              <a:buSzPts val="900"/>
              <a:buFont typeface="Times New Roman"/>
              <a:buNone/>
              <a:defRPr sz="900"/>
            </a:lvl6pPr>
            <a:lvl7pPr indent="-228600" lvl="6" marL="3200400" algn="l">
              <a:spcBef>
                <a:spcPts val="180"/>
              </a:spcBef>
              <a:spcAft>
                <a:spcPts val="0"/>
              </a:spcAft>
              <a:buClr>
                <a:schemeClr val="dk1"/>
              </a:buClr>
              <a:buSzPts val="900"/>
              <a:buFont typeface="Times New Roman"/>
              <a:buNone/>
              <a:defRPr sz="900"/>
            </a:lvl7pPr>
            <a:lvl8pPr indent="-228600" lvl="7" marL="3657600" algn="l">
              <a:spcBef>
                <a:spcPts val="180"/>
              </a:spcBef>
              <a:spcAft>
                <a:spcPts val="0"/>
              </a:spcAft>
              <a:buClr>
                <a:schemeClr val="dk1"/>
              </a:buClr>
              <a:buSzPts val="900"/>
              <a:buFont typeface="Times New Roman"/>
              <a:buNone/>
              <a:defRPr sz="900"/>
            </a:lvl8pPr>
            <a:lvl9pPr indent="-228600" lvl="8" marL="4114800" algn="l">
              <a:spcBef>
                <a:spcPts val="180"/>
              </a:spcBef>
              <a:spcAft>
                <a:spcPts val="0"/>
              </a:spcAft>
              <a:buClr>
                <a:schemeClr val="dk1"/>
              </a:buClr>
              <a:buSzPts val="900"/>
              <a:buFont typeface="Times New Roman"/>
              <a:buNone/>
              <a:defRPr sz="900"/>
            </a:lvl9pPr>
          </a:lstStyle>
          <a:p/>
        </p:txBody>
      </p:sp>
      <p:sp>
        <p:nvSpPr>
          <p:cNvPr id="219" name="Google Shape;219;p96"/>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0" name="Google Shape;220;p96"/>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1" name="Google Shape;221;p96"/>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b="1" sz="2800">
                <a:solidFill>
                  <a:srgbClr val="CC3300"/>
                </a:solidFill>
                <a:latin typeface="Tahoma"/>
                <a:ea typeface="Tahoma"/>
                <a:cs typeface="Tahoma"/>
                <a:sym typeface="Tahoma"/>
              </a:defRPr>
            </a:lvl1pPr>
            <a:lvl2pPr indent="0" lvl="1" marL="0" algn="r">
              <a:spcBef>
                <a:spcPts val="0"/>
              </a:spcBef>
              <a:spcAft>
                <a:spcPts val="0"/>
              </a:spcAft>
              <a:buNone/>
              <a:defRPr b="1" sz="2800">
                <a:solidFill>
                  <a:srgbClr val="CC3300"/>
                </a:solidFill>
                <a:latin typeface="Tahoma"/>
                <a:ea typeface="Tahoma"/>
                <a:cs typeface="Tahoma"/>
                <a:sym typeface="Tahoma"/>
              </a:defRPr>
            </a:lvl2pPr>
            <a:lvl3pPr indent="0" lvl="2" marL="0" algn="r">
              <a:spcBef>
                <a:spcPts val="0"/>
              </a:spcBef>
              <a:spcAft>
                <a:spcPts val="0"/>
              </a:spcAft>
              <a:buNone/>
              <a:defRPr b="1" sz="2800">
                <a:solidFill>
                  <a:srgbClr val="CC3300"/>
                </a:solidFill>
                <a:latin typeface="Tahoma"/>
                <a:ea typeface="Tahoma"/>
                <a:cs typeface="Tahoma"/>
                <a:sym typeface="Tahoma"/>
              </a:defRPr>
            </a:lvl3pPr>
            <a:lvl4pPr indent="0" lvl="3" marL="0" algn="r">
              <a:spcBef>
                <a:spcPts val="0"/>
              </a:spcBef>
              <a:spcAft>
                <a:spcPts val="0"/>
              </a:spcAft>
              <a:buNone/>
              <a:defRPr b="1" sz="2800">
                <a:solidFill>
                  <a:srgbClr val="CC3300"/>
                </a:solidFill>
                <a:latin typeface="Tahoma"/>
                <a:ea typeface="Tahoma"/>
                <a:cs typeface="Tahoma"/>
                <a:sym typeface="Tahoma"/>
              </a:defRPr>
            </a:lvl4pPr>
            <a:lvl5pPr indent="0" lvl="4" marL="0" algn="r">
              <a:spcBef>
                <a:spcPts val="0"/>
              </a:spcBef>
              <a:spcAft>
                <a:spcPts val="0"/>
              </a:spcAft>
              <a:buNone/>
              <a:defRPr b="1" sz="2800">
                <a:solidFill>
                  <a:srgbClr val="CC3300"/>
                </a:solidFill>
                <a:latin typeface="Tahoma"/>
                <a:ea typeface="Tahoma"/>
                <a:cs typeface="Tahoma"/>
                <a:sym typeface="Tahoma"/>
              </a:defRPr>
            </a:lvl5pPr>
            <a:lvl6pPr indent="0" lvl="5" marL="0" algn="r">
              <a:spcBef>
                <a:spcPts val="0"/>
              </a:spcBef>
              <a:spcAft>
                <a:spcPts val="0"/>
              </a:spcAft>
              <a:buNone/>
              <a:defRPr b="1" sz="2800">
                <a:solidFill>
                  <a:srgbClr val="CC3300"/>
                </a:solidFill>
                <a:latin typeface="Tahoma"/>
                <a:ea typeface="Tahoma"/>
                <a:cs typeface="Tahoma"/>
                <a:sym typeface="Tahoma"/>
              </a:defRPr>
            </a:lvl6pPr>
            <a:lvl7pPr indent="0" lvl="6" marL="0" algn="r">
              <a:spcBef>
                <a:spcPts val="0"/>
              </a:spcBef>
              <a:spcAft>
                <a:spcPts val="0"/>
              </a:spcAft>
              <a:buNone/>
              <a:defRPr b="1" sz="2800">
                <a:solidFill>
                  <a:srgbClr val="CC3300"/>
                </a:solidFill>
                <a:latin typeface="Tahoma"/>
                <a:ea typeface="Tahoma"/>
                <a:cs typeface="Tahoma"/>
                <a:sym typeface="Tahoma"/>
              </a:defRPr>
            </a:lvl7pPr>
            <a:lvl8pPr indent="0" lvl="7" marL="0" algn="r">
              <a:spcBef>
                <a:spcPts val="0"/>
              </a:spcBef>
              <a:spcAft>
                <a:spcPts val="0"/>
              </a:spcAft>
              <a:buNone/>
              <a:defRPr b="1" sz="2800">
                <a:solidFill>
                  <a:srgbClr val="CC3300"/>
                </a:solidFill>
                <a:latin typeface="Tahoma"/>
                <a:ea typeface="Tahoma"/>
                <a:cs typeface="Tahoma"/>
                <a:sym typeface="Tahoma"/>
              </a:defRPr>
            </a:lvl8pPr>
            <a:lvl9pPr indent="0" lvl="8" marL="0" algn="r">
              <a:spcBef>
                <a:spcPts val="0"/>
              </a:spcBef>
              <a:spcAft>
                <a:spcPts val="0"/>
              </a:spcAft>
              <a:buNone/>
              <a:defRPr b="1" sz="2800">
                <a:solidFill>
                  <a:srgbClr val="CC3300"/>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22" name="Shape 222"/>
        <p:cNvGrpSpPr/>
        <p:nvPr/>
      </p:nvGrpSpPr>
      <p:grpSpPr>
        <a:xfrm>
          <a:off x="0" y="0"/>
          <a:ext cx="0" cy="0"/>
          <a:chOff x="0" y="0"/>
          <a:chExt cx="0" cy="0"/>
        </a:xfrm>
      </p:grpSpPr>
      <p:sp>
        <p:nvSpPr>
          <p:cNvPr id="223" name="Google Shape;223;p97"/>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24" name="Google Shape;224;p97"/>
          <p:cNvSpPr txBox="1"/>
          <p:nvPr>
            <p:ph idx="1" type="body"/>
          </p:nvPr>
        </p:nvSpPr>
        <p:spPr>
          <a:xfrm rot="5400000">
            <a:off x="2514600" y="152400"/>
            <a:ext cx="4114800" cy="77724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25" name="Google Shape;225;p97"/>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6" name="Google Shape;226;p97"/>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7" name="Google Shape;227;p97"/>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b="1" sz="2800">
                <a:solidFill>
                  <a:srgbClr val="CC3300"/>
                </a:solidFill>
                <a:latin typeface="Tahoma"/>
                <a:ea typeface="Tahoma"/>
                <a:cs typeface="Tahoma"/>
                <a:sym typeface="Tahoma"/>
              </a:defRPr>
            </a:lvl1pPr>
            <a:lvl2pPr indent="0" lvl="1" marL="0" algn="r">
              <a:spcBef>
                <a:spcPts val="0"/>
              </a:spcBef>
              <a:spcAft>
                <a:spcPts val="0"/>
              </a:spcAft>
              <a:buNone/>
              <a:defRPr b="1" sz="2800">
                <a:solidFill>
                  <a:srgbClr val="CC3300"/>
                </a:solidFill>
                <a:latin typeface="Tahoma"/>
                <a:ea typeface="Tahoma"/>
                <a:cs typeface="Tahoma"/>
                <a:sym typeface="Tahoma"/>
              </a:defRPr>
            </a:lvl2pPr>
            <a:lvl3pPr indent="0" lvl="2" marL="0" algn="r">
              <a:spcBef>
                <a:spcPts val="0"/>
              </a:spcBef>
              <a:spcAft>
                <a:spcPts val="0"/>
              </a:spcAft>
              <a:buNone/>
              <a:defRPr b="1" sz="2800">
                <a:solidFill>
                  <a:srgbClr val="CC3300"/>
                </a:solidFill>
                <a:latin typeface="Tahoma"/>
                <a:ea typeface="Tahoma"/>
                <a:cs typeface="Tahoma"/>
                <a:sym typeface="Tahoma"/>
              </a:defRPr>
            </a:lvl3pPr>
            <a:lvl4pPr indent="0" lvl="3" marL="0" algn="r">
              <a:spcBef>
                <a:spcPts val="0"/>
              </a:spcBef>
              <a:spcAft>
                <a:spcPts val="0"/>
              </a:spcAft>
              <a:buNone/>
              <a:defRPr b="1" sz="2800">
                <a:solidFill>
                  <a:srgbClr val="CC3300"/>
                </a:solidFill>
                <a:latin typeface="Tahoma"/>
                <a:ea typeface="Tahoma"/>
                <a:cs typeface="Tahoma"/>
                <a:sym typeface="Tahoma"/>
              </a:defRPr>
            </a:lvl4pPr>
            <a:lvl5pPr indent="0" lvl="4" marL="0" algn="r">
              <a:spcBef>
                <a:spcPts val="0"/>
              </a:spcBef>
              <a:spcAft>
                <a:spcPts val="0"/>
              </a:spcAft>
              <a:buNone/>
              <a:defRPr b="1" sz="2800">
                <a:solidFill>
                  <a:srgbClr val="CC3300"/>
                </a:solidFill>
                <a:latin typeface="Tahoma"/>
                <a:ea typeface="Tahoma"/>
                <a:cs typeface="Tahoma"/>
                <a:sym typeface="Tahoma"/>
              </a:defRPr>
            </a:lvl5pPr>
            <a:lvl6pPr indent="0" lvl="5" marL="0" algn="r">
              <a:spcBef>
                <a:spcPts val="0"/>
              </a:spcBef>
              <a:spcAft>
                <a:spcPts val="0"/>
              </a:spcAft>
              <a:buNone/>
              <a:defRPr b="1" sz="2800">
                <a:solidFill>
                  <a:srgbClr val="CC3300"/>
                </a:solidFill>
                <a:latin typeface="Tahoma"/>
                <a:ea typeface="Tahoma"/>
                <a:cs typeface="Tahoma"/>
                <a:sym typeface="Tahoma"/>
              </a:defRPr>
            </a:lvl6pPr>
            <a:lvl7pPr indent="0" lvl="6" marL="0" algn="r">
              <a:spcBef>
                <a:spcPts val="0"/>
              </a:spcBef>
              <a:spcAft>
                <a:spcPts val="0"/>
              </a:spcAft>
              <a:buNone/>
              <a:defRPr b="1" sz="2800">
                <a:solidFill>
                  <a:srgbClr val="CC3300"/>
                </a:solidFill>
                <a:latin typeface="Tahoma"/>
                <a:ea typeface="Tahoma"/>
                <a:cs typeface="Tahoma"/>
                <a:sym typeface="Tahoma"/>
              </a:defRPr>
            </a:lvl7pPr>
            <a:lvl8pPr indent="0" lvl="7" marL="0" algn="r">
              <a:spcBef>
                <a:spcPts val="0"/>
              </a:spcBef>
              <a:spcAft>
                <a:spcPts val="0"/>
              </a:spcAft>
              <a:buNone/>
              <a:defRPr b="1" sz="2800">
                <a:solidFill>
                  <a:srgbClr val="CC3300"/>
                </a:solidFill>
                <a:latin typeface="Tahoma"/>
                <a:ea typeface="Tahoma"/>
                <a:cs typeface="Tahoma"/>
                <a:sym typeface="Tahoma"/>
              </a:defRPr>
            </a:lvl8pPr>
            <a:lvl9pPr indent="0" lvl="8" marL="0" algn="r">
              <a:spcBef>
                <a:spcPts val="0"/>
              </a:spcBef>
              <a:spcAft>
                <a:spcPts val="0"/>
              </a:spcAft>
              <a:buNone/>
              <a:defRPr b="1" sz="2800">
                <a:solidFill>
                  <a:srgbClr val="CC3300"/>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28" name="Shape 228"/>
        <p:cNvGrpSpPr/>
        <p:nvPr/>
      </p:nvGrpSpPr>
      <p:grpSpPr>
        <a:xfrm>
          <a:off x="0" y="0"/>
          <a:ext cx="0" cy="0"/>
          <a:chOff x="0" y="0"/>
          <a:chExt cx="0" cy="0"/>
        </a:xfrm>
      </p:grpSpPr>
      <p:sp>
        <p:nvSpPr>
          <p:cNvPr id="229" name="Google Shape;229;p98"/>
          <p:cNvSpPr txBox="1"/>
          <p:nvPr>
            <p:ph type="title"/>
          </p:nvPr>
        </p:nvSpPr>
        <p:spPr>
          <a:xfrm rot="5400000">
            <a:off x="4743450" y="2381250"/>
            <a:ext cx="5486400" cy="1943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30" name="Google Shape;230;p98"/>
          <p:cNvSpPr txBox="1"/>
          <p:nvPr>
            <p:ph idx="1" type="body"/>
          </p:nvPr>
        </p:nvSpPr>
        <p:spPr>
          <a:xfrm rot="5400000">
            <a:off x="781050" y="514350"/>
            <a:ext cx="5486400" cy="56769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31" name="Google Shape;231;p98"/>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2" name="Google Shape;232;p98"/>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3" name="Google Shape;233;p98"/>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b="1" sz="2800">
                <a:solidFill>
                  <a:srgbClr val="CC3300"/>
                </a:solidFill>
                <a:latin typeface="Tahoma"/>
                <a:ea typeface="Tahoma"/>
                <a:cs typeface="Tahoma"/>
                <a:sym typeface="Tahoma"/>
              </a:defRPr>
            </a:lvl1pPr>
            <a:lvl2pPr indent="0" lvl="1" marL="0" algn="r">
              <a:spcBef>
                <a:spcPts val="0"/>
              </a:spcBef>
              <a:spcAft>
                <a:spcPts val="0"/>
              </a:spcAft>
              <a:buNone/>
              <a:defRPr b="1" sz="2800">
                <a:solidFill>
                  <a:srgbClr val="CC3300"/>
                </a:solidFill>
                <a:latin typeface="Tahoma"/>
                <a:ea typeface="Tahoma"/>
                <a:cs typeface="Tahoma"/>
                <a:sym typeface="Tahoma"/>
              </a:defRPr>
            </a:lvl2pPr>
            <a:lvl3pPr indent="0" lvl="2" marL="0" algn="r">
              <a:spcBef>
                <a:spcPts val="0"/>
              </a:spcBef>
              <a:spcAft>
                <a:spcPts val="0"/>
              </a:spcAft>
              <a:buNone/>
              <a:defRPr b="1" sz="2800">
                <a:solidFill>
                  <a:srgbClr val="CC3300"/>
                </a:solidFill>
                <a:latin typeface="Tahoma"/>
                <a:ea typeface="Tahoma"/>
                <a:cs typeface="Tahoma"/>
                <a:sym typeface="Tahoma"/>
              </a:defRPr>
            </a:lvl3pPr>
            <a:lvl4pPr indent="0" lvl="3" marL="0" algn="r">
              <a:spcBef>
                <a:spcPts val="0"/>
              </a:spcBef>
              <a:spcAft>
                <a:spcPts val="0"/>
              </a:spcAft>
              <a:buNone/>
              <a:defRPr b="1" sz="2800">
                <a:solidFill>
                  <a:srgbClr val="CC3300"/>
                </a:solidFill>
                <a:latin typeface="Tahoma"/>
                <a:ea typeface="Tahoma"/>
                <a:cs typeface="Tahoma"/>
                <a:sym typeface="Tahoma"/>
              </a:defRPr>
            </a:lvl4pPr>
            <a:lvl5pPr indent="0" lvl="4" marL="0" algn="r">
              <a:spcBef>
                <a:spcPts val="0"/>
              </a:spcBef>
              <a:spcAft>
                <a:spcPts val="0"/>
              </a:spcAft>
              <a:buNone/>
              <a:defRPr b="1" sz="2800">
                <a:solidFill>
                  <a:srgbClr val="CC3300"/>
                </a:solidFill>
                <a:latin typeface="Tahoma"/>
                <a:ea typeface="Tahoma"/>
                <a:cs typeface="Tahoma"/>
                <a:sym typeface="Tahoma"/>
              </a:defRPr>
            </a:lvl5pPr>
            <a:lvl6pPr indent="0" lvl="5" marL="0" algn="r">
              <a:spcBef>
                <a:spcPts val="0"/>
              </a:spcBef>
              <a:spcAft>
                <a:spcPts val="0"/>
              </a:spcAft>
              <a:buNone/>
              <a:defRPr b="1" sz="2800">
                <a:solidFill>
                  <a:srgbClr val="CC3300"/>
                </a:solidFill>
                <a:latin typeface="Tahoma"/>
                <a:ea typeface="Tahoma"/>
                <a:cs typeface="Tahoma"/>
                <a:sym typeface="Tahoma"/>
              </a:defRPr>
            </a:lvl6pPr>
            <a:lvl7pPr indent="0" lvl="6" marL="0" algn="r">
              <a:spcBef>
                <a:spcPts val="0"/>
              </a:spcBef>
              <a:spcAft>
                <a:spcPts val="0"/>
              </a:spcAft>
              <a:buNone/>
              <a:defRPr b="1" sz="2800">
                <a:solidFill>
                  <a:srgbClr val="CC3300"/>
                </a:solidFill>
                <a:latin typeface="Tahoma"/>
                <a:ea typeface="Tahoma"/>
                <a:cs typeface="Tahoma"/>
                <a:sym typeface="Tahoma"/>
              </a:defRPr>
            </a:lvl7pPr>
            <a:lvl8pPr indent="0" lvl="7" marL="0" algn="r">
              <a:spcBef>
                <a:spcPts val="0"/>
              </a:spcBef>
              <a:spcAft>
                <a:spcPts val="0"/>
              </a:spcAft>
              <a:buNone/>
              <a:defRPr b="1" sz="2800">
                <a:solidFill>
                  <a:srgbClr val="CC3300"/>
                </a:solidFill>
                <a:latin typeface="Tahoma"/>
                <a:ea typeface="Tahoma"/>
                <a:cs typeface="Tahoma"/>
                <a:sym typeface="Tahoma"/>
              </a:defRPr>
            </a:lvl8pPr>
            <a:lvl9pPr indent="0" lvl="8" marL="0" algn="r">
              <a:spcBef>
                <a:spcPts val="0"/>
              </a:spcBef>
              <a:spcAft>
                <a:spcPts val="0"/>
              </a:spcAft>
              <a:buNone/>
              <a:defRPr b="1" sz="2800">
                <a:solidFill>
                  <a:srgbClr val="CC3300"/>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41" name="Shape 241"/>
        <p:cNvGrpSpPr/>
        <p:nvPr/>
      </p:nvGrpSpPr>
      <p:grpSpPr>
        <a:xfrm>
          <a:off x="0" y="0"/>
          <a:ext cx="0" cy="0"/>
          <a:chOff x="0" y="0"/>
          <a:chExt cx="0" cy="0"/>
        </a:xfrm>
      </p:grpSpPr>
      <p:sp>
        <p:nvSpPr>
          <p:cNvPr id="242" name="Google Shape;242;p67"/>
          <p:cNvSpPr txBox="1"/>
          <p:nvPr>
            <p:ph type="title"/>
          </p:nvPr>
        </p:nvSpPr>
        <p:spPr>
          <a:xfrm>
            <a:off x="685800" y="228600"/>
            <a:ext cx="7772400" cy="914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43" name="Google Shape;243;p67"/>
          <p:cNvSpPr txBox="1"/>
          <p:nvPr>
            <p:ph idx="1" type="body"/>
          </p:nvPr>
        </p:nvSpPr>
        <p:spPr>
          <a:xfrm>
            <a:off x="685800" y="1447800"/>
            <a:ext cx="7772400" cy="4876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rgbClr val="000000"/>
              </a:buClr>
              <a:buSzPts val="1800"/>
              <a:buChar char="•"/>
              <a:defRPr/>
            </a:lvl1pPr>
            <a:lvl2pPr indent="-342900" lvl="1" marL="914400" algn="l">
              <a:spcBef>
                <a:spcPts val="360"/>
              </a:spcBef>
              <a:spcAft>
                <a:spcPts val="0"/>
              </a:spcAft>
              <a:buClr>
                <a:srgbClr val="000000"/>
              </a:buClr>
              <a:buSzPts val="1800"/>
              <a:buChar char="–"/>
              <a:defRPr/>
            </a:lvl2pPr>
            <a:lvl3pPr indent="-342900" lvl="2" marL="1371600" algn="l">
              <a:spcBef>
                <a:spcPts val="360"/>
              </a:spcBef>
              <a:spcAft>
                <a:spcPts val="0"/>
              </a:spcAft>
              <a:buClr>
                <a:srgbClr val="000000"/>
              </a:buClr>
              <a:buSzPts val="1800"/>
              <a:buChar char="•"/>
              <a:defRPr/>
            </a:lvl3pPr>
            <a:lvl4pPr indent="-342900" lvl="3" marL="1828800" algn="l">
              <a:spcBef>
                <a:spcPts val="360"/>
              </a:spcBef>
              <a:spcAft>
                <a:spcPts val="0"/>
              </a:spcAft>
              <a:buClr>
                <a:srgbClr val="000000"/>
              </a:buClr>
              <a:buSzPts val="1800"/>
              <a:buChar char="–"/>
              <a:defRPr/>
            </a:lvl4pPr>
            <a:lvl5pPr indent="-342900" lvl="4" marL="2286000" algn="l">
              <a:spcBef>
                <a:spcPts val="360"/>
              </a:spcBef>
              <a:spcAft>
                <a:spcPts val="0"/>
              </a:spcAft>
              <a:buClr>
                <a:srgbClr val="000000"/>
              </a:buClr>
              <a:buSzPts val="1800"/>
              <a:buChar char="»"/>
              <a:defRPr/>
            </a:lvl5pPr>
            <a:lvl6pPr indent="-342900" lvl="5" marL="2743200" algn="l">
              <a:spcBef>
                <a:spcPts val="360"/>
              </a:spcBef>
              <a:spcAft>
                <a:spcPts val="0"/>
              </a:spcAft>
              <a:buClr>
                <a:srgbClr val="000000"/>
              </a:buClr>
              <a:buSzPts val="1800"/>
              <a:buChar char="»"/>
              <a:defRPr/>
            </a:lvl6pPr>
            <a:lvl7pPr indent="-342900" lvl="6" marL="3200400" algn="l">
              <a:spcBef>
                <a:spcPts val="360"/>
              </a:spcBef>
              <a:spcAft>
                <a:spcPts val="0"/>
              </a:spcAft>
              <a:buClr>
                <a:srgbClr val="000000"/>
              </a:buClr>
              <a:buSzPts val="1800"/>
              <a:buChar char="»"/>
              <a:defRPr/>
            </a:lvl7pPr>
            <a:lvl8pPr indent="-342900" lvl="7" marL="3657600" algn="l">
              <a:spcBef>
                <a:spcPts val="360"/>
              </a:spcBef>
              <a:spcAft>
                <a:spcPts val="0"/>
              </a:spcAft>
              <a:buClr>
                <a:srgbClr val="000000"/>
              </a:buClr>
              <a:buSzPts val="1800"/>
              <a:buChar char="»"/>
              <a:defRPr/>
            </a:lvl8pPr>
            <a:lvl9pPr indent="-342900" lvl="8" marL="4114800" algn="l">
              <a:spcBef>
                <a:spcPts val="360"/>
              </a:spcBef>
              <a:spcAft>
                <a:spcPts val="0"/>
              </a:spcAft>
              <a:buClr>
                <a:srgbClr val="000000"/>
              </a:buClr>
              <a:buSzPts val="1800"/>
              <a:buChar char="»"/>
              <a:defRPr/>
            </a:lvl9pPr>
          </a:lstStyle>
          <a:p/>
        </p:txBody>
      </p:sp>
      <p:sp>
        <p:nvSpPr>
          <p:cNvPr id="244" name="Google Shape;244;p67"/>
          <p:cNvSpPr txBox="1"/>
          <p:nvPr>
            <p:ph idx="10" type="dt"/>
          </p:nvPr>
        </p:nvSpPr>
        <p:spPr>
          <a:xfrm>
            <a:off x="685800" y="6400800"/>
            <a:ext cx="1905000" cy="3048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5" name="Google Shape;245;p67"/>
          <p:cNvSpPr txBox="1"/>
          <p:nvPr>
            <p:ph idx="11" type="ftr"/>
          </p:nvPr>
        </p:nvSpPr>
        <p:spPr>
          <a:xfrm>
            <a:off x="3124200" y="6400800"/>
            <a:ext cx="2895600" cy="3048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6" name="Google Shape;246;p67"/>
          <p:cNvSpPr txBox="1"/>
          <p:nvPr>
            <p:ph idx="12" type="sldNum"/>
          </p:nvPr>
        </p:nvSpPr>
        <p:spPr>
          <a:xfrm>
            <a:off x="6553200" y="6400800"/>
            <a:ext cx="1905000" cy="304800"/>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sz="1000">
                <a:solidFill>
                  <a:srgbClr val="000000"/>
                </a:solidFill>
                <a:latin typeface="Tahoma"/>
                <a:ea typeface="Tahoma"/>
                <a:cs typeface="Tahoma"/>
                <a:sym typeface="Tahoma"/>
              </a:defRPr>
            </a:lvl1pPr>
            <a:lvl2pPr indent="0" lvl="1" marL="0" algn="r">
              <a:spcBef>
                <a:spcPts val="0"/>
              </a:spcBef>
              <a:spcAft>
                <a:spcPts val="0"/>
              </a:spcAft>
              <a:buNone/>
              <a:defRPr sz="1000">
                <a:solidFill>
                  <a:srgbClr val="000000"/>
                </a:solidFill>
                <a:latin typeface="Tahoma"/>
                <a:ea typeface="Tahoma"/>
                <a:cs typeface="Tahoma"/>
                <a:sym typeface="Tahoma"/>
              </a:defRPr>
            </a:lvl2pPr>
            <a:lvl3pPr indent="0" lvl="2" marL="0" algn="r">
              <a:spcBef>
                <a:spcPts val="0"/>
              </a:spcBef>
              <a:spcAft>
                <a:spcPts val="0"/>
              </a:spcAft>
              <a:buNone/>
              <a:defRPr sz="1000">
                <a:solidFill>
                  <a:srgbClr val="000000"/>
                </a:solidFill>
                <a:latin typeface="Tahoma"/>
                <a:ea typeface="Tahoma"/>
                <a:cs typeface="Tahoma"/>
                <a:sym typeface="Tahoma"/>
              </a:defRPr>
            </a:lvl3pPr>
            <a:lvl4pPr indent="0" lvl="3" marL="0" algn="r">
              <a:spcBef>
                <a:spcPts val="0"/>
              </a:spcBef>
              <a:spcAft>
                <a:spcPts val="0"/>
              </a:spcAft>
              <a:buNone/>
              <a:defRPr sz="1000">
                <a:solidFill>
                  <a:srgbClr val="000000"/>
                </a:solidFill>
                <a:latin typeface="Tahoma"/>
                <a:ea typeface="Tahoma"/>
                <a:cs typeface="Tahoma"/>
                <a:sym typeface="Tahoma"/>
              </a:defRPr>
            </a:lvl4pPr>
            <a:lvl5pPr indent="0" lvl="4" marL="0" algn="r">
              <a:spcBef>
                <a:spcPts val="0"/>
              </a:spcBef>
              <a:spcAft>
                <a:spcPts val="0"/>
              </a:spcAft>
              <a:buNone/>
              <a:defRPr sz="1000">
                <a:solidFill>
                  <a:srgbClr val="000000"/>
                </a:solidFill>
                <a:latin typeface="Tahoma"/>
                <a:ea typeface="Tahoma"/>
                <a:cs typeface="Tahoma"/>
                <a:sym typeface="Tahoma"/>
              </a:defRPr>
            </a:lvl5pPr>
            <a:lvl6pPr indent="0" lvl="5" marL="0" algn="r">
              <a:spcBef>
                <a:spcPts val="0"/>
              </a:spcBef>
              <a:spcAft>
                <a:spcPts val="0"/>
              </a:spcAft>
              <a:buNone/>
              <a:defRPr sz="1000">
                <a:solidFill>
                  <a:srgbClr val="000000"/>
                </a:solidFill>
                <a:latin typeface="Tahoma"/>
                <a:ea typeface="Tahoma"/>
                <a:cs typeface="Tahoma"/>
                <a:sym typeface="Tahoma"/>
              </a:defRPr>
            </a:lvl6pPr>
            <a:lvl7pPr indent="0" lvl="6" marL="0" algn="r">
              <a:spcBef>
                <a:spcPts val="0"/>
              </a:spcBef>
              <a:spcAft>
                <a:spcPts val="0"/>
              </a:spcAft>
              <a:buNone/>
              <a:defRPr sz="1000">
                <a:solidFill>
                  <a:srgbClr val="000000"/>
                </a:solidFill>
                <a:latin typeface="Tahoma"/>
                <a:ea typeface="Tahoma"/>
                <a:cs typeface="Tahoma"/>
                <a:sym typeface="Tahoma"/>
              </a:defRPr>
            </a:lvl7pPr>
            <a:lvl8pPr indent="0" lvl="7" marL="0" algn="r">
              <a:spcBef>
                <a:spcPts val="0"/>
              </a:spcBef>
              <a:spcAft>
                <a:spcPts val="0"/>
              </a:spcAft>
              <a:buNone/>
              <a:defRPr sz="1000">
                <a:solidFill>
                  <a:srgbClr val="000000"/>
                </a:solidFill>
                <a:latin typeface="Tahoma"/>
                <a:ea typeface="Tahoma"/>
                <a:cs typeface="Tahoma"/>
                <a:sym typeface="Tahoma"/>
              </a:defRPr>
            </a:lvl8pPr>
            <a:lvl9pPr indent="0" lvl="8" marL="0" algn="r">
              <a:spcBef>
                <a:spcPts val="0"/>
              </a:spcBef>
              <a:spcAft>
                <a:spcPts val="0"/>
              </a:spcAft>
              <a:buNone/>
              <a:defRPr sz="1000">
                <a:solidFill>
                  <a:srgbClr val="000000"/>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47" name="Shape 247"/>
        <p:cNvGrpSpPr/>
        <p:nvPr/>
      </p:nvGrpSpPr>
      <p:grpSpPr>
        <a:xfrm>
          <a:off x="0" y="0"/>
          <a:ext cx="0" cy="0"/>
          <a:chOff x="0" y="0"/>
          <a:chExt cx="0" cy="0"/>
        </a:xfrm>
      </p:grpSpPr>
      <p:sp>
        <p:nvSpPr>
          <p:cNvPr id="248" name="Google Shape;248;p99"/>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49" name="Google Shape;249;p99"/>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spcBef>
                <a:spcPts val="480"/>
              </a:spcBef>
              <a:spcAft>
                <a:spcPts val="0"/>
              </a:spcAft>
              <a:buClr>
                <a:srgbClr val="000000"/>
              </a:buClr>
              <a:buSzPts val="2400"/>
              <a:buFont typeface="Tahoma"/>
              <a:buNone/>
              <a:defRPr/>
            </a:lvl1pPr>
            <a:lvl2pPr lvl="1" algn="ctr">
              <a:spcBef>
                <a:spcPts val="400"/>
              </a:spcBef>
              <a:spcAft>
                <a:spcPts val="0"/>
              </a:spcAft>
              <a:buClr>
                <a:srgbClr val="000000"/>
              </a:buClr>
              <a:buSzPts val="2000"/>
              <a:buFont typeface="Tahoma"/>
              <a:buNone/>
              <a:defRPr/>
            </a:lvl2pPr>
            <a:lvl3pPr lvl="2" algn="ctr">
              <a:spcBef>
                <a:spcPts val="480"/>
              </a:spcBef>
              <a:spcAft>
                <a:spcPts val="0"/>
              </a:spcAft>
              <a:buClr>
                <a:srgbClr val="000000"/>
              </a:buClr>
              <a:buSzPts val="2400"/>
              <a:buFont typeface="Angsana New"/>
              <a:buNone/>
              <a:defRPr/>
            </a:lvl3pPr>
            <a:lvl4pPr lvl="3" algn="ctr">
              <a:spcBef>
                <a:spcPts val="400"/>
              </a:spcBef>
              <a:spcAft>
                <a:spcPts val="0"/>
              </a:spcAft>
              <a:buClr>
                <a:srgbClr val="000000"/>
              </a:buClr>
              <a:buSzPts val="2000"/>
              <a:buFont typeface="Angsana New"/>
              <a:buNone/>
              <a:defRPr/>
            </a:lvl4pPr>
            <a:lvl5pPr lvl="4" algn="ctr">
              <a:spcBef>
                <a:spcPts val="400"/>
              </a:spcBef>
              <a:spcAft>
                <a:spcPts val="0"/>
              </a:spcAft>
              <a:buClr>
                <a:srgbClr val="000000"/>
              </a:buClr>
              <a:buSzPts val="2000"/>
              <a:buFont typeface="Angsana New"/>
              <a:buNone/>
              <a:defRPr/>
            </a:lvl5pPr>
            <a:lvl6pPr lvl="5" algn="ctr">
              <a:spcBef>
                <a:spcPts val="400"/>
              </a:spcBef>
              <a:spcAft>
                <a:spcPts val="0"/>
              </a:spcAft>
              <a:buClr>
                <a:srgbClr val="000000"/>
              </a:buClr>
              <a:buSzPts val="2000"/>
              <a:buFont typeface="Angsana New"/>
              <a:buNone/>
              <a:defRPr/>
            </a:lvl6pPr>
            <a:lvl7pPr lvl="6" algn="ctr">
              <a:spcBef>
                <a:spcPts val="400"/>
              </a:spcBef>
              <a:spcAft>
                <a:spcPts val="0"/>
              </a:spcAft>
              <a:buClr>
                <a:srgbClr val="000000"/>
              </a:buClr>
              <a:buSzPts val="2000"/>
              <a:buFont typeface="Angsana New"/>
              <a:buNone/>
              <a:defRPr/>
            </a:lvl7pPr>
            <a:lvl8pPr lvl="7" algn="ctr">
              <a:spcBef>
                <a:spcPts val="400"/>
              </a:spcBef>
              <a:spcAft>
                <a:spcPts val="0"/>
              </a:spcAft>
              <a:buClr>
                <a:srgbClr val="000000"/>
              </a:buClr>
              <a:buSzPts val="2000"/>
              <a:buFont typeface="Angsana New"/>
              <a:buNone/>
              <a:defRPr/>
            </a:lvl8pPr>
            <a:lvl9pPr lvl="8" algn="ctr">
              <a:spcBef>
                <a:spcPts val="400"/>
              </a:spcBef>
              <a:spcAft>
                <a:spcPts val="0"/>
              </a:spcAft>
              <a:buClr>
                <a:srgbClr val="000000"/>
              </a:buClr>
              <a:buSzPts val="2000"/>
              <a:buFont typeface="Angsana New"/>
              <a:buNone/>
              <a:defRPr/>
            </a:lvl9pPr>
          </a:lstStyle>
          <a:p/>
        </p:txBody>
      </p:sp>
      <p:sp>
        <p:nvSpPr>
          <p:cNvPr id="250" name="Google Shape;250;p99"/>
          <p:cNvSpPr txBox="1"/>
          <p:nvPr>
            <p:ph idx="10" type="dt"/>
          </p:nvPr>
        </p:nvSpPr>
        <p:spPr>
          <a:xfrm>
            <a:off x="685800" y="6400800"/>
            <a:ext cx="1905000" cy="3048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1" name="Google Shape;251;p99"/>
          <p:cNvSpPr txBox="1"/>
          <p:nvPr>
            <p:ph idx="11" type="ftr"/>
          </p:nvPr>
        </p:nvSpPr>
        <p:spPr>
          <a:xfrm>
            <a:off x="3124200" y="6400800"/>
            <a:ext cx="2895600" cy="3048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2" name="Google Shape;252;p99"/>
          <p:cNvSpPr txBox="1"/>
          <p:nvPr>
            <p:ph idx="12" type="sldNum"/>
          </p:nvPr>
        </p:nvSpPr>
        <p:spPr>
          <a:xfrm>
            <a:off x="6553200" y="6400800"/>
            <a:ext cx="1905000" cy="304800"/>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sz="1000">
                <a:solidFill>
                  <a:srgbClr val="000000"/>
                </a:solidFill>
                <a:latin typeface="Tahoma"/>
                <a:ea typeface="Tahoma"/>
                <a:cs typeface="Tahoma"/>
                <a:sym typeface="Tahoma"/>
              </a:defRPr>
            </a:lvl1pPr>
            <a:lvl2pPr indent="0" lvl="1" marL="0" algn="r">
              <a:spcBef>
                <a:spcPts val="0"/>
              </a:spcBef>
              <a:spcAft>
                <a:spcPts val="0"/>
              </a:spcAft>
              <a:buNone/>
              <a:defRPr sz="1000">
                <a:solidFill>
                  <a:srgbClr val="000000"/>
                </a:solidFill>
                <a:latin typeface="Tahoma"/>
                <a:ea typeface="Tahoma"/>
                <a:cs typeface="Tahoma"/>
                <a:sym typeface="Tahoma"/>
              </a:defRPr>
            </a:lvl2pPr>
            <a:lvl3pPr indent="0" lvl="2" marL="0" algn="r">
              <a:spcBef>
                <a:spcPts val="0"/>
              </a:spcBef>
              <a:spcAft>
                <a:spcPts val="0"/>
              </a:spcAft>
              <a:buNone/>
              <a:defRPr sz="1000">
                <a:solidFill>
                  <a:srgbClr val="000000"/>
                </a:solidFill>
                <a:latin typeface="Tahoma"/>
                <a:ea typeface="Tahoma"/>
                <a:cs typeface="Tahoma"/>
                <a:sym typeface="Tahoma"/>
              </a:defRPr>
            </a:lvl3pPr>
            <a:lvl4pPr indent="0" lvl="3" marL="0" algn="r">
              <a:spcBef>
                <a:spcPts val="0"/>
              </a:spcBef>
              <a:spcAft>
                <a:spcPts val="0"/>
              </a:spcAft>
              <a:buNone/>
              <a:defRPr sz="1000">
                <a:solidFill>
                  <a:srgbClr val="000000"/>
                </a:solidFill>
                <a:latin typeface="Tahoma"/>
                <a:ea typeface="Tahoma"/>
                <a:cs typeface="Tahoma"/>
                <a:sym typeface="Tahoma"/>
              </a:defRPr>
            </a:lvl4pPr>
            <a:lvl5pPr indent="0" lvl="4" marL="0" algn="r">
              <a:spcBef>
                <a:spcPts val="0"/>
              </a:spcBef>
              <a:spcAft>
                <a:spcPts val="0"/>
              </a:spcAft>
              <a:buNone/>
              <a:defRPr sz="1000">
                <a:solidFill>
                  <a:srgbClr val="000000"/>
                </a:solidFill>
                <a:latin typeface="Tahoma"/>
                <a:ea typeface="Tahoma"/>
                <a:cs typeface="Tahoma"/>
                <a:sym typeface="Tahoma"/>
              </a:defRPr>
            </a:lvl5pPr>
            <a:lvl6pPr indent="0" lvl="5" marL="0" algn="r">
              <a:spcBef>
                <a:spcPts val="0"/>
              </a:spcBef>
              <a:spcAft>
                <a:spcPts val="0"/>
              </a:spcAft>
              <a:buNone/>
              <a:defRPr sz="1000">
                <a:solidFill>
                  <a:srgbClr val="000000"/>
                </a:solidFill>
                <a:latin typeface="Tahoma"/>
                <a:ea typeface="Tahoma"/>
                <a:cs typeface="Tahoma"/>
                <a:sym typeface="Tahoma"/>
              </a:defRPr>
            </a:lvl6pPr>
            <a:lvl7pPr indent="0" lvl="6" marL="0" algn="r">
              <a:spcBef>
                <a:spcPts val="0"/>
              </a:spcBef>
              <a:spcAft>
                <a:spcPts val="0"/>
              </a:spcAft>
              <a:buNone/>
              <a:defRPr sz="1000">
                <a:solidFill>
                  <a:srgbClr val="000000"/>
                </a:solidFill>
                <a:latin typeface="Tahoma"/>
                <a:ea typeface="Tahoma"/>
                <a:cs typeface="Tahoma"/>
                <a:sym typeface="Tahoma"/>
              </a:defRPr>
            </a:lvl7pPr>
            <a:lvl8pPr indent="0" lvl="7" marL="0" algn="r">
              <a:spcBef>
                <a:spcPts val="0"/>
              </a:spcBef>
              <a:spcAft>
                <a:spcPts val="0"/>
              </a:spcAft>
              <a:buNone/>
              <a:defRPr sz="1000">
                <a:solidFill>
                  <a:srgbClr val="000000"/>
                </a:solidFill>
                <a:latin typeface="Tahoma"/>
                <a:ea typeface="Tahoma"/>
                <a:cs typeface="Tahoma"/>
                <a:sym typeface="Tahoma"/>
              </a:defRPr>
            </a:lvl8pPr>
            <a:lvl9pPr indent="0" lvl="8" marL="0" algn="r">
              <a:spcBef>
                <a:spcPts val="0"/>
              </a:spcBef>
              <a:spcAft>
                <a:spcPts val="0"/>
              </a:spcAft>
              <a:buNone/>
              <a:defRPr sz="1000">
                <a:solidFill>
                  <a:srgbClr val="000000"/>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53" name="Shape 253"/>
        <p:cNvGrpSpPr/>
        <p:nvPr/>
      </p:nvGrpSpPr>
      <p:grpSpPr>
        <a:xfrm>
          <a:off x="0" y="0"/>
          <a:ext cx="0" cy="0"/>
          <a:chOff x="0" y="0"/>
          <a:chExt cx="0" cy="0"/>
        </a:xfrm>
      </p:grpSpPr>
      <p:sp>
        <p:nvSpPr>
          <p:cNvPr id="254" name="Google Shape;254;p100"/>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55" name="Google Shape;255;p10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rgbClr val="000000"/>
              </a:buClr>
              <a:buSzPts val="2000"/>
              <a:buFont typeface="Tahoma"/>
              <a:buNone/>
              <a:defRPr sz="2000"/>
            </a:lvl1pPr>
            <a:lvl2pPr indent="-228600" lvl="1" marL="914400" algn="l">
              <a:spcBef>
                <a:spcPts val="360"/>
              </a:spcBef>
              <a:spcAft>
                <a:spcPts val="0"/>
              </a:spcAft>
              <a:buClr>
                <a:srgbClr val="000000"/>
              </a:buClr>
              <a:buSzPts val="1800"/>
              <a:buFont typeface="Tahoma"/>
              <a:buNone/>
              <a:defRPr sz="1800"/>
            </a:lvl2pPr>
            <a:lvl3pPr indent="-228600" lvl="2" marL="1371600" algn="l">
              <a:spcBef>
                <a:spcPts val="320"/>
              </a:spcBef>
              <a:spcAft>
                <a:spcPts val="0"/>
              </a:spcAft>
              <a:buClr>
                <a:srgbClr val="000000"/>
              </a:buClr>
              <a:buSzPts val="1600"/>
              <a:buFont typeface="Angsana New"/>
              <a:buNone/>
              <a:defRPr sz="1600"/>
            </a:lvl3pPr>
            <a:lvl4pPr indent="-228600" lvl="3" marL="1828800" algn="l">
              <a:spcBef>
                <a:spcPts val="280"/>
              </a:spcBef>
              <a:spcAft>
                <a:spcPts val="0"/>
              </a:spcAft>
              <a:buClr>
                <a:srgbClr val="000000"/>
              </a:buClr>
              <a:buSzPts val="1400"/>
              <a:buFont typeface="Angsana New"/>
              <a:buNone/>
              <a:defRPr sz="1400"/>
            </a:lvl4pPr>
            <a:lvl5pPr indent="-228600" lvl="4" marL="2286000" algn="l">
              <a:spcBef>
                <a:spcPts val="280"/>
              </a:spcBef>
              <a:spcAft>
                <a:spcPts val="0"/>
              </a:spcAft>
              <a:buClr>
                <a:srgbClr val="000000"/>
              </a:buClr>
              <a:buSzPts val="1400"/>
              <a:buFont typeface="Angsana New"/>
              <a:buNone/>
              <a:defRPr sz="1400"/>
            </a:lvl5pPr>
            <a:lvl6pPr indent="-228600" lvl="5" marL="2743200" algn="l">
              <a:spcBef>
                <a:spcPts val="280"/>
              </a:spcBef>
              <a:spcAft>
                <a:spcPts val="0"/>
              </a:spcAft>
              <a:buClr>
                <a:srgbClr val="000000"/>
              </a:buClr>
              <a:buSzPts val="1400"/>
              <a:buFont typeface="Angsana New"/>
              <a:buNone/>
              <a:defRPr sz="1400"/>
            </a:lvl6pPr>
            <a:lvl7pPr indent="-228600" lvl="6" marL="3200400" algn="l">
              <a:spcBef>
                <a:spcPts val="280"/>
              </a:spcBef>
              <a:spcAft>
                <a:spcPts val="0"/>
              </a:spcAft>
              <a:buClr>
                <a:srgbClr val="000000"/>
              </a:buClr>
              <a:buSzPts val="1400"/>
              <a:buFont typeface="Angsana New"/>
              <a:buNone/>
              <a:defRPr sz="1400"/>
            </a:lvl7pPr>
            <a:lvl8pPr indent="-228600" lvl="7" marL="3657600" algn="l">
              <a:spcBef>
                <a:spcPts val="280"/>
              </a:spcBef>
              <a:spcAft>
                <a:spcPts val="0"/>
              </a:spcAft>
              <a:buClr>
                <a:srgbClr val="000000"/>
              </a:buClr>
              <a:buSzPts val="1400"/>
              <a:buFont typeface="Angsana New"/>
              <a:buNone/>
              <a:defRPr sz="1400"/>
            </a:lvl8pPr>
            <a:lvl9pPr indent="-228600" lvl="8" marL="4114800" algn="l">
              <a:spcBef>
                <a:spcPts val="280"/>
              </a:spcBef>
              <a:spcAft>
                <a:spcPts val="0"/>
              </a:spcAft>
              <a:buClr>
                <a:srgbClr val="000000"/>
              </a:buClr>
              <a:buSzPts val="1400"/>
              <a:buFont typeface="Angsana New"/>
              <a:buNone/>
              <a:defRPr sz="1400"/>
            </a:lvl9pPr>
          </a:lstStyle>
          <a:p/>
        </p:txBody>
      </p:sp>
      <p:sp>
        <p:nvSpPr>
          <p:cNvPr id="256" name="Google Shape;256;p100"/>
          <p:cNvSpPr txBox="1"/>
          <p:nvPr>
            <p:ph idx="10" type="dt"/>
          </p:nvPr>
        </p:nvSpPr>
        <p:spPr>
          <a:xfrm>
            <a:off x="685800" y="6400800"/>
            <a:ext cx="1905000" cy="3048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7" name="Google Shape;257;p100"/>
          <p:cNvSpPr txBox="1"/>
          <p:nvPr>
            <p:ph idx="11" type="ftr"/>
          </p:nvPr>
        </p:nvSpPr>
        <p:spPr>
          <a:xfrm>
            <a:off x="3124200" y="6400800"/>
            <a:ext cx="2895600" cy="3048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8" name="Google Shape;258;p100"/>
          <p:cNvSpPr txBox="1"/>
          <p:nvPr>
            <p:ph idx="12" type="sldNum"/>
          </p:nvPr>
        </p:nvSpPr>
        <p:spPr>
          <a:xfrm>
            <a:off x="6553200" y="6400800"/>
            <a:ext cx="1905000" cy="304800"/>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sz="1000">
                <a:solidFill>
                  <a:srgbClr val="000000"/>
                </a:solidFill>
                <a:latin typeface="Tahoma"/>
                <a:ea typeface="Tahoma"/>
                <a:cs typeface="Tahoma"/>
                <a:sym typeface="Tahoma"/>
              </a:defRPr>
            </a:lvl1pPr>
            <a:lvl2pPr indent="0" lvl="1" marL="0" algn="r">
              <a:spcBef>
                <a:spcPts val="0"/>
              </a:spcBef>
              <a:spcAft>
                <a:spcPts val="0"/>
              </a:spcAft>
              <a:buNone/>
              <a:defRPr sz="1000">
                <a:solidFill>
                  <a:srgbClr val="000000"/>
                </a:solidFill>
                <a:latin typeface="Tahoma"/>
                <a:ea typeface="Tahoma"/>
                <a:cs typeface="Tahoma"/>
                <a:sym typeface="Tahoma"/>
              </a:defRPr>
            </a:lvl2pPr>
            <a:lvl3pPr indent="0" lvl="2" marL="0" algn="r">
              <a:spcBef>
                <a:spcPts val="0"/>
              </a:spcBef>
              <a:spcAft>
                <a:spcPts val="0"/>
              </a:spcAft>
              <a:buNone/>
              <a:defRPr sz="1000">
                <a:solidFill>
                  <a:srgbClr val="000000"/>
                </a:solidFill>
                <a:latin typeface="Tahoma"/>
                <a:ea typeface="Tahoma"/>
                <a:cs typeface="Tahoma"/>
                <a:sym typeface="Tahoma"/>
              </a:defRPr>
            </a:lvl3pPr>
            <a:lvl4pPr indent="0" lvl="3" marL="0" algn="r">
              <a:spcBef>
                <a:spcPts val="0"/>
              </a:spcBef>
              <a:spcAft>
                <a:spcPts val="0"/>
              </a:spcAft>
              <a:buNone/>
              <a:defRPr sz="1000">
                <a:solidFill>
                  <a:srgbClr val="000000"/>
                </a:solidFill>
                <a:latin typeface="Tahoma"/>
                <a:ea typeface="Tahoma"/>
                <a:cs typeface="Tahoma"/>
                <a:sym typeface="Tahoma"/>
              </a:defRPr>
            </a:lvl4pPr>
            <a:lvl5pPr indent="0" lvl="4" marL="0" algn="r">
              <a:spcBef>
                <a:spcPts val="0"/>
              </a:spcBef>
              <a:spcAft>
                <a:spcPts val="0"/>
              </a:spcAft>
              <a:buNone/>
              <a:defRPr sz="1000">
                <a:solidFill>
                  <a:srgbClr val="000000"/>
                </a:solidFill>
                <a:latin typeface="Tahoma"/>
                <a:ea typeface="Tahoma"/>
                <a:cs typeface="Tahoma"/>
                <a:sym typeface="Tahoma"/>
              </a:defRPr>
            </a:lvl5pPr>
            <a:lvl6pPr indent="0" lvl="5" marL="0" algn="r">
              <a:spcBef>
                <a:spcPts val="0"/>
              </a:spcBef>
              <a:spcAft>
                <a:spcPts val="0"/>
              </a:spcAft>
              <a:buNone/>
              <a:defRPr sz="1000">
                <a:solidFill>
                  <a:srgbClr val="000000"/>
                </a:solidFill>
                <a:latin typeface="Tahoma"/>
                <a:ea typeface="Tahoma"/>
                <a:cs typeface="Tahoma"/>
                <a:sym typeface="Tahoma"/>
              </a:defRPr>
            </a:lvl6pPr>
            <a:lvl7pPr indent="0" lvl="6" marL="0" algn="r">
              <a:spcBef>
                <a:spcPts val="0"/>
              </a:spcBef>
              <a:spcAft>
                <a:spcPts val="0"/>
              </a:spcAft>
              <a:buNone/>
              <a:defRPr sz="1000">
                <a:solidFill>
                  <a:srgbClr val="000000"/>
                </a:solidFill>
                <a:latin typeface="Tahoma"/>
                <a:ea typeface="Tahoma"/>
                <a:cs typeface="Tahoma"/>
                <a:sym typeface="Tahoma"/>
              </a:defRPr>
            </a:lvl7pPr>
            <a:lvl8pPr indent="0" lvl="7" marL="0" algn="r">
              <a:spcBef>
                <a:spcPts val="0"/>
              </a:spcBef>
              <a:spcAft>
                <a:spcPts val="0"/>
              </a:spcAft>
              <a:buNone/>
              <a:defRPr sz="1000">
                <a:solidFill>
                  <a:srgbClr val="000000"/>
                </a:solidFill>
                <a:latin typeface="Tahoma"/>
                <a:ea typeface="Tahoma"/>
                <a:cs typeface="Tahoma"/>
                <a:sym typeface="Tahoma"/>
              </a:defRPr>
            </a:lvl8pPr>
            <a:lvl9pPr indent="0" lvl="8" marL="0" algn="r">
              <a:spcBef>
                <a:spcPts val="0"/>
              </a:spcBef>
              <a:spcAft>
                <a:spcPts val="0"/>
              </a:spcAft>
              <a:buNone/>
              <a:defRPr sz="1000">
                <a:solidFill>
                  <a:srgbClr val="000000"/>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59" name="Shape 259"/>
        <p:cNvGrpSpPr/>
        <p:nvPr/>
      </p:nvGrpSpPr>
      <p:grpSpPr>
        <a:xfrm>
          <a:off x="0" y="0"/>
          <a:ext cx="0" cy="0"/>
          <a:chOff x="0" y="0"/>
          <a:chExt cx="0" cy="0"/>
        </a:xfrm>
      </p:grpSpPr>
      <p:sp>
        <p:nvSpPr>
          <p:cNvPr id="260" name="Google Shape;260;p101"/>
          <p:cNvSpPr txBox="1"/>
          <p:nvPr>
            <p:ph type="title"/>
          </p:nvPr>
        </p:nvSpPr>
        <p:spPr>
          <a:xfrm>
            <a:off x="685800" y="228600"/>
            <a:ext cx="7772400" cy="914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61" name="Google Shape;261;p101"/>
          <p:cNvSpPr txBox="1"/>
          <p:nvPr>
            <p:ph idx="1" type="body"/>
          </p:nvPr>
        </p:nvSpPr>
        <p:spPr>
          <a:xfrm>
            <a:off x="685800" y="1447800"/>
            <a:ext cx="3810000" cy="4876800"/>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rgbClr val="000000"/>
              </a:buClr>
              <a:buSzPts val="2800"/>
              <a:buFont typeface="Tahoma"/>
              <a:buChar char="•"/>
              <a:defRPr sz="2800"/>
            </a:lvl1pPr>
            <a:lvl2pPr indent="-381000" lvl="1" marL="914400" algn="l">
              <a:spcBef>
                <a:spcPts val="480"/>
              </a:spcBef>
              <a:spcAft>
                <a:spcPts val="0"/>
              </a:spcAft>
              <a:buClr>
                <a:srgbClr val="000000"/>
              </a:buClr>
              <a:buSzPts val="2400"/>
              <a:buFont typeface="Tahoma"/>
              <a:buChar char="–"/>
              <a:defRPr sz="2400"/>
            </a:lvl2pPr>
            <a:lvl3pPr indent="-355600" lvl="2" marL="1371600" algn="l">
              <a:spcBef>
                <a:spcPts val="400"/>
              </a:spcBef>
              <a:spcAft>
                <a:spcPts val="0"/>
              </a:spcAft>
              <a:buClr>
                <a:srgbClr val="000000"/>
              </a:buClr>
              <a:buSzPts val="2000"/>
              <a:buFont typeface="Angsana New"/>
              <a:buChar char="•"/>
              <a:defRPr sz="2000"/>
            </a:lvl3pPr>
            <a:lvl4pPr indent="-342900" lvl="3" marL="1828800" algn="l">
              <a:spcBef>
                <a:spcPts val="360"/>
              </a:spcBef>
              <a:spcAft>
                <a:spcPts val="0"/>
              </a:spcAft>
              <a:buClr>
                <a:srgbClr val="000000"/>
              </a:buClr>
              <a:buSzPts val="1800"/>
              <a:buFont typeface="Angsana New"/>
              <a:buChar char="–"/>
              <a:defRPr sz="1800"/>
            </a:lvl4pPr>
            <a:lvl5pPr indent="-342900" lvl="4" marL="2286000" algn="l">
              <a:spcBef>
                <a:spcPts val="360"/>
              </a:spcBef>
              <a:spcAft>
                <a:spcPts val="0"/>
              </a:spcAft>
              <a:buClr>
                <a:srgbClr val="000000"/>
              </a:buClr>
              <a:buSzPts val="1800"/>
              <a:buFont typeface="Angsana New"/>
              <a:buChar char="»"/>
              <a:defRPr sz="1800"/>
            </a:lvl5pPr>
            <a:lvl6pPr indent="-342900" lvl="5" marL="2743200" algn="l">
              <a:spcBef>
                <a:spcPts val="360"/>
              </a:spcBef>
              <a:spcAft>
                <a:spcPts val="0"/>
              </a:spcAft>
              <a:buClr>
                <a:srgbClr val="000000"/>
              </a:buClr>
              <a:buSzPts val="1800"/>
              <a:buFont typeface="Angsana New"/>
              <a:buChar char="»"/>
              <a:defRPr sz="1800"/>
            </a:lvl6pPr>
            <a:lvl7pPr indent="-342900" lvl="6" marL="3200400" algn="l">
              <a:spcBef>
                <a:spcPts val="360"/>
              </a:spcBef>
              <a:spcAft>
                <a:spcPts val="0"/>
              </a:spcAft>
              <a:buClr>
                <a:srgbClr val="000000"/>
              </a:buClr>
              <a:buSzPts val="1800"/>
              <a:buFont typeface="Angsana New"/>
              <a:buChar char="»"/>
              <a:defRPr sz="1800"/>
            </a:lvl7pPr>
            <a:lvl8pPr indent="-342900" lvl="7" marL="3657600" algn="l">
              <a:spcBef>
                <a:spcPts val="360"/>
              </a:spcBef>
              <a:spcAft>
                <a:spcPts val="0"/>
              </a:spcAft>
              <a:buClr>
                <a:srgbClr val="000000"/>
              </a:buClr>
              <a:buSzPts val="1800"/>
              <a:buFont typeface="Angsana New"/>
              <a:buChar char="»"/>
              <a:defRPr sz="1800"/>
            </a:lvl8pPr>
            <a:lvl9pPr indent="-342900" lvl="8" marL="4114800" algn="l">
              <a:spcBef>
                <a:spcPts val="360"/>
              </a:spcBef>
              <a:spcAft>
                <a:spcPts val="0"/>
              </a:spcAft>
              <a:buClr>
                <a:srgbClr val="000000"/>
              </a:buClr>
              <a:buSzPts val="1800"/>
              <a:buFont typeface="Angsana New"/>
              <a:buChar char="»"/>
              <a:defRPr sz="1800"/>
            </a:lvl9pPr>
          </a:lstStyle>
          <a:p/>
        </p:txBody>
      </p:sp>
      <p:sp>
        <p:nvSpPr>
          <p:cNvPr id="262" name="Google Shape;262;p101"/>
          <p:cNvSpPr txBox="1"/>
          <p:nvPr>
            <p:ph idx="2" type="body"/>
          </p:nvPr>
        </p:nvSpPr>
        <p:spPr>
          <a:xfrm>
            <a:off x="4648200" y="1447800"/>
            <a:ext cx="3810000" cy="4876800"/>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rgbClr val="000000"/>
              </a:buClr>
              <a:buSzPts val="2800"/>
              <a:buFont typeface="Tahoma"/>
              <a:buChar char="•"/>
              <a:defRPr sz="2800"/>
            </a:lvl1pPr>
            <a:lvl2pPr indent="-381000" lvl="1" marL="914400" algn="l">
              <a:spcBef>
                <a:spcPts val="480"/>
              </a:spcBef>
              <a:spcAft>
                <a:spcPts val="0"/>
              </a:spcAft>
              <a:buClr>
                <a:srgbClr val="000000"/>
              </a:buClr>
              <a:buSzPts val="2400"/>
              <a:buFont typeface="Tahoma"/>
              <a:buChar char="–"/>
              <a:defRPr sz="2400"/>
            </a:lvl2pPr>
            <a:lvl3pPr indent="-355600" lvl="2" marL="1371600" algn="l">
              <a:spcBef>
                <a:spcPts val="400"/>
              </a:spcBef>
              <a:spcAft>
                <a:spcPts val="0"/>
              </a:spcAft>
              <a:buClr>
                <a:srgbClr val="000000"/>
              </a:buClr>
              <a:buSzPts val="2000"/>
              <a:buFont typeface="Angsana New"/>
              <a:buChar char="•"/>
              <a:defRPr sz="2000"/>
            </a:lvl3pPr>
            <a:lvl4pPr indent="-342900" lvl="3" marL="1828800" algn="l">
              <a:spcBef>
                <a:spcPts val="360"/>
              </a:spcBef>
              <a:spcAft>
                <a:spcPts val="0"/>
              </a:spcAft>
              <a:buClr>
                <a:srgbClr val="000000"/>
              </a:buClr>
              <a:buSzPts val="1800"/>
              <a:buFont typeface="Angsana New"/>
              <a:buChar char="–"/>
              <a:defRPr sz="1800"/>
            </a:lvl4pPr>
            <a:lvl5pPr indent="-342900" lvl="4" marL="2286000" algn="l">
              <a:spcBef>
                <a:spcPts val="360"/>
              </a:spcBef>
              <a:spcAft>
                <a:spcPts val="0"/>
              </a:spcAft>
              <a:buClr>
                <a:srgbClr val="000000"/>
              </a:buClr>
              <a:buSzPts val="1800"/>
              <a:buFont typeface="Angsana New"/>
              <a:buChar char="»"/>
              <a:defRPr sz="1800"/>
            </a:lvl5pPr>
            <a:lvl6pPr indent="-342900" lvl="5" marL="2743200" algn="l">
              <a:spcBef>
                <a:spcPts val="360"/>
              </a:spcBef>
              <a:spcAft>
                <a:spcPts val="0"/>
              </a:spcAft>
              <a:buClr>
                <a:srgbClr val="000000"/>
              </a:buClr>
              <a:buSzPts val="1800"/>
              <a:buFont typeface="Angsana New"/>
              <a:buChar char="»"/>
              <a:defRPr sz="1800"/>
            </a:lvl6pPr>
            <a:lvl7pPr indent="-342900" lvl="6" marL="3200400" algn="l">
              <a:spcBef>
                <a:spcPts val="360"/>
              </a:spcBef>
              <a:spcAft>
                <a:spcPts val="0"/>
              </a:spcAft>
              <a:buClr>
                <a:srgbClr val="000000"/>
              </a:buClr>
              <a:buSzPts val="1800"/>
              <a:buFont typeface="Angsana New"/>
              <a:buChar char="»"/>
              <a:defRPr sz="1800"/>
            </a:lvl7pPr>
            <a:lvl8pPr indent="-342900" lvl="7" marL="3657600" algn="l">
              <a:spcBef>
                <a:spcPts val="360"/>
              </a:spcBef>
              <a:spcAft>
                <a:spcPts val="0"/>
              </a:spcAft>
              <a:buClr>
                <a:srgbClr val="000000"/>
              </a:buClr>
              <a:buSzPts val="1800"/>
              <a:buFont typeface="Angsana New"/>
              <a:buChar char="»"/>
              <a:defRPr sz="1800"/>
            </a:lvl8pPr>
            <a:lvl9pPr indent="-342900" lvl="8" marL="4114800" algn="l">
              <a:spcBef>
                <a:spcPts val="360"/>
              </a:spcBef>
              <a:spcAft>
                <a:spcPts val="0"/>
              </a:spcAft>
              <a:buClr>
                <a:srgbClr val="000000"/>
              </a:buClr>
              <a:buSzPts val="1800"/>
              <a:buFont typeface="Angsana New"/>
              <a:buChar char="»"/>
              <a:defRPr sz="1800"/>
            </a:lvl9pPr>
          </a:lstStyle>
          <a:p/>
        </p:txBody>
      </p:sp>
      <p:sp>
        <p:nvSpPr>
          <p:cNvPr id="263" name="Google Shape;263;p101"/>
          <p:cNvSpPr txBox="1"/>
          <p:nvPr>
            <p:ph idx="10" type="dt"/>
          </p:nvPr>
        </p:nvSpPr>
        <p:spPr>
          <a:xfrm>
            <a:off x="685800" y="6400800"/>
            <a:ext cx="1905000" cy="3048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4" name="Google Shape;264;p101"/>
          <p:cNvSpPr txBox="1"/>
          <p:nvPr>
            <p:ph idx="11" type="ftr"/>
          </p:nvPr>
        </p:nvSpPr>
        <p:spPr>
          <a:xfrm>
            <a:off x="3124200" y="6400800"/>
            <a:ext cx="2895600" cy="3048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5" name="Google Shape;265;p101"/>
          <p:cNvSpPr txBox="1"/>
          <p:nvPr>
            <p:ph idx="12" type="sldNum"/>
          </p:nvPr>
        </p:nvSpPr>
        <p:spPr>
          <a:xfrm>
            <a:off x="6553200" y="6400800"/>
            <a:ext cx="1905000" cy="304800"/>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sz="1000">
                <a:solidFill>
                  <a:srgbClr val="000000"/>
                </a:solidFill>
                <a:latin typeface="Tahoma"/>
                <a:ea typeface="Tahoma"/>
                <a:cs typeface="Tahoma"/>
                <a:sym typeface="Tahoma"/>
              </a:defRPr>
            </a:lvl1pPr>
            <a:lvl2pPr indent="0" lvl="1" marL="0" algn="r">
              <a:spcBef>
                <a:spcPts val="0"/>
              </a:spcBef>
              <a:spcAft>
                <a:spcPts val="0"/>
              </a:spcAft>
              <a:buNone/>
              <a:defRPr sz="1000">
                <a:solidFill>
                  <a:srgbClr val="000000"/>
                </a:solidFill>
                <a:latin typeface="Tahoma"/>
                <a:ea typeface="Tahoma"/>
                <a:cs typeface="Tahoma"/>
                <a:sym typeface="Tahoma"/>
              </a:defRPr>
            </a:lvl2pPr>
            <a:lvl3pPr indent="0" lvl="2" marL="0" algn="r">
              <a:spcBef>
                <a:spcPts val="0"/>
              </a:spcBef>
              <a:spcAft>
                <a:spcPts val="0"/>
              </a:spcAft>
              <a:buNone/>
              <a:defRPr sz="1000">
                <a:solidFill>
                  <a:srgbClr val="000000"/>
                </a:solidFill>
                <a:latin typeface="Tahoma"/>
                <a:ea typeface="Tahoma"/>
                <a:cs typeface="Tahoma"/>
                <a:sym typeface="Tahoma"/>
              </a:defRPr>
            </a:lvl3pPr>
            <a:lvl4pPr indent="0" lvl="3" marL="0" algn="r">
              <a:spcBef>
                <a:spcPts val="0"/>
              </a:spcBef>
              <a:spcAft>
                <a:spcPts val="0"/>
              </a:spcAft>
              <a:buNone/>
              <a:defRPr sz="1000">
                <a:solidFill>
                  <a:srgbClr val="000000"/>
                </a:solidFill>
                <a:latin typeface="Tahoma"/>
                <a:ea typeface="Tahoma"/>
                <a:cs typeface="Tahoma"/>
                <a:sym typeface="Tahoma"/>
              </a:defRPr>
            </a:lvl4pPr>
            <a:lvl5pPr indent="0" lvl="4" marL="0" algn="r">
              <a:spcBef>
                <a:spcPts val="0"/>
              </a:spcBef>
              <a:spcAft>
                <a:spcPts val="0"/>
              </a:spcAft>
              <a:buNone/>
              <a:defRPr sz="1000">
                <a:solidFill>
                  <a:srgbClr val="000000"/>
                </a:solidFill>
                <a:latin typeface="Tahoma"/>
                <a:ea typeface="Tahoma"/>
                <a:cs typeface="Tahoma"/>
                <a:sym typeface="Tahoma"/>
              </a:defRPr>
            </a:lvl5pPr>
            <a:lvl6pPr indent="0" lvl="5" marL="0" algn="r">
              <a:spcBef>
                <a:spcPts val="0"/>
              </a:spcBef>
              <a:spcAft>
                <a:spcPts val="0"/>
              </a:spcAft>
              <a:buNone/>
              <a:defRPr sz="1000">
                <a:solidFill>
                  <a:srgbClr val="000000"/>
                </a:solidFill>
                <a:latin typeface="Tahoma"/>
                <a:ea typeface="Tahoma"/>
                <a:cs typeface="Tahoma"/>
                <a:sym typeface="Tahoma"/>
              </a:defRPr>
            </a:lvl6pPr>
            <a:lvl7pPr indent="0" lvl="6" marL="0" algn="r">
              <a:spcBef>
                <a:spcPts val="0"/>
              </a:spcBef>
              <a:spcAft>
                <a:spcPts val="0"/>
              </a:spcAft>
              <a:buNone/>
              <a:defRPr sz="1000">
                <a:solidFill>
                  <a:srgbClr val="000000"/>
                </a:solidFill>
                <a:latin typeface="Tahoma"/>
                <a:ea typeface="Tahoma"/>
                <a:cs typeface="Tahoma"/>
                <a:sym typeface="Tahoma"/>
              </a:defRPr>
            </a:lvl7pPr>
            <a:lvl8pPr indent="0" lvl="7" marL="0" algn="r">
              <a:spcBef>
                <a:spcPts val="0"/>
              </a:spcBef>
              <a:spcAft>
                <a:spcPts val="0"/>
              </a:spcAft>
              <a:buNone/>
              <a:defRPr sz="1000">
                <a:solidFill>
                  <a:srgbClr val="000000"/>
                </a:solidFill>
                <a:latin typeface="Tahoma"/>
                <a:ea typeface="Tahoma"/>
                <a:cs typeface="Tahoma"/>
                <a:sym typeface="Tahoma"/>
              </a:defRPr>
            </a:lvl8pPr>
            <a:lvl9pPr indent="0" lvl="8" marL="0" algn="r">
              <a:spcBef>
                <a:spcPts val="0"/>
              </a:spcBef>
              <a:spcAft>
                <a:spcPts val="0"/>
              </a:spcAft>
              <a:buNone/>
              <a:defRPr sz="1000">
                <a:solidFill>
                  <a:srgbClr val="000000"/>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66" name="Shape 266"/>
        <p:cNvGrpSpPr/>
        <p:nvPr/>
      </p:nvGrpSpPr>
      <p:grpSpPr>
        <a:xfrm>
          <a:off x="0" y="0"/>
          <a:ext cx="0" cy="0"/>
          <a:chOff x="0" y="0"/>
          <a:chExt cx="0" cy="0"/>
        </a:xfrm>
      </p:grpSpPr>
      <p:sp>
        <p:nvSpPr>
          <p:cNvPr id="267" name="Google Shape;267;p10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68" name="Google Shape;268;p10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rgbClr val="000000"/>
              </a:buClr>
              <a:buSzPts val="2400"/>
              <a:buFont typeface="Tahoma"/>
              <a:buNone/>
              <a:defRPr b="1" sz="2400"/>
            </a:lvl1pPr>
            <a:lvl2pPr indent="-228600" lvl="1" marL="914400" algn="l">
              <a:spcBef>
                <a:spcPts val="400"/>
              </a:spcBef>
              <a:spcAft>
                <a:spcPts val="0"/>
              </a:spcAft>
              <a:buClr>
                <a:srgbClr val="000000"/>
              </a:buClr>
              <a:buSzPts val="2000"/>
              <a:buFont typeface="Tahoma"/>
              <a:buNone/>
              <a:defRPr b="1" sz="2000"/>
            </a:lvl2pPr>
            <a:lvl3pPr indent="-228600" lvl="2" marL="1371600" algn="l">
              <a:spcBef>
                <a:spcPts val="360"/>
              </a:spcBef>
              <a:spcAft>
                <a:spcPts val="0"/>
              </a:spcAft>
              <a:buClr>
                <a:srgbClr val="000000"/>
              </a:buClr>
              <a:buSzPts val="1800"/>
              <a:buFont typeface="Angsana New"/>
              <a:buNone/>
              <a:defRPr b="1" sz="1800"/>
            </a:lvl3pPr>
            <a:lvl4pPr indent="-228600" lvl="3" marL="1828800" algn="l">
              <a:spcBef>
                <a:spcPts val="320"/>
              </a:spcBef>
              <a:spcAft>
                <a:spcPts val="0"/>
              </a:spcAft>
              <a:buClr>
                <a:srgbClr val="000000"/>
              </a:buClr>
              <a:buSzPts val="1600"/>
              <a:buFont typeface="Angsana New"/>
              <a:buNone/>
              <a:defRPr b="1" sz="1600"/>
            </a:lvl4pPr>
            <a:lvl5pPr indent="-228600" lvl="4" marL="2286000" algn="l">
              <a:spcBef>
                <a:spcPts val="320"/>
              </a:spcBef>
              <a:spcAft>
                <a:spcPts val="0"/>
              </a:spcAft>
              <a:buClr>
                <a:srgbClr val="000000"/>
              </a:buClr>
              <a:buSzPts val="1600"/>
              <a:buFont typeface="Angsana New"/>
              <a:buNone/>
              <a:defRPr b="1" sz="1600"/>
            </a:lvl5pPr>
            <a:lvl6pPr indent="-228600" lvl="5" marL="2743200" algn="l">
              <a:spcBef>
                <a:spcPts val="320"/>
              </a:spcBef>
              <a:spcAft>
                <a:spcPts val="0"/>
              </a:spcAft>
              <a:buClr>
                <a:srgbClr val="000000"/>
              </a:buClr>
              <a:buSzPts val="1600"/>
              <a:buFont typeface="Angsana New"/>
              <a:buNone/>
              <a:defRPr b="1" sz="1600"/>
            </a:lvl6pPr>
            <a:lvl7pPr indent="-228600" lvl="6" marL="3200400" algn="l">
              <a:spcBef>
                <a:spcPts val="320"/>
              </a:spcBef>
              <a:spcAft>
                <a:spcPts val="0"/>
              </a:spcAft>
              <a:buClr>
                <a:srgbClr val="000000"/>
              </a:buClr>
              <a:buSzPts val="1600"/>
              <a:buFont typeface="Angsana New"/>
              <a:buNone/>
              <a:defRPr b="1" sz="1600"/>
            </a:lvl7pPr>
            <a:lvl8pPr indent="-228600" lvl="7" marL="3657600" algn="l">
              <a:spcBef>
                <a:spcPts val="320"/>
              </a:spcBef>
              <a:spcAft>
                <a:spcPts val="0"/>
              </a:spcAft>
              <a:buClr>
                <a:srgbClr val="000000"/>
              </a:buClr>
              <a:buSzPts val="1600"/>
              <a:buFont typeface="Angsana New"/>
              <a:buNone/>
              <a:defRPr b="1" sz="1600"/>
            </a:lvl8pPr>
            <a:lvl9pPr indent="-228600" lvl="8" marL="4114800" algn="l">
              <a:spcBef>
                <a:spcPts val="320"/>
              </a:spcBef>
              <a:spcAft>
                <a:spcPts val="0"/>
              </a:spcAft>
              <a:buClr>
                <a:srgbClr val="000000"/>
              </a:buClr>
              <a:buSzPts val="1600"/>
              <a:buFont typeface="Angsana New"/>
              <a:buNone/>
              <a:defRPr b="1" sz="1600"/>
            </a:lvl9pPr>
          </a:lstStyle>
          <a:p/>
        </p:txBody>
      </p:sp>
      <p:sp>
        <p:nvSpPr>
          <p:cNvPr id="269" name="Google Shape;269;p10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rgbClr val="000000"/>
              </a:buClr>
              <a:buSzPts val="2400"/>
              <a:buFont typeface="Tahoma"/>
              <a:buChar char="•"/>
              <a:defRPr sz="2400"/>
            </a:lvl1pPr>
            <a:lvl2pPr indent="-355600" lvl="1" marL="914400" algn="l">
              <a:spcBef>
                <a:spcPts val="400"/>
              </a:spcBef>
              <a:spcAft>
                <a:spcPts val="0"/>
              </a:spcAft>
              <a:buClr>
                <a:srgbClr val="000000"/>
              </a:buClr>
              <a:buSzPts val="2000"/>
              <a:buFont typeface="Tahoma"/>
              <a:buChar char="–"/>
              <a:defRPr sz="2000"/>
            </a:lvl2pPr>
            <a:lvl3pPr indent="-342900" lvl="2" marL="1371600" algn="l">
              <a:spcBef>
                <a:spcPts val="360"/>
              </a:spcBef>
              <a:spcAft>
                <a:spcPts val="0"/>
              </a:spcAft>
              <a:buClr>
                <a:srgbClr val="000000"/>
              </a:buClr>
              <a:buSzPts val="1800"/>
              <a:buFont typeface="Angsana New"/>
              <a:buChar char="•"/>
              <a:defRPr sz="1800"/>
            </a:lvl3pPr>
            <a:lvl4pPr indent="-330200" lvl="3" marL="1828800" algn="l">
              <a:spcBef>
                <a:spcPts val="320"/>
              </a:spcBef>
              <a:spcAft>
                <a:spcPts val="0"/>
              </a:spcAft>
              <a:buClr>
                <a:srgbClr val="000000"/>
              </a:buClr>
              <a:buSzPts val="1600"/>
              <a:buFont typeface="Angsana New"/>
              <a:buChar char="–"/>
              <a:defRPr sz="1600"/>
            </a:lvl4pPr>
            <a:lvl5pPr indent="-330200" lvl="4" marL="2286000" algn="l">
              <a:spcBef>
                <a:spcPts val="320"/>
              </a:spcBef>
              <a:spcAft>
                <a:spcPts val="0"/>
              </a:spcAft>
              <a:buClr>
                <a:srgbClr val="000000"/>
              </a:buClr>
              <a:buSzPts val="1600"/>
              <a:buFont typeface="Angsana New"/>
              <a:buChar char="»"/>
              <a:defRPr sz="1600"/>
            </a:lvl5pPr>
            <a:lvl6pPr indent="-330200" lvl="5" marL="2743200" algn="l">
              <a:spcBef>
                <a:spcPts val="320"/>
              </a:spcBef>
              <a:spcAft>
                <a:spcPts val="0"/>
              </a:spcAft>
              <a:buClr>
                <a:srgbClr val="000000"/>
              </a:buClr>
              <a:buSzPts val="1600"/>
              <a:buFont typeface="Angsana New"/>
              <a:buChar char="»"/>
              <a:defRPr sz="1600"/>
            </a:lvl6pPr>
            <a:lvl7pPr indent="-330200" lvl="6" marL="3200400" algn="l">
              <a:spcBef>
                <a:spcPts val="320"/>
              </a:spcBef>
              <a:spcAft>
                <a:spcPts val="0"/>
              </a:spcAft>
              <a:buClr>
                <a:srgbClr val="000000"/>
              </a:buClr>
              <a:buSzPts val="1600"/>
              <a:buFont typeface="Angsana New"/>
              <a:buChar char="»"/>
              <a:defRPr sz="1600"/>
            </a:lvl7pPr>
            <a:lvl8pPr indent="-330200" lvl="7" marL="3657600" algn="l">
              <a:spcBef>
                <a:spcPts val="320"/>
              </a:spcBef>
              <a:spcAft>
                <a:spcPts val="0"/>
              </a:spcAft>
              <a:buClr>
                <a:srgbClr val="000000"/>
              </a:buClr>
              <a:buSzPts val="1600"/>
              <a:buFont typeface="Angsana New"/>
              <a:buChar char="»"/>
              <a:defRPr sz="1600"/>
            </a:lvl8pPr>
            <a:lvl9pPr indent="-330200" lvl="8" marL="4114800" algn="l">
              <a:spcBef>
                <a:spcPts val="320"/>
              </a:spcBef>
              <a:spcAft>
                <a:spcPts val="0"/>
              </a:spcAft>
              <a:buClr>
                <a:srgbClr val="000000"/>
              </a:buClr>
              <a:buSzPts val="1600"/>
              <a:buFont typeface="Angsana New"/>
              <a:buChar char="»"/>
              <a:defRPr sz="1600"/>
            </a:lvl9pPr>
          </a:lstStyle>
          <a:p/>
        </p:txBody>
      </p:sp>
      <p:sp>
        <p:nvSpPr>
          <p:cNvPr id="270" name="Google Shape;270;p10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rgbClr val="000000"/>
              </a:buClr>
              <a:buSzPts val="2400"/>
              <a:buFont typeface="Tahoma"/>
              <a:buNone/>
              <a:defRPr b="1" sz="2400"/>
            </a:lvl1pPr>
            <a:lvl2pPr indent="-228600" lvl="1" marL="914400" algn="l">
              <a:spcBef>
                <a:spcPts val="400"/>
              </a:spcBef>
              <a:spcAft>
                <a:spcPts val="0"/>
              </a:spcAft>
              <a:buClr>
                <a:srgbClr val="000000"/>
              </a:buClr>
              <a:buSzPts val="2000"/>
              <a:buFont typeface="Tahoma"/>
              <a:buNone/>
              <a:defRPr b="1" sz="2000"/>
            </a:lvl2pPr>
            <a:lvl3pPr indent="-228600" lvl="2" marL="1371600" algn="l">
              <a:spcBef>
                <a:spcPts val="360"/>
              </a:spcBef>
              <a:spcAft>
                <a:spcPts val="0"/>
              </a:spcAft>
              <a:buClr>
                <a:srgbClr val="000000"/>
              </a:buClr>
              <a:buSzPts val="1800"/>
              <a:buFont typeface="Angsana New"/>
              <a:buNone/>
              <a:defRPr b="1" sz="1800"/>
            </a:lvl3pPr>
            <a:lvl4pPr indent="-228600" lvl="3" marL="1828800" algn="l">
              <a:spcBef>
                <a:spcPts val="320"/>
              </a:spcBef>
              <a:spcAft>
                <a:spcPts val="0"/>
              </a:spcAft>
              <a:buClr>
                <a:srgbClr val="000000"/>
              </a:buClr>
              <a:buSzPts val="1600"/>
              <a:buFont typeface="Angsana New"/>
              <a:buNone/>
              <a:defRPr b="1" sz="1600"/>
            </a:lvl4pPr>
            <a:lvl5pPr indent="-228600" lvl="4" marL="2286000" algn="l">
              <a:spcBef>
                <a:spcPts val="320"/>
              </a:spcBef>
              <a:spcAft>
                <a:spcPts val="0"/>
              </a:spcAft>
              <a:buClr>
                <a:srgbClr val="000000"/>
              </a:buClr>
              <a:buSzPts val="1600"/>
              <a:buFont typeface="Angsana New"/>
              <a:buNone/>
              <a:defRPr b="1" sz="1600"/>
            </a:lvl5pPr>
            <a:lvl6pPr indent="-228600" lvl="5" marL="2743200" algn="l">
              <a:spcBef>
                <a:spcPts val="320"/>
              </a:spcBef>
              <a:spcAft>
                <a:spcPts val="0"/>
              </a:spcAft>
              <a:buClr>
                <a:srgbClr val="000000"/>
              </a:buClr>
              <a:buSzPts val="1600"/>
              <a:buFont typeface="Angsana New"/>
              <a:buNone/>
              <a:defRPr b="1" sz="1600"/>
            </a:lvl6pPr>
            <a:lvl7pPr indent="-228600" lvl="6" marL="3200400" algn="l">
              <a:spcBef>
                <a:spcPts val="320"/>
              </a:spcBef>
              <a:spcAft>
                <a:spcPts val="0"/>
              </a:spcAft>
              <a:buClr>
                <a:srgbClr val="000000"/>
              </a:buClr>
              <a:buSzPts val="1600"/>
              <a:buFont typeface="Angsana New"/>
              <a:buNone/>
              <a:defRPr b="1" sz="1600"/>
            </a:lvl7pPr>
            <a:lvl8pPr indent="-228600" lvl="7" marL="3657600" algn="l">
              <a:spcBef>
                <a:spcPts val="320"/>
              </a:spcBef>
              <a:spcAft>
                <a:spcPts val="0"/>
              </a:spcAft>
              <a:buClr>
                <a:srgbClr val="000000"/>
              </a:buClr>
              <a:buSzPts val="1600"/>
              <a:buFont typeface="Angsana New"/>
              <a:buNone/>
              <a:defRPr b="1" sz="1600"/>
            </a:lvl8pPr>
            <a:lvl9pPr indent="-228600" lvl="8" marL="4114800" algn="l">
              <a:spcBef>
                <a:spcPts val="320"/>
              </a:spcBef>
              <a:spcAft>
                <a:spcPts val="0"/>
              </a:spcAft>
              <a:buClr>
                <a:srgbClr val="000000"/>
              </a:buClr>
              <a:buSzPts val="1600"/>
              <a:buFont typeface="Angsana New"/>
              <a:buNone/>
              <a:defRPr b="1" sz="1600"/>
            </a:lvl9pPr>
          </a:lstStyle>
          <a:p/>
        </p:txBody>
      </p:sp>
      <p:sp>
        <p:nvSpPr>
          <p:cNvPr id="271" name="Google Shape;271;p10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rgbClr val="000000"/>
              </a:buClr>
              <a:buSzPts val="2400"/>
              <a:buFont typeface="Tahoma"/>
              <a:buChar char="•"/>
              <a:defRPr sz="2400"/>
            </a:lvl1pPr>
            <a:lvl2pPr indent="-355600" lvl="1" marL="914400" algn="l">
              <a:spcBef>
                <a:spcPts val="400"/>
              </a:spcBef>
              <a:spcAft>
                <a:spcPts val="0"/>
              </a:spcAft>
              <a:buClr>
                <a:srgbClr val="000000"/>
              </a:buClr>
              <a:buSzPts val="2000"/>
              <a:buFont typeface="Tahoma"/>
              <a:buChar char="–"/>
              <a:defRPr sz="2000"/>
            </a:lvl2pPr>
            <a:lvl3pPr indent="-342900" lvl="2" marL="1371600" algn="l">
              <a:spcBef>
                <a:spcPts val="360"/>
              </a:spcBef>
              <a:spcAft>
                <a:spcPts val="0"/>
              </a:spcAft>
              <a:buClr>
                <a:srgbClr val="000000"/>
              </a:buClr>
              <a:buSzPts val="1800"/>
              <a:buFont typeface="Angsana New"/>
              <a:buChar char="•"/>
              <a:defRPr sz="1800"/>
            </a:lvl3pPr>
            <a:lvl4pPr indent="-330200" lvl="3" marL="1828800" algn="l">
              <a:spcBef>
                <a:spcPts val="320"/>
              </a:spcBef>
              <a:spcAft>
                <a:spcPts val="0"/>
              </a:spcAft>
              <a:buClr>
                <a:srgbClr val="000000"/>
              </a:buClr>
              <a:buSzPts val="1600"/>
              <a:buFont typeface="Angsana New"/>
              <a:buChar char="–"/>
              <a:defRPr sz="1600"/>
            </a:lvl4pPr>
            <a:lvl5pPr indent="-330200" lvl="4" marL="2286000" algn="l">
              <a:spcBef>
                <a:spcPts val="320"/>
              </a:spcBef>
              <a:spcAft>
                <a:spcPts val="0"/>
              </a:spcAft>
              <a:buClr>
                <a:srgbClr val="000000"/>
              </a:buClr>
              <a:buSzPts val="1600"/>
              <a:buFont typeface="Angsana New"/>
              <a:buChar char="»"/>
              <a:defRPr sz="1600"/>
            </a:lvl5pPr>
            <a:lvl6pPr indent="-330200" lvl="5" marL="2743200" algn="l">
              <a:spcBef>
                <a:spcPts val="320"/>
              </a:spcBef>
              <a:spcAft>
                <a:spcPts val="0"/>
              </a:spcAft>
              <a:buClr>
                <a:srgbClr val="000000"/>
              </a:buClr>
              <a:buSzPts val="1600"/>
              <a:buFont typeface="Angsana New"/>
              <a:buChar char="»"/>
              <a:defRPr sz="1600"/>
            </a:lvl6pPr>
            <a:lvl7pPr indent="-330200" lvl="6" marL="3200400" algn="l">
              <a:spcBef>
                <a:spcPts val="320"/>
              </a:spcBef>
              <a:spcAft>
                <a:spcPts val="0"/>
              </a:spcAft>
              <a:buClr>
                <a:srgbClr val="000000"/>
              </a:buClr>
              <a:buSzPts val="1600"/>
              <a:buFont typeface="Angsana New"/>
              <a:buChar char="»"/>
              <a:defRPr sz="1600"/>
            </a:lvl7pPr>
            <a:lvl8pPr indent="-330200" lvl="7" marL="3657600" algn="l">
              <a:spcBef>
                <a:spcPts val="320"/>
              </a:spcBef>
              <a:spcAft>
                <a:spcPts val="0"/>
              </a:spcAft>
              <a:buClr>
                <a:srgbClr val="000000"/>
              </a:buClr>
              <a:buSzPts val="1600"/>
              <a:buFont typeface="Angsana New"/>
              <a:buChar char="»"/>
              <a:defRPr sz="1600"/>
            </a:lvl8pPr>
            <a:lvl9pPr indent="-330200" lvl="8" marL="4114800" algn="l">
              <a:spcBef>
                <a:spcPts val="320"/>
              </a:spcBef>
              <a:spcAft>
                <a:spcPts val="0"/>
              </a:spcAft>
              <a:buClr>
                <a:srgbClr val="000000"/>
              </a:buClr>
              <a:buSzPts val="1600"/>
              <a:buFont typeface="Angsana New"/>
              <a:buChar char="»"/>
              <a:defRPr sz="1600"/>
            </a:lvl9pPr>
          </a:lstStyle>
          <a:p/>
        </p:txBody>
      </p:sp>
      <p:sp>
        <p:nvSpPr>
          <p:cNvPr id="272" name="Google Shape;272;p102"/>
          <p:cNvSpPr txBox="1"/>
          <p:nvPr>
            <p:ph idx="10" type="dt"/>
          </p:nvPr>
        </p:nvSpPr>
        <p:spPr>
          <a:xfrm>
            <a:off x="685800" y="6400800"/>
            <a:ext cx="1905000" cy="3048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3" name="Google Shape;273;p102"/>
          <p:cNvSpPr txBox="1"/>
          <p:nvPr>
            <p:ph idx="11" type="ftr"/>
          </p:nvPr>
        </p:nvSpPr>
        <p:spPr>
          <a:xfrm>
            <a:off x="3124200" y="6400800"/>
            <a:ext cx="2895600" cy="3048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4" name="Google Shape;274;p102"/>
          <p:cNvSpPr txBox="1"/>
          <p:nvPr>
            <p:ph idx="12" type="sldNum"/>
          </p:nvPr>
        </p:nvSpPr>
        <p:spPr>
          <a:xfrm>
            <a:off x="6553200" y="6400800"/>
            <a:ext cx="1905000" cy="304800"/>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sz="1000">
                <a:solidFill>
                  <a:srgbClr val="000000"/>
                </a:solidFill>
                <a:latin typeface="Tahoma"/>
                <a:ea typeface="Tahoma"/>
                <a:cs typeface="Tahoma"/>
                <a:sym typeface="Tahoma"/>
              </a:defRPr>
            </a:lvl1pPr>
            <a:lvl2pPr indent="0" lvl="1" marL="0" algn="r">
              <a:spcBef>
                <a:spcPts val="0"/>
              </a:spcBef>
              <a:spcAft>
                <a:spcPts val="0"/>
              </a:spcAft>
              <a:buNone/>
              <a:defRPr sz="1000">
                <a:solidFill>
                  <a:srgbClr val="000000"/>
                </a:solidFill>
                <a:latin typeface="Tahoma"/>
                <a:ea typeface="Tahoma"/>
                <a:cs typeface="Tahoma"/>
                <a:sym typeface="Tahoma"/>
              </a:defRPr>
            </a:lvl2pPr>
            <a:lvl3pPr indent="0" lvl="2" marL="0" algn="r">
              <a:spcBef>
                <a:spcPts val="0"/>
              </a:spcBef>
              <a:spcAft>
                <a:spcPts val="0"/>
              </a:spcAft>
              <a:buNone/>
              <a:defRPr sz="1000">
                <a:solidFill>
                  <a:srgbClr val="000000"/>
                </a:solidFill>
                <a:latin typeface="Tahoma"/>
                <a:ea typeface="Tahoma"/>
                <a:cs typeface="Tahoma"/>
                <a:sym typeface="Tahoma"/>
              </a:defRPr>
            </a:lvl3pPr>
            <a:lvl4pPr indent="0" lvl="3" marL="0" algn="r">
              <a:spcBef>
                <a:spcPts val="0"/>
              </a:spcBef>
              <a:spcAft>
                <a:spcPts val="0"/>
              </a:spcAft>
              <a:buNone/>
              <a:defRPr sz="1000">
                <a:solidFill>
                  <a:srgbClr val="000000"/>
                </a:solidFill>
                <a:latin typeface="Tahoma"/>
                <a:ea typeface="Tahoma"/>
                <a:cs typeface="Tahoma"/>
                <a:sym typeface="Tahoma"/>
              </a:defRPr>
            </a:lvl4pPr>
            <a:lvl5pPr indent="0" lvl="4" marL="0" algn="r">
              <a:spcBef>
                <a:spcPts val="0"/>
              </a:spcBef>
              <a:spcAft>
                <a:spcPts val="0"/>
              </a:spcAft>
              <a:buNone/>
              <a:defRPr sz="1000">
                <a:solidFill>
                  <a:srgbClr val="000000"/>
                </a:solidFill>
                <a:latin typeface="Tahoma"/>
                <a:ea typeface="Tahoma"/>
                <a:cs typeface="Tahoma"/>
                <a:sym typeface="Tahoma"/>
              </a:defRPr>
            </a:lvl5pPr>
            <a:lvl6pPr indent="0" lvl="5" marL="0" algn="r">
              <a:spcBef>
                <a:spcPts val="0"/>
              </a:spcBef>
              <a:spcAft>
                <a:spcPts val="0"/>
              </a:spcAft>
              <a:buNone/>
              <a:defRPr sz="1000">
                <a:solidFill>
                  <a:srgbClr val="000000"/>
                </a:solidFill>
                <a:latin typeface="Tahoma"/>
                <a:ea typeface="Tahoma"/>
                <a:cs typeface="Tahoma"/>
                <a:sym typeface="Tahoma"/>
              </a:defRPr>
            </a:lvl6pPr>
            <a:lvl7pPr indent="0" lvl="6" marL="0" algn="r">
              <a:spcBef>
                <a:spcPts val="0"/>
              </a:spcBef>
              <a:spcAft>
                <a:spcPts val="0"/>
              </a:spcAft>
              <a:buNone/>
              <a:defRPr sz="1000">
                <a:solidFill>
                  <a:srgbClr val="000000"/>
                </a:solidFill>
                <a:latin typeface="Tahoma"/>
                <a:ea typeface="Tahoma"/>
                <a:cs typeface="Tahoma"/>
                <a:sym typeface="Tahoma"/>
              </a:defRPr>
            </a:lvl7pPr>
            <a:lvl8pPr indent="0" lvl="7" marL="0" algn="r">
              <a:spcBef>
                <a:spcPts val="0"/>
              </a:spcBef>
              <a:spcAft>
                <a:spcPts val="0"/>
              </a:spcAft>
              <a:buNone/>
              <a:defRPr sz="1000">
                <a:solidFill>
                  <a:srgbClr val="000000"/>
                </a:solidFill>
                <a:latin typeface="Tahoma"/>
                <a:ea typeface="Tahoma"/>
                <a:cs typeface="Tahoma"/>
                <a:sym typeface="Tahoma"/>
              </a:defRPr>
            </a:lvl8pPr>
            <a:lvl9pPr indent="0" lvl="8" marL="0" algn="r">
              <a:spcBef>
                <a:spcPts val="0"/>
              </a:spcBef>
              <a:spcAft>
                <a:spcPts val="0"/>
              </a:spcAft>
              <a:buNone/>
              <a:defRPr sz="1000">
                <a:solidFill>
                  <a:srgbClr val="000000"/>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5" name="Shape 275"/>
        <p:cNvGrpSpPr/>
        <p:nvPr/>
      </p:nvGrpSpPr>
      <p:grpSpPr>
        <a:xfrm>
          <a:off x="0" y="0"/>
          <a:ext cx="0" cy="0"/>
          <a:chOff x="0" y="0"/>
          <a:chExt cx="0" cy="0"/>
        </a:xfrm>
      </p:grpSpPr>
      <p:sp>
        <p:nvSpPr>
          <p:cNvPr id="276" name="Google Shape;276;p103"/>
          <p:cNvSpPr txBox="1"/>
          <p:nvPr>
            <p:ph type="title"/>
          </p:nvPr>
        </p:nvSpPr>
        <p:spPr>
          <a:xfrm>
            <a:off x="685800" y="228600"/>
            <a:ext cx="7772400" cy="914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77" name="Google Shape;277;p103"/>
          <p:cNvSpPr txBox="1"/>
          <p:nvPr>
            <p:ph idx="10" type="dt"/>
          </p:nvPr>
        </p:nvSpPr>
        <p:spPr>
          <a:xfrm>
            <a:off x="685800" y="6400800"/>
            <a:ext cx="1905000" cy="3048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8" name="Google Shape;278;p103"/>
          <p:cNvSpPr txBox="1"/>
          <p:nvPr>
            <p:ph idx="11" type="ftr"/>
          </p:nvPr>
        </p:nvSpPr>
        <p:spPr>
          <a:xfrm>
            <a:off x="3124200" y="6400800"/>
            <a:ext cx="2895600" cy="3048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9" name="Google Shape;279;p103"/>
          <p:cNvSpPr txBox="1"/>
          <p:nvPr>
            <p:ph idx="12" type="sldNum"/>
          </p:nvPr>
        </p:nvSpPr>
        <p:spPr>
          <a:xfrm>
            <a:off x="6553200" y="6400800"/>
            <a:ext cx="1905000" cy="304800"/>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sz="1000">
                <a:solidFill>
                  <a:srgbClr val="000000"/>
                </a:solidFill>
                <a:latin typeface="Tahoma"/>
                <a:ea typeface="Tahoma"/>
                <a:cs typeface="Tahoma"/>
                <a:sym typeface="Tahoma"/>
              </a:defRPr>
            </a:lvl1pPr>
            <a:lvl2pPr indent="0" lvl="1" marL="0" algn="r">
              <a:spcBef>
                <a:spcPts val="0"/>
              </a:spcBef>
              <a:spcAft>
                <a:spcPts val="0"/>
              </a:spcAft>
              <a:buNone/>
              <a:defRPr sz="1000">
                <a:solidFill>
                  <a:srgbClr val="000000"/>
                </a:solidFill>
                <a:latin typeface="Tahoma"/>
                <a:ea typeface="Tahoma"/>
                <a:cs typeface="Tahoma"/>
                <a:sym typeface="Tahoma"/>
              </a:defRPr>
            </a:lvl2pPr>
            <a:lvl3pPr indent="0" lvl="2" marL="0" algn="r">
              <a:spcBef>
                <a:spcPts val="0"/>
              </a:spcBef>
              <a:spcAft>
                <a:spcPts val="0"/>
              </a:spcAft>
              <a:buNone/>
              <a:defRPr sz="1000">
                <a:solidFill>
                  <a:srgbClr val="000000"/>
                </a:solidFill>
                <a:latin typeface="Tahoma"/>
                <a:ea typeface="Tahoma"/>
                <a:cs typeface="Tahoma"/>
                <a:sym typeface="Tahoma"/>
              </a:defRPr>
            </a:lvl3pPr>
            <a:lvl4pPr indent="0" lvl="3" marL="0" algn="r">
              <a:spcBef>
                <a:spcPts val="0"/>
              </a:spcBef>
              <a:spcAft>
                <a:spcPts val="0"/>
              </a:spcAft>
              <a:buNone/>
              <a:defRPr sz="1000">
                <a:solidFill>
                  <a:srgbClr val="000000"/>
                </a:solidFill>
                <a:latin typeface="Tahoma"/>
                <a:ea typeface="Tahoma"/>
                <a:cs typeface="Tahoma"/>
                <a:sym typeface="Tahoma"/>
              </a:defRPr>
            </a:lvl4pPr>
            <a:lvl5pPr indent="0" lvl="4" marL="0" algn="r">
              <a:spcBef>
                <a:spcPts val="0"/>
              </a:spcBef>
              <a:spcAft>
                <a:spcPts val="0"/>
              </a:spcAft>
              <a:buNone/>
              <a:defRPr sz="1000">
                <a:solidFill>
                  <a:srgbClr val="000000"/>
                </a:solidFill>
                <a:latin typeface="Tahoma"/>
                <a:ea typeface="Tahoma"/>
                <a:cs typeface="Tahoma"/>
                <a:sym typeface="Tahoma"/>
              </a:defRPr>
            </a:lvl5pPr>
            <a:lvl6pPr indent="0" lvl="5" marL="0" algn="r">
              <a:spcBef>
                <a:spcPts val="0"/>
              </a:spcBef>
              <a:spcAft>
                <a:spcPts val="0"/>
              </a:spcAft>
              <a:buNone/>
              <a:defRPr sz="1000">
                <a:solidFill>
                  <a:srgbClr val="000000"/>
                </a:solidFill>
                <a:latin typeface="Tahoma"/>
                <a:ea typeface="Tahoma"/>
                <a:cs typeface="Tahoma"/>
                <a:sym typeface="Tahoma"/>
              </a:defRPr>
            </a:lvl6pPr>
            <a:lvl7pPr indent="0" lvl="6" marL="0" algn="r">
              <a:spcBef>
                <a:spcPts val="0"/>
              </a:spcBef>
              <a:spcAft>
                <a:spcPts val="0"/>
              </a:spcAft>
              <a:buNone/>
              <a:defRPr sz="1000">
                <a:solidFill>
                  <a:srgbClr val="000000"/>
                </a:solidFill>
                <a:latin typeface="Tahoma"/>
                <a:ea typeface="Tahoma"/>
                <a:cs typeface="Tahoma"/>
                <a:sym typeface="Tahoma"/>
              </a:defRPr>
            </a:lvl7pPr>
            <a:lvl8pPr indent="0" lvl="7" marL="0" algn="r">
              <a:spcBef>
                <a:spcPts val="0"/>
              </a:spcBef>
              <a:spcAft>
                <a:spcPts val="0"/>
              </a:spcAft>
              <a:buNone/>
              <a:defRPr sz="1000">
                <a:solidFill>
                  <a:srgbClr val="000000"/>
                </a:solidFill>
                <a:latin typeface="Tahoma"/>
                <a:ea typeface="Tahoma"/>
                <a:cs typeface="Tahoma"/>
                <a:sym typeface="Tahoma"/>
              </a:defRPr>
            </a:lvl8pPr>
            <a:lvl9pPr indent="0" lvl="8" marL="0" algn="r">
              <a:spcBef>
                <a:spcPts val="0"/>
              </a:spcBef>
              <a:spcAft>
                <a:spcPts val="0"/>
              </a:spcAft>
              <a:buNone/>
              <a:defRPr sz="1000">
                <a:solidFill>
                  <a:srgbClr val="000000"/>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80" name="Shape 280"/>
        <p:cNvGrpSpPr/>
        <p:nvPr/>
      </p:nvGrpSpPr>
      <p:grpSpPr>
        <a:xfrm>
          <a:off x="0" y="0"/>
          <a:ext cx="0" cy="0"/>
          <a:chOff x="0" y="0"/>
          <a:chExt cx="0" cy="0"/>
        </a:xfrm>
      </p:grpSpPr>
      <p:sp>
        <p:nvSpPr>
          <p:cNvPr id="281" name="Google Shape;281;p104"/>
          <p:cNvSpPr txBox="1"/>
          <p:nvPr>
            <p:ph idx="10" type="dt"/>
          </p:nvPr>
        </p:nvSpPr>
        <p:spPr>
          <a:xfrm>
            <a:off x="685800" y="6400800"/>
            <a:ext cx="1905000" cy="3048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2" name="Google Shape;282;p104"/>
          <p:cNvSpPr txBox="1"/>
          <p:nvPr>
            <p:ph idx="11" type="ftr"/>
          </p:nvPr>
        </p:nvSpPr>
        <p:spPr>
          <a:xfrm>
            <a:off x="3124200" y="6400800"/>
            <a:ext cx="2895600" cy="3048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3" name="Google Shape;283;p104"/>
          <p:cNvSpPr txBox="1"/>
          <p:nvPr>
            <p:ph idx="12" type="sldNum"/>
          </p:nvPr>
        </p:nvSpPr>
        <p:spPr>
          <a:xfrm>
            <a:off x="6553200" y="6400800"/>
            <a:ext cx="1905000" cy="304800"/>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sz="1000">
                <a:solidFill>
                  <a:srgbClr val="000000"/>
                </a:solidFill>
                <a:latin typeface="Tahoma"/>
                <a:ea typeface="Tahoma"/>
                <a:cs typeface="Tahoma"/>
                <a:sym typeface="Tahoma"/>
              </a:defRPr>
            </a:lvl1pPr>
            <a:lvl2pPr indent="0" lvl="1" marL="0" algn="r">
              <a:spcBef>
                <a:spcPts val="0"/>
              </a:spcBef>
              <a:spcAft>
                <a:spcPts val="0"/>
              </a:spcAft>
              <a:buNone/>
              <a:defRPr sz="1000">
                <a:solidFill>
                  <a:srgbClr val="000000"/>
                </a:solidFill>
                <a:latin typeface="Tahoma"/>
                <a:ea typeface="Tahoma"/>
                <a:cs typeface="Tahoma"/>
                <a:sym typeface="Tahoma"/>
              </a:defRPr>
            </a:lvl2pPr>
            <a:lvl3pPr indent="0" lvl="2" marL="0" algn="r">
              <a:spcBef>
                <a:spcPts val="0"/>
              </a:spcBef>
              <a:spcAft>
                <a:spcPts val="0"/>
              </a:spcAft>
              <a:buNone/>
              <a:defRPr sz="1000">
                <a:solidFill>
                  <a:srgbClr val="000000"/>
                </a:solidFill>
                <a:latin typeface="Tahoma"/>
                <a:ea typeface="Tahoma"/>
                <a:cs typeface="Tahoma"/>
                <a:sym typeface="Tahoma"/>
              </a:defRPr>
            </a:lvl3pPr>
            <a:lvl4pPr indent="0" lvl="3" marL="0" algn="r">
              <a:spcBef>
                <a:spcPts val="0"/>
              </a:spcBef>
              <a:spcAft>
                <a:spcPts val="0"/>
              </a:spcAft>
              <a:buNone/>
              <a:defRPr sz="1000">
                <a:solidFill>
                  <a:srgbClr val="000000"/>
                </a:solidFill>
                <a:latin typeface="Tahoma"/>
                <a:ea typeface="Tahoma"/>
                <a:cs typeface="Tahoma"/>
                <a:sym typeface="Tahoma"/>
              </a:defRPr>
            </a:lvl4pPr>
            <a:lvl5pPr indent="0" lvl="4" marL="0" algn="r">
              <a:spcBef>
                <a:spcPts val="0"/>
              </a:spcBef>
              <a:spcAft>
                <a:spcPts val="0"/>
              </a:spcAft>
              <a:buNone/>
              <a:defRPr sz="1000">
                <a:solidFill>
                  <a:srgbClr val="000000"/>
                </a:solidFill>
                <a:latin typeface="Tahoma"/>
                <a:ea typeface="Tahoma"/>
                <a:cs typeface="Tahoma"/>
                <a:sym typeface="Tahoma"/>
              </a:defRPr>
            </a:lvl5pPr>
            <a:lvl6pPr indent="0" lvl="5" marL="0" algn="r">
              <a:spcBef>
                <a:spcPts val="0"/>
              </a:spcBef>
              <a:spcAft>
                <a:spcPts val="0"/>
              </a:spcAft>
              <a:buNone/>
              <a:defRPr sz="1000">
                <a:solidFill>
                  <a:srgbClr val="000000"/>
                </a:solidFill>
                <a:latin typeface="Tahoma"/>
                <a:ea typeface="Tahoma"/>
                <a:cs typeface="Tahoma"/>
                <a:sym typeface="Tahoma"/>
              </a:defRPr>
            </a:lvl6pPr>
            <a:lvl7pPr indent="0" lvl="6" marL="0" algn="r">
              <a:spcBef>
                <a:spcPts val="0"/>
              </a:spcBef>
              <a:spcAft>
                <a:spcPts val="0"/>
              </a:spcAft>
              <a:buNone/>
              <a:defRPr sz="1000">
                <a:solidFill>
                  <a:srgbClr val="000000"/>
                </a:solidFill>
                <a:latin typeface="Tahoma"/>
                <a:ea typeface="Tahoma"/>
                <a:cs typeface="Tahoma"/>
                <a:sym typeface="Tahoma"/>
              </a:defRPr>
            </a:lvl7pPr>
            <a:lvl8pPr indent="0" lvl="7" marL="0" algn="r">
              <a:spcBef>
                <a:spcPts val="0"/>
              </a:spcBef>
              <a:spcAft>
                <a:spcPts val="0"/>
              </a:spcAft>
              <a:buNone/>
              <a:defRPr sz="1000">
                <a:solidFill>
                  <a:srgbClr val="000000"/>
                </a:solidFill>
                <a:latin typeface="Tahoma"/>
                <a:ea typeface="Tahoma"/>
                <a:cs typeface="Tahoma"/>
                <a:sym typeface="Tahoma"/>
              </a:defRPr>
            </a:lvl8pPr>
            <a:lvl9pPr indent="0" lvl="8" marL="0" algn="r">
              <a:spcBef>
                <a:spcPts val="0"/>
              </a:spcBef>
              <a:spcAft>
                <a:spcPts val="0"/>
              </a:spcAft>
              <a:buNone/>
              <a:defRPr sz="1000">
                <a:solidFill>
                  <a:srgbClr val="000000"/>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84" name="Shape 284"/>
        <p:cNvGrpSpPr/>
        <p:nvPr/>
      </p:nvGrpSpPr>
      <p:grpSpPr>
        <a:xfrm>
          <a:off x="0" y="0"/>
          <a:ext cx="0" cy="0"/>
          <a:chOff x="0" y="0"/>
          <a:chExt cx="0" cy="0"/>
        </a:xfrm>
      </p:grpSpPr>
      <p:sp>
        <p:nvSpPr>
          <p:cNvPr id="285" name="Google Shape;285;p105"/>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86" name="Google Shape;286;p105"/>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rgbClr val="000000"/>
              </a:buClr>
              <a:buSzPts val="3200"/>
              <a:buFont typeface="Tahoma"/>
              <a:buChar char="•"/>
              <a:defRPr sz="3200"/>
            </a:lvl1pPr>
            <a:lvl2pPr indent="-406400" lvl="1" marL="914400" algn="l">
              <a:spcBef>
                <a:spcPts val="560"/>
              </a:spcBef>
              <a:spcAft>
                <a:spcPts val="0"/>
              </a:spcAft>
              <a:buClr>
                <a:srgbClr val="000000"/>
              </a:buClr>
              <a:buSzPts val="2800"/>
              <a:buFont typeface="Tahoma"/>
              <a:buChar char="–"/>
              <a:defRPr sz="2800"/>
            </a:lvl2pPr>
            <a:lvl3pPr indent="-381000" lvl="2" marL="1371600" algn="l">
              <a:spcBef>
                <a:spcPts val="480"/>
              </a:spcBef>
              <a:spcAft>
                <a:spcPts val="0"/>
              </a:spcAft>
              <a:buClr>
                <a:srgbClr val="000000"/>
              </a:buClr>
              <a:buSzPts val="2400"/>
              <a:buFont typeface="Angsana New"/>
              <a:buChar char="•"/>
              <a:defRPr sz="2400"/>
            </a:lvl3pPr>
            <a:lvl4pPr indent="-355600" lvl="3" marL="1828800" algn="l">
              <a:spcBef>
                <a:spcPts val="400"/>
              </a:spcBef>
              <a:spcAft>
                <a:spcPts val="0"/>
              </a:spcAft>
              <a:buClr>
                <a:srgbClr val="000000"/>
              </a:buClr>
              <a:buSzPts val="2000"/>
              <a:buFont typeface="Angsana New"/>
              <a:buChar char="–"/>
              <a:defRPr sz="2000"/>
            </a:lvl4pPr>
            <a:lvl5pPr indent="-355600" lvl="4" marL="2286000" algn="l">
              <a:spcBef>
                <a:spcPts val="400"/>
              </a:spcBef>
              <a:spcAft>
                <a:spcPts val="0"/>
              </a:spcAft>
              <a:buClr>
                <a:srgbClr val="000000"/>
              </a:buClr>
              <a:buSzPts val="2000"/>
              <a:buFont typeface="Angsana New"/>
              <a:buChar char="»"/>
              <a:defRPr sz="2000"/>
            </a:lvl5pPr>
            <a:lvl6pPr indent="-355600" lvl="5" marL="2743200" algn="l">
              <a:spcBef>
                <a:spcPts val="400"/>
              </a:spcBef>
              <a:spcAft>
                <a:spcPts val="0"/>
              </a:spcAft>
              <a:buClr>
                <a:srgbClr val="000000"/>
              </a:buClr>
              <a:buSzPts val="2000"/>
              <a:buFont typeface="Angsana New"/>
              <a:buChar char="»"/>
              <a:defRPr sz="2000"/>
            </a:lvl6pPr>
            <a:lvl7pPr indent="-355600" lvl="6" marL="3200400" algn="l">
              <a:spcBef>
                <a:spcPts val="400"/>
              </a:spcBef>
              <a:spcAft>
                <a:spcPts val="0"/>
              </a:spcAft>
              <a:buClr>
                <a:srgbClr val="000000"/>
              </a:buClr>
              <a:buSzPts val="2000"/>
              <a:buFont typeface="Angsana New"/>
              <a:buChar char="»"/>
              <a:defRPr sz="2000"/>
            </a:lvl7pPr>
            <a:lvl8pPr indent="-355600" lvl="7" marL="3657600" algn="l">
              <a:spcBef>
                <a:spcPts val="400"/>
              </a:spcBef>
              <a:spcAft>
                <a:spcPts val="0"/>
              </a:spcAft>
              <a:buClr>
                <a:srgbClr val="000000"/>
              </a:buClr>
              <a:buSzPts val="2000"/>
              <a:buFont typeface="Angsana New"/>
              <a:buChar char="»"/>
              <a:defRPr sz="2000"/>
            </a:lvl8pPr>
            <a:lvl9pPr indent="-355600" lvl="8" marL="4114800" algn="l">
              <a:spcBef>
                <a:spcPts val="400"/>
              </a:spcBef>
              <a:spcAft>
                <a:spcPts val="0"/>
              </a:spcAft>
              <a:buClr>
                <a:srgbClr val="000000"/>
              </a:buClr>
              <a:buSzPts val="2000"/>
              <a:buFont typeface="Angsana New"/>
              <a:buChar char="»"/>
              <a:defRPr sz="2000"/>
            </a:lvl9pPr>
          </a:lstStyle>
          <a:p/>
        </p:txBody>
      </p:sp>
      <p:sp>
        <p:nvSpPr>
          <p:cNvPr id="287" name="Google Shape;287;p105"/>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rgbClr val="000000"/>
              </a:buClr>
              <a:buSzPts val="1400"/>
              <a:buFont typeface="Tahoma"/>
              <a:buNone/>
              <a:defRPr sz="1400"/>
            </a:lvl1pPr>
            <a:lvl2pPr indent="-228600" lvl="1" marL="914400" algn="l">
              <a:spcBef>
                <a:spcPts val="240"/>
              </a:spcBef>
              <a:spcAft>
                <a:spcPts val="0"/>
              </a:spcAft>
              <a:buClr>
                <a:srgbClr val="000000"/>
              </a:buClr>
              <a:buSzPts val="1200"/>
              <a:buFont typeface="Tahoma"/>
              <a:buNone/>
              <a:defRPr sz="1200"/>
            </a:lvl2pPr>
            <a:lvl3pPr indent="-228600" lvl="2" marL="1371600" algn="l">
              <a:spcBef>
                <a:spcPts val="200"/>
              </a:spcBef>
              <a:spcAft>
                <a:spcPts val="0"/>
              </a:spcAft>
              <a:buClr>
                <a:srgbClr val="000000"/>
              </a:buClr>
              <a:buSzPts val="1000"/>
              <a:buFont typeface="Angsana New"/>
              <a:buNone/>
              <a:defRPr sz="1000"/>
            </a:lvl3pPr>
            <a:lvl4pPr indent="-228600" lvl="3" marL="1828800" algn="l">
              <a:spcBef>
                <a:spcPts val="180"/>
              </a:spcBef>
              <a:spcAft>
                <a:spcPts val="0"/>
              </a:spcAft>
              <a:buClr>
                <a:srgbClr val="000000"/>
              </a:buClr>
              <a:buSzPts val="900"/>
              <a:buFont typeface="Angsana New"/>
              <a:buNone/>
              <a:defRPr sz="900"/>
            </a:lvl4pPr>
            <a:lvl5pPr indent="-228600" lvl="4" marL="2286000" algn="l">
              <a:spcBef>
                <a:spcPts val="180"/>
              </a:spcBef>
              <a:spcAft>
                <a:spcPts val="0"/>
              </a:spcAft>
              <a:buClr>
                <a:srgbClr val="000000"/>
              </a:buClr>
              <a:buSzPts val="900"/>
              <a:buFont typeface="Angsana New"/>
              <a:buNone/>
              <a:defRPr sz="900"/>
            </a:lvl5pPr>
            <a:lvl6pPr indent="-228600" lvl="5" marL="2743200" algn="l">
              <a:spcBef>
                <a:spcPts val="180"/>
              </a:spcBef>
              <a:spcAft>
                <a:spcPts val="0"/>
              </a:spcAft>
              <a:buClr>
                <a:srgbClr val="000000"/>
              </a:buClr>
              <a:buSzPts val="900"/>
              <a:buFont typeface="Angsana New"/>
              <a:buNone/>
              <a:defRPr sz="900"/>
            </a:lvl6pPr>
            <a:lvl7pPr indent="-228600" lvl="6" marL="3200400" algn="l">
              <a:spcBef>
                <a:spcPts val="180"/>
              </a:spcBef>
              <a:spcAft>
                <a:spcPts val="0"/>
              </a:spcAft>
              <a:buClr>
                <a:srgbClr val="000000"/>
              </a:buClr>
              <a:buSzPts val="900"/>
              <a:buFont typeface="Angsana New"/>
              <a:buNone/>
              <a:defRPr sz="900"/>
            </a:lvl7pPr>
            <a:lvl8pPr indent="-228600" lvl="7" marL="3657600" algn="l">
              <a:spcBef>
                <a:spcPts val="180"/>
              </a:spcBef>
              <a:spcAft>
                <a:spcPts val="0"/>
              </a:spcAft>
              <a:buClr>
                <a:srgbClr val="000000"/>
              </a:buClr>
              <a:buSzPts val="900"/>
              <a:buFont typeface="Angsana New"/>
              <a:buNone/>
              <a:defRPr sz="900"/>
            </a:lvl8pPr>
            <a:lvl9pPr indent="-228600" lvl="8" marL="4114800" algn="l">
              <a:spcBef>
                <a:spcPts val="180"/>
              </a:spcBef>
              <a:spcAft>
                <a:spcPts val="0"/>
              </a:spcAft>
              <a:buClr>
                <a:srgbClr val="000000"/>
              </a:buClr>
              <a:buSzPts val="900"/>
              <a:buFont typeface="Angsana New"/>
              <a:buNone/>
              <a:defRPr sz="900"/>
            </a:lvl9pPr>
          </a:lstStyle>
          <a:p/>
        </p:txBody>
      </p:sp>
      <p:sp>
        <p:nvSpPr>
          <p:cNvPr id="288" name="Google Shape;288;p105"/>
          <p:cNvSpPr txBox="1"/>
          <p:nvPr>
            <p:ph idx="10" type="dt"/>
          </p:nvPr>
        </p:nvSpPr>
        <p:spPr>
          <a:xfrm>
            <a:off x="685800" y="6400800"/>
            <a:ext cx="1905000" cy="3048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9" name="Google Shape;289;p105"/>
          <p:cNvSpPr txBox="1"/>
          <p:nvPr>
            <p:ph idx="11" type="ftr"/>
          </p:nvPr>
        </p:nvSpPr>
        <p:spPr>
          <a:xfrm>
            <a:off x="3124200" y="6400800"/>
            <a:ext cx="2895600" cy="3048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0" name="Google Shape;290;p105"/>
          <p:cNvSpPr txBox="1"/>
          <p:nvPr>
            <p:ph idx="12" type="sldNum"/>
          </p:nvPr>
        </p:nvSpPr>
        <p:spPr>
          <a:xfrm>
            <a:off x="6553200" y="6400800"/>
            <a:ext cx="1905000" cy="304800"/>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sz="1000">
                <a:solidFill>
                  <a:srgbClr val="000000"/>
                </a:solidFill>
                <a:latin typeface="Tahoma"/>
                <a:ea typeface="Tahoma"/>
                <a:cs typeface="Tahoma"/>
                <a:sym typeface="Tahoma"/>
              </a:defRPr>
            </a:lvl1pPr>
            <a:lvl2pPr indent="0" lvl="1" marL="0" algn="r">
              <a:spcBef>
                <a:spcPts val="0"/>
              </a:spcBef>
              <a:spcAft>
                <a:spcPts val="0"/>
              </a:spcAft>
              <a:buNone/>
              <a:defRPr sz="1000">
                <a:solidFill>
                  <a:srgbClr val="000000"/>
                </a:solidFill>
                <a:latin typeface="Tahoma"/>
                <a:ea typeface="Tahoma"/>
                <a:cs typeface="Tahoma"/>
                <a:sym typeface="Tahoma"/>
              </a:defRPr>
            </a:lvl2pPr>
            <a:lvl3pPr indent="0" lvl="2" marL="0" algn="r">
              <a:spcBef>
                <a:spcPts val="0"/>
              </a:spcBef>
              <a:spcAft>
                <a:spcPts val="0"/>
              </a:spcAft>
              <a:buNone/>
              <a:defRPr sz="1000">
                <a:solidFill>
                  <a:srgbClr val="000000"/>
                </a:solidFill>
                <a:latin typeface="Tahoma"/>
                <a:ea typeface="Tahoma"/>
                <a:cs typeface="Tahoma"/>
                <a:sym typeface="Tahoma"/>
              </a:defRPr>
            </a:lvl3pPr>
            <a:lvl4pPr indent="0" lvl="3" marL="0" algn="r">
              <a:spcBef>
                <a:spcPts val="0"/>
              </a:spcBef>
              <a:spcAft>
                <a:spcPts val="0"/>
              </a:spcAft>
              <a:buNone/>
              <a:defRPr sz="1000">
                <a:solidFill>
                  <a:srgbClr val="000000"/>
                </a:solidFill>
                <a:latin typeface="Tahoma"/>
                <a:ea typeface="Tahoma"/>
                <a:cs typeface="Tahoma"/>
                <a:sym typeface="Tahoma"/>
              </a:defRPr>
            </a:lvl4pPr>
            <a:lvl5pPr indent="0" lvl="4" marL="0" algn="r">
              <a:spcBef>
                <a:spcPts val="0"/>
              </a:spcBef>
              <a:spcAft>
                <a:spcPts val="0"/>
              </a:spcAft>
              <a:buNone/>
              <a:defRPr sz="1000">
                <a:solidFill>
                  <a:srgbClr val="000000"/>
                </a:solidFill>
                <a:latin typeface="Tahoma"/>
                <a:ea typeface="Tahoma"/>
                <a:cs typeface="Tahoma"/>
                <a:sym typeface="Tahoma"/>
              </a:defRPr>
            </a:lvl5pPr>
            <a:lvl6pPr indent="0" lvl="5" marL="0" algn="r">
              <a:spcBef>
                <a:spcPts val="0"/>
              </a:spcBef>
              <a:spcAft>
                <a:spcPts val="0"/>
              </a:spcAft>
              <a:buNone/>
              <a:defRPr sz="1000">
                <a:solidFill>
                  <a:srgbClr val="000000"/>
                </a:solidFill>
                <a:latin typeface="Tahoma"/>
                <a:ea typeface="Tahoma"/>
                <a:cs typeface="Tahoma"/>
                <a:sym typeface="Tahoma"/>
              </a:defRPr>
            </a:lvl6pPr>
            <a:lvl7pPr indent="0" lvl="6" marL="0" algn="r">
              <a:spcBef>
                <a:spcPts val="0"/>
              </a:spcBef>
              <a:spcAft>
                <a:spcPts val="0"/>
              </a:spcAft>
              <a:buNone/>
              <a:defRPr sz="1000">
                <a:solidFill>
                  <a:srgbClr val="000000"/>
                </a:solidFill>
                <a:latin typeface="Tahoma"/>
                <a:ea typeface="Tahoma"/>
                <a:cs typeface="Tahoma"/>
                <a:sym typeface="Tahoma"/>
              </a:defRPr>
            </a:lvl7pPr>
            <a:lvl8pPr indent="0" lvl="7" marL="0" algn="r">
              <a:spcBef>
                <a:spcPts val="0"/>
              </a:spcBef>
              <a:spcAft>
                <a:spcPts val="0"/>
              </a:spcAft>
              <a:buNone/>
              <a:defRPr sz="1000">
                <a:solidFill>
                  <a:srgbClr val="000000"/>
                </a:solidFill>
                <a:latin typeface="Tahoma"/>
                <a:ea typeface="Tahoma"/>
                <a:cs typeface="Tahoma"/>
                <a:sym typeface="Tahoma"/>
              </a:defRPr>
            </a:lvl8pPr>
            <a:lvl9pPr indent="0" lvl="8" marL="0" algn="r">
              <a:spcBef>
                <a:spcPts val="0"/>
              </a:spcBef>
              <a:spcAft>
                <a:spcPts val="0"/>
              </a:spcAft>
              <a:buNone/>
              <a:defRPr sz="1000">
                <a:solidFill>
                  <a:srgbClr val="000000"/>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91" name="Shape 291"/>
        <p:cNvGrpSpPr/>
        <p:nvPr/>
      </p:nvGrpSpPr>
      <p:grpSpPr>
        <a:xfrm>
          <a:off x="0" y="0"/>
          <a:ext cx="0" cy="0"/>
          <a:chOff x="0" y="0"/>
          <a:chExt cx="0" cy="0"/>
        </a:xfrm>
      </p:grpSpPr>
      <p:sp>
        <p:nvSpPr>
          <p:cNvPr id="292" name="Google Shape;292;p10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93" name="Google Shape;293;p106"/>
          <p:cNvSpPr/>
          <p:nvPr>
            <p:ph idx="2" type="pic"/>
          </p:nvPr>
        </p:nvSpPr>
        <p:spPr>
          <a:xfrm>
            <a:off x="1792288" y="612775"/>
            <a:ext cx="5486400" cy="4114800"/>
          </a:xfrm>
          <a:prstGeom prst="rect">
            <a:avLst/>
          </a:prstGeom>
          <a:noFill/>
          <a:ln>
            <a:noFill/>
          </a:ln>
        </p:spPr>
      </p:sp>
      <p:sp>
        <p:nvSpPr>
          <p:cNvPr id="294" name="Google Shape;294;p10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rgbClr val="000000"/>
              </a:buClr>
              <a:buSzPts val="1400"/>
              <a:buFont typeface="Tahoma"/>
              <a:buNone/>
              <a:defRPr sz="1400"/>
            </a:lvl1pPr>
            <a:lvl2pPr indent="-228600" lvl="1" marL="914400" algn="l">
              <a:spcBef>
                <a:spcPts val="240"/>
              </a:spcBef>
              <a:spcAft>
                <a:spcPts val="0"/>
              </a:spcAft>
              <a:buClr>
                <a:srgbClr val="000000"/>
              </a:buClr>
              <a:buSzPts val="1200"/>
              <a:buFont typeface="Tahoma"/>
              <a:buNone/>
              <a:defRPr sz="1200"/>
            </a:lvl2pPr>
            <a:lvl3pPr indent="-228600" lvl="2" marL="1371600" algn="l">
              <a:spcBef>
                <a:spcPts val="200"/>
              </a:spcBef>
              <a:spcAft>
                <a:spcPts val="0"/>
              </a:spcAft>
              <a:buClr>
                <a:srgbClr val="000000"/>
              </a:buClr>
              <a:buSzPts val="1000"/>
              <a:buFont typeface="Angsana New"/>
              <a:buNone/>
              <a:defRPr sz="1000"/>
            </a:lvl3pPr>
            <a:lvl4pPr indent="-228600" lvl="3" marL="1828800" algn="l">
              <a:spcBef>
                <a:spcPts val="180"/>
              </a:spcBef>
              <a:spcAft>
                <a:spcPts val="0"/>
              </a:spcAft>
              <a:buClr>
                <a:srgbClr val="000000"/>
              </a:buClr>
              <a:buSzPts val="900"/>
              <a:buFont typeface="Angsana New"/>
              <a:buNone/>
              <a:defRPr sz="900"/>
            </a:lvl4pPr>
            <a:lvl5pPr indent="-228600" lvl="4" marL="2286000" algn="l">
              <a:spcBef>
                <a:spcPts val="180"/>
              </a:spcBef>
              <a:spcAft>
                <a:spcPts val="0"/>
              </a:spcAft>
              <a:buClr>
                <a:srgbClr val="000000"/>
              </a:buClr>
              <a:buSzPts val="900"/>
              <a:buFont typeface="Angsana New"/>
              <a:buNone/>
              <a:defRPr sz="900"/>
            </a:lvl5pPr>
            <a:lvl6pPr indent="-228600" lvl="5" marL="2743200" algn="l">
              <a:spcBef>
                <a:spcPts val="180"/>
              </a:spcBef>
              <a:spcAft>
                <a:spcPts val="0"/>
              </a:spcAft>
              <a:buClr>
                <a:srgbClr val="000000"/>
              </a:buClr>
              <a:buSzPts val="900"/>
              <a:buFont typeface="Angsana New"/>
              <a:buNone/>
              <a:defRPr sz="900"/>
            </a:lvl6pPr>
            <a:lvl7pPr indent="-228600" lvl="6" marL="3200400" algn="l">
              <a:spcBef>
                <a:spcPts val="180"/>
              </a:spcBef>
              <a:spcAft>
                <a:spcPts val="0"/>
              </a:spcAft>
              <a:buClr>
                <a:srgbClr val="000000"/>
              </a:buClr>
              <a:buSzPts val="900"/>
              <a:buFont typeface="Angsana New"/>
              <a:buNone/>
              <a:defRPr sz="900"/>
            </a:lvl7pPr>
            <a:lvl8pPr indent="-228600" lvl="7" marL="3657600" algn="l">
              <a:spcBef>
                <a:spcPts val="180"/>
              </a:spcBef>
              <a:spcAft>
                <a:spcPts val="0"/>
              </a:spcAft>
              <a:buClr>
                <a:srgbClr val="000000"/>
              </a:buClr>
              <a:buSzPts val="900"/>
              <a:buFont typeface="Angsana New"/>
              <a:buNone/>
              <a:defRPr sz="900"/>
            </a:lvl8pPr>
            <a:lvl9pPr indent="-228600" lvl="8" marL="4114800" algn="l">
              <a:spcBef>
                <a:spcPts val="180"/>
              </a:spcBef>
              <a:spcAft>
                <a:spcPts val="0"/>
              </a:spcAft>
              <a:buClr>
                <a:srgbClr val="000000"/>
              </a:buClr>
              <a:buSzPts val="900"/>
              <a:buFont typeface="Angsana New"/>
              <a:buNone/>
              <a:defRPr sz="900"/>
            </a:lvl9pPr>
          </a:lstStyle>
          <a:p/>
        </p:txBody>
      </p:sp>
      <p:sp>
        <p:nvSpPr>
          <p:cNvPr id="295" name="Google Shape;295;p106"/>
          <p:cNvSpPr txBox="1"/>
          <p:nvPr>
            <p:ph idx="10" type="dt"/>
          </p:nvPr>
        </p:nvSpPr>
        <p:spPr>
          <a:xfrm>
            <a:off x="685800" y="6400800"/>
            <a:ext cx="1905000" cy="3048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6" name="Google Shape;296;p106"/>
          <p:cNvSpPr txBox="1"/>
          <p:nvPr>
            <p:ph idx="11" type="ftr"/>
          </p:nvPr>
        </p:nvSpPr>
        <p:spPr>
          <a:xfrm>
            <a:off x="3124200" y="6400800"/>
            <a:ext cx="2895600" cy="3048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7" name="Google Shape;297;p106"/>
          <p:cNvSpPr txBox="1"/>
          <p:nvPr>
            <p:ph idx="12" type="sldNum"/>
          </p:nvPr>
        </p:nvSpPr>
        <p:spPr>
          <a:xfrm>
            <a:off x="6553200" y="6400800"/>
            <a:ext cx="1905000" cy="304800"/>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sz="1000">
                <a:solidFill>
                  <a:srgbClr val="000000"/>
                </a:solidFill>
                <a:latin typeface="Tahoma"/>
                <a:ea typeface="Tahoma"/>
                <a:cs typeface="Tahoma"/>
                <a:sym typeface="Tahoma"/>
              </a:defRPr>
            </a:lvl1pPr>
            <a:lvl2pPr indent="0" lvl="1" marL="0" algn="r">
              <a:spcBef>
                <a:spcPts val="0"/>
              </a:spcBef>
              <a:spcAft>
                <a:spcPts val="0"/>
              </a:spcAft>
              <a:buNone/>
              <a:defRPr sz="1000">
                <a:solidFill>
                  <a:srgbClr val="000000"/>
                </a:solidFill>
                <a:latin typeface="Tahoma"/>
                <a:ea typeface="Tahoma"/>
                <a:cs typeface="Tahoma"/>
                <a:sym typeface="Tahoma"/>
              </a:defRPr>
            </a:lvl2pPr>
            <a:lvl3pPr indent="0" lvl="2" marL="0" algn="r">
              <a:spcBef>
                <a:spcPts val="0"/>
              </a:spcBef>
              <a:spcAft>
                <a:spcPts val="0"/>
              </a:spcAft>
              <a:buNone/>
              <a:defRPr sz="1000">
                <a:solidFill>
                  <a:srgbClr val="000000"/>
                </a:solidFill>
                <a:latin typeface="Tahoma"/>
                <a:ea typeface="Tahoma"/>
                <a:cs typeface="Tahoma"/>
                <a:sym typeface="Tahoma"/>
              </a:defRPr>
            </a:lvl3pPr>
            <a:lvl4pPr indent="0" lvl="3" marL="0" algn="r">
              <a:spcBef>
                <a:spcPts val="0"/>
              </a:spcBef>
              <a:spcAft>
                <a:spcPts val="0"/>
              </a:spcAft>
              <a:buNone/>
              <a:defRPr sz="1000">
                <a:solidFill>
                  <a:srgbClr val="000000"/>
                </a:solidFill>
                <a:latin typeface="Tahoma"/>
                <a:ea typeface="Tahoma"/>
                <a:cs typeface="Tahoma"/>
                <a:sym typeface="Tahoma"/>
              </a:defRPr>
            </a:lvl4pPr>
            <a:lvl5pPr indent="0" lvl="4" marL="0" algn="r">
              <a:spcBef>
                <a:spcPts val="0"/>
              </a:spcBef>
              <a:spcAft>
                <a:spcPts val="0"/>
              </a:spcAft>
              <a:buNone/>
              <a:defRPr sz="1000">
                <a:solidFill>
                  <a:srgbClr val="000000"/>
                </a:solidFill>
                <a:latin typeface="Tahoma"/>
                <a:ea typeface="Tahoma"/>
                <a:cs typeface="Tahoma"/>
                <a:sym typeface="Tahoma"/>
              </a:defRPr>
            </a:lvl5pPr>
            <a:lvl6pPr indent="0" lvl="5" marL="0" algn="r">
              <a:spcBef>
                <a:spcPts val="0"/>
              </a:spcBef>
              <a:spcAft>
                <a:spcPts val="0"/>
              </a:spcAft>
              <a:buNone/>
              <a:defRPr sz="1000">
                <a:solidFill>
                  <a:srgbClr val="000000"/>
                </a:solidFill>
                <a:latin typeface="Tahoma"/>
                <a:ea typeface="Tahoma"/>
                <a:cs typeface="Tahoma"/>
                <a:sym typeface="Tahoma"/>
              </a:defRPr>
            </a:lvl6pPr>
            <a:lvl7pPr indent="0" lvl="6" marL="0" algn="r">
              <a:spcBef>
                <a:spcPts val="0"/>
              </a:spcBef>
              <a:spcAft>
                <a:spcPts val="0"/>
              </a:spcAft>
              <a:buNone/>
              <a:defRPr sz="1000">
                <a:solidFill>
                  <a:srgbClr val="000000"/>
                </a:solidFill>
                <a:latin typeface="Tahoma"/>
                <a:ea typeface="Tahoma"/>
                <a:cs typeface="Tahoma"/>
                <a:sym typeface="Tahoma"/>
              </a:defRPr>
            </a:lvl7pPr>
            <a:lvl8pPr indent="0" lvl="7" marL="0" algn="r">
              <a:spcBef>
                <a:spcPts val="0"/>
              </a:spcBef>
              <a:spcAft>
                <a:spcPts val="0"/>
              </a:spcAft>
              <a:buNone/>
              <a:defRPr sz="1000">
                <a:solidFill>
                  <a:srgbClr val="000000"/>
                </a:solidFill>
                <a:latin typeface="Tahoma"/>
                <a:ea typeface="Tahoma"/>
                <a:cs typeface="Tahoma"/>
                <a:sym typeface="Tahoma"/>
              </a:defRPr>
            </a:lvl8pPr>
            <a:lvl9pPr indent="0" lvl="8" marL="0" algn="r">
              <a:spcBef>
                <a:spcPts val="0"/>
              </a:spcBef>
              <a:spcAft>
                <a:spcPts val="0"/>
              </a:spcAft>
              <a:buNone/>
              <a:defRPr sz="1000">
                <a:solidFill>
                  <a:srgbClr val="000000"/>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98" name="Shape 298"/>
        <p:cNvGrpSpPr/>
        <p:nvPr/>
      </p:nvGrpSpPr>
      <p:grpSpPr>
        <a:xfrm>
          <a:off x="0" y="0"/>
          <a:ext cx="0" cy="0"/>
          <a:chOff x="0" y="0"/>
          <a:chExt cx="0" cy="0"/>
        </a:xfrm>
      </p:grpSpPr>
      <p:sp>
        <p:nvSpPr>
          <p:cNvPr id="299" name="Google Shape;299;p107"/>
          <p:cNvSpPr txBox="1"/>
          <p:nvPr>
            <p:ph type="title"/>
          </p:nvPr>
        </p:nvSpPr>
        <p:spPr>
          <a:xfrm>
            <a:off x="685800" y="228600"/>
            <a:ext cx="7772400" cy="914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00" name="Google Shape;300;p107"/>
          <p:cNvSpPr txBox="1"/>
          <p:nvPr>
            <p:ph idx="1" type="body"/>
          </p:nvPr>
        </p:nvSpPr>
        <p:spPr>
          <a:xfrm rot="5400000">
            <a:off x="2133600" y="0"/>
            <a:ext cx="4876800" cy="77724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rgbClr val="000000"/>
              </a:buClr>
              <a:buSzPts val="1800"/>
              <a:buChar char="•"/>
              <a:defRPr/>
            </a:lvl1pPr>
            <a:lvl2pPr indent="-342900" lvl="1" marL="914400" algn="l">
              <a:spcBef>
                <a:spcPts val="360"/>
              </a:spcBef>
              <a:spcAft>
                <a:spcPts val="0"/>
              </a:spcAft>
              <a:buClr>
                <a:srgbClr val="000000"/>
              </a:buClr>
              <a:buSzPts val="1800"/>
              <a:buChar char="–"/>
              <a:defRPr/>
            </a:lvl2pPr>
            <a:lvl3pPr indent="-342900" lvl="2" marL="1371600" algn="l">
              <a:spcBef>
                <a:spcPts val="360"/>
              </a:spcBef>
              <a:spcAft>
                <a:spcPts val="0"/>
              </a:spcAft>
              <a:buClr>
                <a:srgbClr val="000000"/>
              </a:buClr>
              <a:buSzPts val="1800"/>
              <a:buChar char="•"/>
              <a:defRPr/>
            </a:lvl3pPr>
            <a:lvl4pPr indent="-342900" lvl="3" marL="1828800" algn="l">
              <a:spcBef>
                <a:spcPts val="360"/>
              </a:spcBef>
              <a:spcAft>
                <a:spcPts val="0"/>
              </a:spcAft>
              <a:buClr>
                <a:srgbClr val="000000"/>
              </a:buClr>
              <a:buSzPts val="1800"/>
              <a:buChar char="–"/>
              <a:defRPr/>
            </a:lvl4pPr>
            <a:lvl5pPr indent="-342900" lvl="4" marL="2286000" algn="l">
              <a:spcBef>
                <a:spcPts val="360"/>
              </a:spcBef>
              <a:spcAft>
                <a:spcPts val="0"/>
              </a:spcAft>
              <a:buClr>
                <a:srgbClr val="000000"/>
              </a:buClr>
              <a:buSzPts val="1800"/>
              <a:buChar char="»"/>
              <a:defRPr/>
            </a:lvl5pPr>
            <a:lvl6pPr indent="-342900" lvl="5" marL="2743200" algn="l">
              <a:spcBef>
                <a:spcPts val="360"/>
              </a:spcBef>
              <a:spcAft>
                <a:spcPts val="0"/>
              </a:spcAft>
              <a:buClr>
                <a:srgbClr val="000000"/>
              </a:buClr>
              <a:buSzPts val="1800"/>
              <a:buChar char="»"/>
              <a:defRPr/>
            </a:lvl6pPr>
            <a:lvl7pPr indent="-342900" lvl="6" marL="3200400" algn="l">
              <a:spcBef>
                <a:spcPts val="360"/>
              </a:spcBef>
              <a:spcAft>
                <a:spcPts val="0"/>
              </a:spcAft>
              <a:buClr>
                <a:srgbClr val="000000"/>
              </a:buClr>
              <a:buSzPts val="1800"/>
              <a:buChar char="»"/>
              <a:defRPr/>
            </a:lvl7pPr>
            <a:lvl8pPr indent="-342900" lvl="7" marL="3657600" algn="l">
              <a:spcBef>
                <a:spcPts val="360"/>
              </a:spcBef>
              <a:spcAft>
                <a:spcPts val="0"/>
              </a:spcAft>
              <a:buClr>
                <a:srgbClr val="000000"/>
              </a:buClr>
              <a:buSzPts val="1800"/>
              <a:buChar char="»"/>
              <a:defRPr/>
            </a:lvl8pPr>
            <a:lvl9pPr indent="-342900" lvl="8" marL="4114800" algn="l">
              <a:spcBef>
                <a:spcPts val="360"/>
              </a:spcBef>
              <a:spcAft>
                <a:spcPts val="0"/>
              </a:spcAft>
              <a:buClr>
                <a:srgbClr val="000000"/>
              </a:buClr>
              <a:buSzPts val="1800"/>
              <a:buChar char="»"/>
              <a:defRPr/>
            </a:lvl9pPr>
          </a:lstStyle>
          <a:p/>
        </p:txBody>
      </p:sp>
      <p:sp>
        <p:nvSpPr>
          <p:cNvPr id="301" name="Google Shape;301;p107"/>
          <p:cNvSpPr txBox="1"/>
          <p:nvPr>
            <p:ph idx="10" type="dt"/>
          </p:nvPr>
        </p:nvSpPr>
        <p:spPr>
          <a:xfrm>
            <a:off x="685800" y="6400800"/>
            <a:ext cx="1905000" cy="3048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2" name="Google Shape;302;p107"/>
          <p:cNvSpPr txBox="1"/>
          <p:nvPr>
            <p:ph idx="11" type="ftr"/>
          </p:nvPr>
        </p:nvSpPr>
        <p:spPr>
          <a:xfrm>
            <a:off x="3124200" y="6400800"/>
            <a:ext cx="2895600" cy="3048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3" name="Google Shape;303;p107"/>
          <p:cNvSpPr txBox="1"/>
          <p:nvPr>
            <p:ph idx="12" type="sldNum"/>
          </p:nvPr>
        </p:nvSpPr>
        <p:spPr>
          <a:xfrm>
            <a:off x="6553200" y="6400800"/>
            <a:ext cx="1905000" cy="304800"/>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sz="1000">
                <a:solidFill>
                  <a:srgbClr val="000000"/>
                </a:solidFill>
                <a:latin typeface="Tahoma"/>
                <a:ea typeface="Tahoma"/>
                <a:cs typeface="Tahoma"/>
                <a:sym typeface="Tahoma"/>
              </a:defRPr>
            </a:lvl1pPr>
            <a:lvl2pPr indent="0" lvl="1" marL="0" algn="r">
              <a:spcBef>
                <a:spcPts val="0"/>
              </a:spcBef>
              <a:spcAft>
                <a:spcPts val="0"/>
              </a:spcAft>
              <a:buNone/>
              <a:defRPr sz="1000">
                <a:solidFill>
                  <a:srgbClr val="000000"/>
                </a:solidFill>
                <a:latin typeface="Tahoma"/>
                <a:ea typeface="Tahoma"/>
                <a:cs typeface="Tahoma"/>
                <a:sym typeface="Tahoma"/>
              </a:defRPr>
            </a:lvl2pPr>
            <a:lvl3pPr indent="0" lvl="2" marL="0" algn="r">
              <a:spcBef>
                <a:spcPts val="0"/>
              </a:spcBef>
              <a:spcAft>
                <a:spcPts val="0"/>
              </a:spcAft>
              <a:buNone/>
              <a:defRPr sz="1000">
                <a:solidFill>
                  <a:srgbClr val="000000"/>
                </a:solidFill>
                <a:latin typeface="Tahoma"/>
                <a:ea typeface="Tahoma"/>
                <a:cs typeface="Tahoma"/>
                <a:sym typeface="Tahoma"/>
              </a:defRPr>
            </a:lvl3pPr>
            <a:lvl4pPr indent="0" lvl="3" marL="0" algn="r">
              <a:spcBef>
                <a:spcPts val="0"/>
              </a:spcBef>
              <a:spcAft>
                <a:spcPts val="0"/>
              </a:spcAft>
              <a:buNone/>
              <a:defRPr sz="1000">
                <a:solidFill>
                  <a:srgbClr val="000000"/>
                </a:solidFill>
                <a:latin typeface="Tahoma"/>
                <a:ea typeface="Tahoma"/>
                <a:cs typeface="Tahoma"/>
                <a:sym typeface="Tahoma"/>
              </a:defRPr>
            </a:lvl4pPr>
            <a:lvl5pPr indent="0" lvl="4" marL="0" algn="r">
              <a:spcBef>
                <a:spcPts val="0"/>
              </a:spcBef>
              <a:spcAft>
                <a:spcPts val="0"/>
              </a:spcAft>
              <a:buNone/>
              <a:defRPr sz="1000">
                <a:solidFill>
                  <a:srgbClr val="000000"/>
                </a:solidFill>
                <a:latin typeface="Tahoma"/>
                <a:ea typeface="Tahoma"/>
                <a:cs typeface="Tahoma"/>
                <a:sym typeface="Tahoma"/>
              </a:defRPr>
            </a:lvl5pPr>
            <a:lvl6pPr indent="0" lvl="5" marL="0" algn="r">
              <a:spcBef>
                <a:spcPts val="0"/>
              </a:spcBef>
              <a:spcAft>
                <a:spcPts val="0"/>
              </a:spcAft>
              <a:buNone/>
              <a:defRPr sz="1000">
                <a:solidFill>
                  <a:srgbClr val="000000"/>
                </a:solidFill>
                <a:latin typeface="Tahoma"/>
                <a:ea typeface="Tahoma"/>
                <a:cs typeface="Tahoma"/>
                <a:sym typeface="Tahoma"/>
              </a:defRPr>
            </a:lvl6pPr>
            <a:lvl7pPr indent="0" lvl="6" marL="0" algn="r">
              <a:spcBef>
                <a:spcPts val="0"/>
              </a:spcBef>
              <a:spcAft>
                <a:spcPts val="0"/>
              </a:spcAft>
              <a:buNone/>
              <a:defRPr sz="1000">
                <a:solidFill>
                  <a:srgbClr val="000000"/>
                </a:solidFill>
                <a:latin typeface="Tahoma"/>
                <a:ea typeface="Tahoma"/>
                <a:cs typeface="Tahoma"/>
                <a:sym typeface="Tahoma"/>
              </a:defRPr>
            </a:lvl7pPr>
            <a:lvl8pPr indent="0" lvl="7" marL="0" algn="r">
              <a:spcBef>
                <a:spcPts val="0"/>
              </a:spcBef>
              <a:spcAft>
                <a:spcPts val="0"/>
              </a:spcAft>
              <a:buNone/>
              <a:defRPr sz="1000">
                <a:solidFill>
                  <a:srgbClr val="000000"/>
                </a:solidFill>
                <a:latin typeface="Tahoma"/>
                <a:ea typeface="Tahoma"/>
                <a:cs typeface="Tahoma"/>
                <a:sym typeface="Tahoma"/>
              </a:defRPr>
            </a:lvl8pPr>
            <a:lvl9pPr indent="0" lvl="8" marL="0" algn="r">
              <a:spcBef>
                <a:spcPts val="0"/>
              </a:spcBef>
              <a:spcAft>
                <a:spcPts val="0"/>
              </a:spcAft>
              <a:buNone/>
              <a:defRPr sz="1000">
                <a:solidFill>
                  <a:srgbClr val="000000"/>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304" name="Shape 304"/>
        <p:cNvGrpSpPr/>
        <p:nvPr/>
      </p:nvGrpSpPr>
      <p:grpSpPr>
        <a:xfrm>
          <a:off x="0" y="0"/>
          <a:ext cx="0" cy="0"/>
          <a:chOff x="0" y="0"/>
          <a:chExt cx="0" cy="0"/>
        </a:xfrm>
      </p:grpSpPr>
      <p:sp>
        <p:nvSpPr>
          <p:cNvPr id="305" name="Google Shape;305;p108"/>
          <p:cNvSpPr txBox="1"/>
          <p:nvPr>
            <p:ph type="title"/>
          </p:nvPr>
        </p:nvSpPr>
        <p:spPr>
          <a:xfrm rot="5400000">
            <a:off x="4438650" y="2305050"/>
            <a:ext cx="6096000" cy="1943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06" name="Google Shape;306;p108"/>
          <p:cNvSpPr txBox="1"/>
          <p:nvPr>
            <p:ph idx="1" type="body"/>
          </p:nvPr>
        </p:nvSpPr>
        <p:spPr>
          <a:xfrm rot="5400000">
            <a:off x="476250" y="438150"/>
            <a:ext cx="6096000" cy="56769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rgbClr val="000000"/>
              </a:buClr>
              <a:buSzPts val="1800"/>
              <a:buChar char="•"/>
              <a:defRPr/>
            </a:lvl1pPr>
            <a:lvl2pPr indent="-342900" lvl="1" marL="914400" algn="l">
              <a:spcBef>
                <a:spcPts val="360"/>
              </a:spcBef>
              <a:spcAft>
                <a:spcPts val="0"/>
              </a:spcAft>
              <a:buClr>
                <a:srgbClr val="000000"/>
              </a:buClr>
              <a:buSzPts val="1800"/>
              <a:buChar char="–"/>
              <a:defRPr/>
            </a:lvl2pPr>
            <a:lvl3pPr indent="-342900" lvl="2" marL="1371600" algn="l">
              <a:spcBef>
                <a:spcPts val="360"/>
              </a:spcBef>
              <a:spcAft>
                <a:spcPts val="0"/>
              </a:spcAft>
              <a:buClr>
                <a:srgbClr val="000000"/>
              </a:buClr>
              <a:buSzPts val="1800"/>
              <a:buChar char="•"/>
              <a:defRPr/>
            </a:lvl3pPr>
            <a:lvl4pPr indent="-342900" lvl="3" marL="1828800" algn="l">
              <a:spcBef>
                <a:spcPts val="360"/>
              </a:spcBef>
              <a:spcAft>
                <a:spcPts val="0"/>
              </a:spcAft>
              <a:buClr>
                <a:srgbClr val="000000"/>
              </a:buClr>
              <a:buSzPts val="1800"/>
              <a:buChar char="–"/>
              <a:defRPr/>
            </a:lvl4pPr>
            <a:lvl5pPr indent="-342900" lvl="4" marL="2286000" algn="l">
              <a:spcBef>
                <a:spcPts val="360"/>
              </a:spcBef>
              <a:spcAft>
                <a:spcPts val="0"/>
              </a:spcAft>
              <a:buClr>
                <a:srgbClr val="000000"/>
              </a:buClr>
              <a:buSzPts val="1800"/>
              <a:buChar char="»"/>
              <a:defRPr/>
            </a:lvl5pPr>
            <a:lvl6pPr indent="-342900" lvl="5" marL="2743200" algn="l">
              <a:spcBef>
                <a:spcPts val="360"/>
              </a:spcBef>
              <a:spcAft>
                <a:spcPts val="0"/>
              </a:spcAft>
              <a:buClr>
                <a:srgbClr val="000000"/>
              </a:buClr>
              <a:buSzPts val="1800"/>
              <a:buChar char="»"/>
              <a:defRPr/>
            </a:lvl6pPr>
            <a:lvl7pPr indent="-342900" lvl="6" marL="3200400" algn="l">
              <a:spcBef>
                <a:spcPts val="360"/>
              </a:spcBef>
              <a:spcAft>
                <a:spcPts val="0"/>
              </a:spcAft>
              <a:buClr>
                <a:srgbClr val="000000"/>
              </a:buClr>
              <a:buSzPts val="1800"/>
              <a:buChar char="»"/>
              <a:defRPr/>
            </a:lvl7pPr>
            <a:lvl8pPr indent="-342900" lvl="7" marL="3657600" algn="l">
              <a:spcBef>
                <a:spcPts val="360"/>
              </a:spcBef>
              <a:spcAft>
                <a:spcPts val="0"/>
              </a:spcAft>
              <a:buClr>
                <a:srgbClr val="000000"/>
              </a:buClr>
              <a:buSzPts val="1800"/>
              <a:buChar char="»"/>
              <a:defRPr/>
            </a:lvl8pPr>
            <a:lvl9pPr indent="-342900" lvl="8" marL="4114800" algn="l">
              <a:spcBef>
                <a:spcPts val="360"/>
              </a:spcBef>
              <a:spcAft>
                <a:spcPts val="0"/>
              </a:spcAft>
              <a:buClr>
                <a:srgbClr val="000000"/>
              </a:buClr>
              <a:buSzPts val="1800"/>
              <a:buChar char="»"/>
              <a:defRPr/>
            </a:lvl9pPr>
          </a:lstStyle>
          <a:p/>
        </p:txBody>
      </p:sp>
      <p:sp>
        <p:nvSpPr>
          <p:cNvPr id="307" name="Google Shape;307;p108"/>
          <p:cNvSpPr txBox="1"/>
          <p:nvPr>
            <p:ph idx="10" type="dt"/>
          </p:nvPr>
        </p:nvSpPr>
        <p:spPr>
          <a:xfrm>
            <a:off x="685800" y="6400800"/>
            <a:ext cx="1905000" cy="3048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8" name="Google Shape;308;p108"/>
          <p:cNvSpPr txBox="1"/>
          <p:nvPr>
            <p:ph idx="11" type="ftr"/>
          </p:nvPr>
        </p:nvSpPr>
        <p:spPr>
          <a:xfrm>
            <a:off x="3124200" y="6400800"/>
            <a:ext cx="2895600" cy="3048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9" name="Google Shape;309;p108"/>
          <p:cNvSpPr txBox="1"/>
          <p:nvPr>
            <p:ph idx="12" type="sldNum"/>
          </p:nvPr>
        </p:nvSpPr>
        <p:spPr>
          <a:xfrm>
            <a:off x="6553200" y="6400800"/>
            <a:ext cx="1905000" cy="304800"/>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sz="1000">
                <a:solidFill>
                  <a:srgbClr val="000000"/>
                </a:solidFill>
                <a:latin typeface="Tahoma"/>
                <a:ea typeface="Tahoma"/>
                <a:cs typeface="Tahoma"/>
                <a:sym typeface="Tahoma"/>
              </a:defRPr>
            </a:lvl1pPr>
            <a:lvl2pPr indent="0" lvl="1" marL="0" algn="r">
              <a:spcBef>
                <a:spcPts val="0"/>
              </a:spcBef>
              <a:spcAft>
                <a:spcPts val="0"/>
              </a:spcAft>
              <a:buNone/>
              <a:defRPr sz="1000">
                <a:solidFill>
                  <a:srgbClr val="000000"/>
                </a:solidFill>
                <a:latin typeface="Tahoma"/>
                <a:ea typeface="Tahoma"/>
                <a:cs typeface="Tahoma"/>
                <a:sym typeface="Tahoma"/>
              </a:defRPr>
            </a:lvl2pPr>
            <a:lvl3pPr indent="0" lvl="2" marL="0" algn="r">
              <a:spcBef>
                <a:spcPts val="0"/>
              </a:spcBef>
              <a:spcAft>
                <a:spcPts val="0"/>
              </a:spcAft>
              <a:buNone/>
              <a:defRPr sz="1000">
                <a:solidFill>
                  <a:srgbClr val="000000"/>
                </a:solidFill>
                <a:latin typeface="Tahoma"/>
                <a:ea typeface="Tahoma"/>
                <a:cs typeface="Tahoma"/>
                <a:sym typeface="Tahoma"/>
              </a:defRPr>
            </a:lvl3pPr>
            <a:lvl4pPr indent="0" lvl="3" marL="0" algn="r">
              <a:spcBef>
                <a:spcPts val="0"/>
              </a:spcBef>
              <a:spcAft>
                <a:spcPts val="0"/>
              </a:spcAft>
              <a:buNone/>
              <a:defRPr sz="1000">
                <a:solidFill>
                  <a:srgbClr val="000000"/>
                </a:solidFill>
                <a:latin typeface="Tahoma"/>
                <a:ea typeface="Tahoma"/>
                <a:cs typeface="Tahoma"/>
                <a:sym typeface="Tahoma"/>
              </a:defRPr>
            </a:lvl4pPr>
            <a:lvl5pPr indent="0" lvl="4" marL="0" algn="r">
              <a:spcBef>
                <a:spcPts val="0"/>
              </a:spcBef>
              <a:spcAft>
                <a:spcPts val="0"/>
              </a:spcAft>
              <a:buNone/>
              <a:defRPr sz="1000">
                <a:solidFill>
                  <a:srgbClr val="000000"/>
                </a:solidFill>
                <a:latin typeface="Tahoma"/>
                <a:ea typeface="Tahoma"/>
                <a:cs typeface="Tahoma"/>
                <a:sym typeface="Tahoma"/>
              </a:defRPr>
            </a:lvl5pPr>
            <a:lvl6pPr indent="0" lvl="5" marL="0" algn="r">
              <a:spcBef>
                <a:spcPts val="0"/>
              </a:spcBef>
              <a:spcAft>
                <a:spcPts val="0"/>
              </a:spcAft>
              <a:buNone/>
              <a:defRPr sz="1000">
                <a:solidFill>
                  <a:srgbClr val="000000"/>
                </a:solidFill>
                <a:latin typeface="Tahoma"/>
                <a:ea typeface="Tahoma"/>
                <a:cs typeface="Tahoma"/>
                <a:sym typeface="Tahoma"/>
              </a:defRPr>
            </a:lvl6pPr>
            <a:lvl7pPr indent="0" lvl="6" marL="0" algn="r">
              <a:spcBef>
                <a:spcPts val="0"/>
              </a:spcBef>
              <a:spcAft>
                <a:spcPts val="0"/>
              </a:spcAft>
              <a:buNone/>
              <a:defRPr sz="1000">
                <a:solidFill>
                  <a:srgbClr val="000000"/>
                </a:solidFill>
                <a:latin typeface="Tahoma"/>
                <a:ea typeface="Tahoma"/>
                <a:cs typeface="Tahoma"/>
                <a:sym typeface="Tahoma"/>
              </a:defRPr>
            </a:lvl7pPr>
            <a:lvl8pPr indent="0" lvl="7" marL="0" algn="r">
              <a:spcBef>
                <a:spcPts val="0"/>
              </a:spcBef>
              <a:spcAft>
                <a:spcPts val="0"/>
              </a:spcAft>
              <a:buNone/>
              <a:defRPr sz="1000">
                <a:solidFill>
                  <a:srgbClr val="000000"/>
                </a:solidFill>
                <a:latin typeface="Tahoma"/>
                <a:ea typeface="Tahoma"/>
                <a:cs typeface="Tahoma"/>
                <a:sym typeface="Tahoma"/>
              </a:defRPr>
            </a:lvl8pPr>
            <a:lvl9pPr indent="0" lvl="8" marL="0" algn="r">
              <a:spcBef>
                <a:spcPts val="0"/>
              </a:spcBef>
              <a:spcAft>
                <a:spcPts val="0"/>
              </a:spcAft>
              <a:buNone/>
              <a:defRPr sz="1000">
                <a:solidFill>
                  <a:srgbClr val="000000"/>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16" name="Shape 316"/>
        <p:cNvGrpSpPr/>
        <p:nvPr/>
      </p:nvGrpSpPr>
      <p:grpSpPr>
        <a:xfrm>
          <a:off x="0" y="0"/>
          <a:ext cx="0" cy="0"/>
          <a:chOff x="0" y="0"/>
          <a:chExt cx="0" cy="0"/>
        </a:xfrm>
      </p:grpSpPr>
      <p:sp>
        <p:nvSpPr>
          <p:cNvPr id="317" name="Google Shape;317;p69"/>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8" name="Google Shape;318;p69"/>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9" name="Google Shape;319;p69"/>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b="1" sz="2800">
                <a:solidFill>
                  <a:srgbClr val="CC3300"/>
                </a:solidFill>
                <a:latin typeface="Tahoma"/>
                <a:ea typeface="Tahoma"/>
                <a:cs typeface="Tahoma"/>
                <a:sym typeface="Tahoma"/>
              </a:defRPr>
            </a:lvl1pPr>
            <a:lvl2pPr indent="0" lvl="1" marL="0" marR="0" algn="r">
              <a:spcBef>
                <a:spcPts val="0"/>
              </a:spcBef>
              <a:spcAft>
                <a:spcPts val="0"/>
              </a:spcAft>
              <a:buNone/>
              <a:defRPr b="1" sz="2800">
                <a:solidFill>
                  <a:srgbClr val="CC3300"/>
                </a:solidFill>
                <a:latin typeface="Tahoma"/>
                <a:ea typeface="Tahoma"/>
                <a:cs typeface="Tahoma"/>
                <a:sym typeface="Tahoma"/>
              </a:defRPr>
            </a:lvl2pPr>
            <a:lvl3pPr indent="0" lvl="2" marL="0" marR="0" algn="r">
              <a:spcBef>
                <a:spcPts val="0"/>
              </a:spcBef>
              <a:spcAft>
                <a:spcPts val="0"/>
              </a:spcAft>
              <a:buNone/>
              <a:defRPr b="1" sz="2800">
                <a:solidFill>
                  <a:srgbClr val="CC3300"/>
                </a:solidFill>
                <a:latin typeface="Tahoma"/>
                <a:ea typeface="Tahoma"/>
                <a:cs typeface="Tahoma"/>
                <a:sym typeface="Tahoma"/>
              </a:defRPr>
            </a:lvl3pPr>
            <a:lvl4pPr indent="0" lvl="3" marL="0" marR="0" algn="r">
              <a:spcBef>
                <a:spcPts val="0"/>
              </a:spcBef>
              <a:spcAft>
                <a:spcPts val="0"/>
              </a:spcAft>
              <a:buNone/>
              <a:defRPr b="1" sz="2800">
                <a:solidFill>
                  <a:srgbClr val="CC3300"/>
                </a:solidFill>
                <a:latin typeface="Tahoma"/>
                <a:ea typeface="Tahoma"/>
                <a:cs typeface="Tahoma"/>
                <a:sym typeface="Tahoma"/>
              </a:defRPr>
            </a:lvl4pPr>
            <a:lvl5pPr indent="0" lvl="4" marL="0" marR="0" algn="r">
              <a:spcBef>
                <a:spcPts val="0"/>
              </a:spcBef>
              <a:spcAft>
                <a:spcPts val="0"/>
              </a:spcAft>
              <a:buNone/>
              <a:defRPr b="1" sz="2800">
                <a:solidFill>
                  <a:srgbClr val="CC3300"/>
                </a:solidFill>
                <a:latin typeface="Tahoma"/>
                <a:ea typeface="Tahoma"/>
                <a:cs typeface="Tahoma"/>
                <a:sym typeface="Tahoma"/>
              </a:defRPr>
            </a:lvl5pPr>
            <a:lvl6pPr indent="0" lvl="5" marL="0" marR="0" algn="r">
              <a:spcBef>
                <a:spcPts val="0"/>
              </a:spcBef>
              <a:spcAft>
                <a:spcPts val="0"/>
              </a:spcAft>
              <a:buNone/>
              <a:defRPr b="1" sz="2800">
                <a:solidFill>
                  <a:srgbClr val="CC3300"/>
                </a:solidFill>
                <a:latin typeface="Tahoma"/>
                <a:ea typeface="Tahoma"/>
                <a:cs typeface="Tahoma"/>
                <a:sym typeface="Tahoma"/>
              </a:defRPr>
            </a:lvl6pPr>
            <a:lvl7pPr indent="0" lvl="6" marL="0" marR="0" algn="r">
              <a:spcBef>
                <a:spcPts val="0"/>
              </a:spcBef>
              <a:spcAft>
                <a:spcPts val="0"/>
              </a:spcAft>
              <a:buNone/>
              <a:defRPr b="1" sz="2800">
                <a:solidFill>
                  <a:srgbClr val="CC3300"/>
                </a:solidFill>
                <a:latin typeface="Tahoma"/>
                <a:ea typeface="Tahoma"/>
                <a:cs typeface="Tahoma"/>
                <a:sym typeface="Tahoma"/>
              </a:defRPr>
            </a:lvl7pPr>
            <a:lvl8pPr indent="0" lvl="7" marL="0" marR="0" algn="r">
              <a:spcBef>
                <a:spcPts val="0"/>
              </a:spcBef>
              <a:spcAft>
                <a:spcPts val="0"/>
              </a:spcAft>
              <a:buNone/>
              <a:defRPr b="1" sz="2800">
                <a:solidFill>
                  <a:srgbClr val="CC3300"/>
                </a:solidFill>
                <a:latin typeface="Tahoma"/>
                <a:ea typeface="Tahoma"/>
                <a:cs typeface="Tahoma"/>
                <a:sym typeface="Tahoma"/>
              </a:defRPr>
            </a:lvl8pPr>
            <a:lvl9pPr indent="0" lvl="8" marL="0" marR="0" algn="r">
              <a:spcBef>
                <a:spcPts val="0"/>
              </a:spcBef>
              <a:spcAft>
                <a:spcPts val="0"/>
              </a:spcAft>
              <a:buNone/>
              <a:defRPr b="1" sz="2800">
                <a:solidFill>
                  <a:srgbClr val="CC3300"/>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20" name="Shape 320"/>
        <p:cNvGrpSpPr/>
        <p:nvPr/>
      </p:nvGrpSpPr>
      <p:grpSpPr>
        <a:xfrm>
          <a:off x="0" y="0"/>
          <a:ext cx="0" cy="0"/>
          <a:chOff x="0" y="0"/>
          <a:chExt cx="0" cy="0"/>
        </a:xfrm>
      </p:grpSpPr>
      <p:sp>
        <p:nvSpPr>
          <p:cNvPr id="321" name="Google Shape;321;p109"/>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22" name="Google Shape;322;p109"/>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chemeClr val="dk1"/>
              </a:buClr>
              <a:buSzPts val="3200"/>
              <a:buFont typeface="Times New Roman"/>
              <a:buNone/>
              <a:defRPr/>
            </a:lvl1pPr>
            <a:lvl2pPr lvl="1" algn="ctr">
              <a:spcBef>
                <a:spcPts val="560"/>
              </a:spcBef>
              <a:spcAft>
                <a:spcPts val="0"/>
              </a:spcAft>
              <a:buClr>
                <a:schemeClr val="dk1"/>
              </a:buClr>
              <a:buSzPts val="2800"/>
              <a:buFont typeface="Times New Roman"/>
              <a:buNone/>
              <a:defRPr/>
            </a:lvl2pPr>
            <a:lvl3pPr lvl="2" algn="ctr">
              <a:spcBef>
                <a:spcPts val="480"/>
              </a:spcBef>
              <a:spcAft>
                <a:spcPts val="0"/>
              </a:spcAft>
              <a:buClr>
                <a:schemeClr val="dk1"/>
              </a:buClr>
              <a:buSzPts val="2400"/>
              <a:buFont typeface="Times New Roman"/>
              <a:buNone/>
              <a:defRPr/>
            </a:lvl3pPr>
            <a:lvl4pPr lvl="3" algn="ctr">
              <a:spcBef>
                <a:spcPts val="400"/>
              </a:spcBef>
              <a:spcAft>
                <a:spcPts val="0"/>
              </a:spcAft>
              <a:buClr>
                <a:schemeClr val="dk1"/>
              </a:buClr>
              <a:buSzPts val="2000"/>
              <a:buFont typeface="Times New Roman"/>
              <a:buNone/>
              <a:defRPr/>
            </a:lvl4pPr>
            <a:lvl5pPr lvl="4" algn="ctr">
              <a:spcBef>
                <a:spcPts val="400"/>
              </a:spcBef>
              <a:spcAft>
                <a:spcPts val="0"/>
              </a:spcAft>
              <a:buClr>
                <a:schemeClr val="dk1"/>
              </a:buClr>
              <a:buSzPts val="2000"/>
              <a:buFont typeface="Times New Roman"/>
              <a:buNone/>
              <a:defRPr/>
            </a:lvl5pPr>
            <a:lvl6pPr lvl="5" algn="ctr">
              <a:spcBef>
                <a:spcPts val="400"/>
              </a:spcBef>
              <a:spcAft>
                <a:spcPts val="0"/>
              </a:spcAft>
              <a:buClr>
                <a:schemeClr val="dk1"/>
              </a:buClr>
              <a:buSzPts val="2000"/>
              <a:buFont typeface="Times New Roman"/>
              <a:buNone/>
              <a:defRPr/>
            </a:lvl6pPr>
            <a:lvl7pPr lvl="6" algn="ctr">
              <a:spcBef>
                <a:spcPts val="400"/>
              </a:spcBef>
              <a:spcAft>
                <a:spcPts val="0"/>
              </a:spcAft>
              <a:buClr>
                <a:schemeClr val="dk1"/>
              </a:buClr>
              <a:buSzPts val="2000"/>
              <a:buFont typeface="Times New Roman"/>
              <a:buNone/>
              <a:defRPr/>
            </a:lvl7pPr>
            <a:lvl8pPr lvl="7" algn="ctr">
              <a:spcBef>
                <a:spcPts val="400"/>
              </a:spcBef>
              <a:spcAft>
                <a:spcPts val="0"/>
              </a:spcAft>
              <a:buClr>
                <a:schemeClr val="dk1"/>
              </a:buClr>
              <a:buSzPts val="2000"/>
              <a:buFont typeface="Times New Roman"/>
              <a:buNone/>
              <a:defRPr/>
            </a:lvl8pPr>
            <a:lvl9pPr lvl="8" algn="ctr">
              <a:spcBef>
                <a:spcPts val="400"/>
              </a:spcBef>
              <a:spcAft>
                <a:spcPts val="0"/>
              </a:spcAft>
              <a:buClr>
                <a:schemeClr val="dk1"/>
              </a:buClr>
              <a:buSzPts val="2000"/>
              <a:buFont typeface="Times New Roman"/>
              <a:buNone/>
              <a:defRPr/>
            </a:lvl9pPr>
          </a:lstStyle>
          <a:p/>
        </p:txBody>
      </p:sp>
      <p:sp>
        <p:nvSpPr>
          <p:cNvPr id="323" name="Google Shape;323;p109"/>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4" name="Google Shape;324;p109"/>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5" name="Google Shape;325;p109"/>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b="1" sz="2800">
                <a:solidFill>
                  <a:srgbClr val="CC3300"/>
                </a:solidFill>
                <a:latin typeface="Tahoma"/>
                <a:ea typeface="Tahoma"/>
                <a:cs typeface="Tahoma"/>
                <a:sym typeface="Tahoma"/>
              </a:defRPr>
            </a:lvl1pPr>
            <a:lvl2pPr indent="0" lvl="1" marL="0" marR="0" algn="r">
              <a:spcBef>
                <a:spcPts val="0"/>
              </a:spcBef>
              <a:spcAft>
                <a:spcPts val="0"/>
              </a:spcAft>
              <a:buNone/>
              <a:defRPr b="1" sz="2800">
                <a:solidFill>
                  <a:srgbClr val="CC3300"/>
                </a:solidFill>
                <a:latin typeface="Tahoma"/>
                <a:ea typeface="Tahoma"/>
                <a:cs typeface="Tahoma"/>
                <a:sym typeface="Tahoma"/>
              </a:defRPr>
            </a:lvl2pPr>
            <a:lvl3pPr indent="0" lvl="2" marL="0" marR="0" algn="r">
              <a:spcBef>
                <a:spcPts val="0"/>
              </a:spcBef>
              <a:spcAft>
                <a:spcPts val="0"/>
              </a:spcAft>
              <a:buNone/>
              <a:defRPr b="1" sz="2800">
                <a:solidFill>
                  <a:srgbClr val="CC3300"/>
                </a:solidFill>
                <a:latin typeface="Tahoma"/>
                <a:ea typeface="Tahoma"/>
                <a:cs typeface="Tahoma"/>
                <a:sym typeface="Tahoma"/>
              </a:defRPr>
            </a:lvl3pPr>
            <a:lvl4pPr indent="0" lvl="3" marL="0" marR="0" algn="r">
              <a:spcBef>
                <a:spcPts val="0"/>
              </a:spcBef>
              <a:spcAft>
                <a:spcPts val="0"/>
              </a:spcAft>
              <a:buNone/>
              <a:defRPr b="1" sz="2800">
                <a:solidFill>
                  <a:srgbClr val="CC3300"/>
                </a:solidFill>
                <a:latin typeface="Tahoma"/>
                <a:ea typeface="Tahoma"/>
                <a:cs typeface="Tahoma"/>
                <a:sym typeface="Tahoma"/>
              </a:defRPr>
            </a:lvl4pPr>
            <a:lvl5pPr indent="0" lvl="4" marL="0" marR="0" algn="r">
              <a:spcBef>
                <a:spcPts val="0"/>
              </a:spcBef>
              <a:spcAft>
                <a:spcPts val="0"/>
              </a:spcAft>
              <a:buNone/>
              <a:defRPr b="1" sz="2800">
                <a:solidFill>
                  <a:srgbClr val="CC3300"/>
                </a:solidFill>
                <a:latin typeface="Tahoma"/>
                <a:ea typeface="Tahoma"/>
                <a:cs typeface="Tahoma"/>
                <a:sym typeface="Tahoma"/>
              </a:defRPr>
            </a:lvl5pPr>
            <a:lvl6pPr indent="0" lvl="5" marL="0" marR="0" algn="r">
              <a:spcBef>
                <a:spcPts val="0"/>
              </a:spcBef>
              <a:spcAft>
                <a:spcPts val="0"/>
              </a:spcAft>
              <a:buNone/>
              <a:defRPr b="1" sz="2800">
                <a:solidFill>
                  <a:srgbClr val="CC3300"/>
                </a:solidFill>
                <a:latin typeface="Tahoma"/>
                <a:ea typeface="Tahoma"/>
                <a:cs typeface="Tahoma"/>
                <a:sym typeface="Tahoma"/>
              </a:defRPr>
            </a:lvl6pPr>
            <a:lvl7pPr indent="0" lvl="6" marL="0" marR="0" algn="r">
              <a:spcBef>
                <a:spcPts val="0"/>
              </a:spcBef>
              <a:spcAft>
                <a:spcPts val="0"/>
              </a:spcAft>
              <a:buNone/>
              <a:defRPr b="1" sz="2800">
                <a:solidFill>
                  <a:srgbClr val="CC3300"/>
                </a:solidFill>
                <a:latin typeface="Tahoma"/>
                <a:ea typeface="Tahoma"/>
                <a:cs typeface="Tahoma"/>
                <a:sym typeface="Tahoma"/>
              </a:defRPr>
            </a:lvl7pPr>
            <a:lvl8pPr indent="0" lvl="7" marL="0" marR="0" algn="r">
              <a:spcBef>
                <a:spcPts val="0"/>
              </a:spcBef>
              <a:spcAft>
                <a:spcPts val="0"/>
              </a:spcAft>
              <a:buNone/>
              <a:defRPr b="1" sz="2800">
                <a:solidFill>
                  <a:srgbClr val="CC3300"/>
                </a:solidFill>
                <a:latin typeface="Tahoma"/>
                <a:ea typeface="Tahoma"/>
                <a:cs typeface="Tahoma"/>
                <a:sym typeface="Tahoma"/>
              </a:defRPr>
            </a:lvl8pPr>
            <a:lvl9pPr indent="0" lvl="8" marL="0" marR="0" algn="r">
              <a:spcBef>
                <a:spcPts val="0"/>
              </a:spcBef>
              <a:spcAft>
                <a:spcPts val="0"/>
              </a:spcAft>
              <a:buNone/>
              <a:defRPr b="1" sz="2800">
                <a:solidFill>
                  <a:srgbClr val="CC3300"/>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26" name="Shape 326"/>
        <p:cNvGrpSpPr/>
        <p:nvPr/>
      </p:nvGrpSpPr>
      <p:grpSpPr>
        <a:xfrm>
          <a:off x="0" y="0"/>
          <a:ext cx="0" cy="0"/>
          <a:chOff x="0" y="0"/>
          <a:chExt cx="0" cy="0"/>
        </a:xfrm>
      </p:grpSpPr>
      <p:sp>
        <p:nvSpPr>
          <p:cNvPr id="327" name="Google Shape;327;p110"/>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28" name="Google Shape;328;p110"/>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29" name="Google Shape;329;p110"/>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0" name="Google Shape;330;p110"/>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1" name="Google Shape;331;p110"/>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b="1" sz="2800">
                <a:solidFill>
                  <a:srgbClr val="CC3300"/>
                </a:solidFill>
                <a:latin typeface="Tahoma"/>
                <a:ea typeface="Tahoma"/>
                <a:cs typeface="Tahoma"/>
                <a:sym typeface="Tahoma"/>
              </a:defRPr>
            </a:lvl1pPr>
            <a:lvl2pPr indent="0" lvl="1" marL="0" marR="0" algn="r">
              <a:spcBef>
                <a:spcPts val="0"/>
              </a:spcBef>
              <a:spcAft>
                <a:spcPts val="0"/>
              </a:spcAft>
              <a:buNone/>
              <a:defRPr b="1" sz="2800">
                <a:solidFill>
                  <a:srgbClr val="CC3300"/>
                </a:solidFill>
                <a:latin typeface="Tahoma"/>
                <a:ea typeface="Tahoma"/>
                <a:cs typeface="Tahoma"/>
                <a:sym typeface="Tahoma"/>
              </a:defRPr>
            </a:lvl2pPr>
            <a:lvl3pPr indent="0" lvl="2" marL="0" marR="0" algn="r">
              <a:spcBef>
                <a:spcPts val="0"/>
              </a:spcBef>
              <a:spcAft>
                <a:spcPts val="0"/>
              </a:spcAft>
              <a:buNone/>
              <a:defRPr b="1" sz="2800">
                <a:solidFill>
                  <a:srgbClr val="CC3300"/>
                </a:solidFill>
                <a:latin typeface="Tahoma"/>
                <a:ea typeface="Tahoma"/>
                <a:cs typeface="Tahoma"/>
                <a:sym typeface="Tahoma"/>
              </a:defRPr>
            </a:lvl3pPr>
            <a:lvl4pPr indent="0" lvl="3" marL="0" marR="0" algn="r">
              <a:spcBef>
                <a:spcPts val="0"/>
              </a:spcBef>
              <a:spcAft>
                <a:spcPts val="0"/>
              </a:spcAft>
              <a:buNone/>
              <a:defRPr b="1" sz="2800">
                <a:solidFill>
                  <a:srgbClr val="CC3300"/>
                </a:solidFill>
                <a:latin typeface="Tahoma"/>
                <a:ea typeface="Tahoma"/>
                <a:cs typeface="Tahoma"/>
                <a:sym typeface="Tahoma"/>
              </a:defRPr>
            </a:lvl4pPr>
            <a:lvl5pPr indent="0" lvl="4" marL="0" marR="0" algn="r">
              <a:spcBef>
                <a:spcPts val="0"/>
              </a:spcBef>
              <a:spcAft>
                <a:spcPts val="0"/>
              </a:spcAft>
              <a:buNone/>
              <a:defRPr b="1" sz="2800">
                <a:solidFill>
                  <a:srgbClr val="CC3300"/>
                </a:solidFill>
                <a:latin typeface="Tahoma"/>
                <a:ea typeface="Tahoma"/>
                <a:cs typeface="Tahoma"/>
                <a:sym typeface="Tahoma"/>
              </a:defRPr>
            </a:lvl5pPr>
            <a:lvl6pPr indent="0" lvl="5" marL="0" marR="0" algn="r">
              <a:spcBef>
                <a:spcPts val="0"/>
              </a:spcBef>
              <a:spcAft>
                <a:spcPts val="0"/>
              </a:spcAft>
              <a:buNone/>
              <a:defRPr b="1" sz="2800">
                <a:solidFill>
                  <a:srgbClr val="CC3300"/>
                </a:solidFill>
                <a:latin typeface="Tahoma"/>
                <a:ea typeface="Tahoma"/>
                <a:cs typeface="Tahoma"/>
                <a:sym typeface="Tahoma"/>
              </a:defRPr>
            </a:lvl6pPr>
            <a:lvl7pPr indent="0" lvl="6" marL="0" marR="0" algn="r">
              <a:spcBef>
                <a:spcPts val="0"/>
              </a:spcBef>
              <a:spcAft>
                <a:spcPts val="0"/>
              </a:spcAft>
              <a:buNone/>
              <a:defRPr b="1" sz="2800">
                <a:solidFill>
                  <a:srgbClr val="CC3300"/>
                </a:solidFill>
                <a:latin typeface="Tahoma"/>
                <a:ea typeface="Tahoma"/>
                <a:cs typeface="Tahoma"/>
                <a:sym typeface="Tahoma"/>
              </a:defRPr>
            </a:lvl7pPr>
            <a:lvl8pPr indent="0" lvl="7" marL="0" marR="0" algn="r">
              <a:spcBef>
                <a:spcPts val="0"/>
              </a:spcBef>
              <a:spcAft>
                <a:spcPts val="0"/>
              </a:spcAft>
              <a:buNone/>
              <a:defRPr b="1" sz="2800">
                <a:solidFill>
                  <a:srgbClr val="CC3300"/>
                </a:solidFill>
                <a:latin typeface="Tahoma"/>
                <a:ea typeface="Tahoma"/>
                <a:cs typeface="Tahoma"/>
                <a:sym typeface="Tahoma"/>
              </a:defRPr>
            </a:lvl8pPr>
            <a:lvl9pPr indent="0" lvl="8" marL="0" marR="0" algn="r">
              <a:spcBef>
                <a:spcPts val="0"/>
              </a:spcBef>
              <a:spcAft>
                <a:spcPts val="0"/>
              </a:spcAft>
              <a:buNone/>
              <a:defRPr b="1" sz="2800">
                <a:solidFill>
                  <a:srgbClr val="CC3300"/>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2" name="Shape 332"/>
        <p:cNvGrpSpPr/>
        <p:nvPr/>
      </p:nvGrpSpPr>
      <p:grpSpPr>
        <a:xfrm>
          <a:off x="0" y="0"/>
          <a:ext cx="0" cy="0"/>
          <a:chOff x="0" y="0"/>
          <a:chExt cx="0" cy="0"/>
        </a:xfrm>
      </p:grpSpPr>
      <p:sp>
        <p:nvSpPr>
          <p:cNvPr id="333" name="Google Shape;333;p11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34" name="Google Shape;334;p11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chemeClr val="dk1"/>
              </a:buClr>
              <a:buSzPts val="2000"/>
              <a:buFont typeface="Times New Roman"/>
              <a:buNone/>
              <a:defRPr sz="2000"/>
            </a:lvl1pPr>
            <a:lvl2pPr indent="-228600" lvl="1" marL="914400" algn="l">
              <a:spcBef>
                <a:spcPts val="360"/>
              </a:spcBef>
              <a:spcAft>
                <a:spcPts val="0"/>
              </a:spcAft>
              <a:buClr>
                <a:schemeClr val="dk1"/>
              </a:buClr>
              <a:buSzPts val="1800"/>
              <a:buFont typeface="Times New Roman"/>
              <a:buNone/>
              <a:defRPr sz="1800"/>
            </a:lvl2pPr>
            <a:lvl3pPr indent="-228600" lvl="2" marL="1371600" algn="l">
              <a:spcBef>
                <a:spcPts val="320"/>
              </a:spcBef>
              <a:spcAft>
                <a:spcPts val="0"/>
              </a:spcAft>
              <a:buClr>
                <a:schemeClr val="dk1"/>
              </a:buClr>
              <a:buSzPts val="1600"/>
              <a:buFont typeface="Times New Roman"/>
              <a:buNone/>
              <a:defRPr sz="1600"/>
            </a:lvl3pPr>
            <a:lvl4pPr indent="-228600" lvl="3" marL="1828800" algn="l">
              <a:spcBef>
                <a:spcPts val="280"/>
              </a:spcBef>
              <a:spcAft>
                <a:spcPts val="0"/>
              </a:spcAft>
              <a:buClr>
                <a:schemeClr val="dk1"/>
              </a:buClr>
              <a:buSzPts val="1400"/>
              <a:buFont typeface="Times New Roman"/>
              <a:buNone/>
              <a:defRPr sz="1400"/>
            </a:lvl4pPr>
            <a:lvl5pPr indent="-228600" lvl="4" marL="2286000" algn="l">
              <a:spcBef>
                <a:spcPts val="280"/>
              </a:spcBef>
              <a:spcAft>
                <a:spcPts val="0"/>
              </a:spcAft>
              <a:buClr>
                <a:schemeClr val="dk1"/>
              </a:buClr>
              <a:buSzPts val="1400"/>
              <a:buFont typeface="Times New Roman"/>
              <a:buNone/>
              <a:defRPr sz="1400"/>
            </a:lvl5pPr>
            <a:lvl6pPr indent="-228600" lvl="5" marL="2743200" algn="l">
              <a:spcBef>
                <a:spcPts val="280"/>
              </a:spcBef>
              <a:spcAft>
                <a:spcPts val="0"/>
              </a:spcAft>
              <a:buClr>
                <a:schemeClr val="dk1"/>
              </a:buClr>
              <a:buSzPts val="1400"/>
              <a:buFont typeface="Times New Roman"/>
              <a:buNone/>
              <a:defRPr sz="1400"/>
            </a:lvl6pPr>
            <a:lvl7pPr indent="-228600" lvl="6" marL="3200400" algn="l">
              <a:spcBef>
                <a:spcPts val="280"/>
              </a:spcBef>
              <a:spcAft>
                <a:spcPts val="0"/>
              </a:spcAft>
              <a:buClr>
                <a:schemeClr val="dk1"/>
              </a:buClr>
              <a:buSzPts val="1400"/>
              <a:buFont typeface="Times New Roman"/>
              <a:buNone/>
              <a:defRPr sz="1400"/>
            </a:lvl7pPr>
            <a:lvl8pPr indent="-228600" lvl="7" marL="3657600" algn="l">
              <a:spcBef>
                <a:spcPts val="280"/>
              </a:spcBef>
              <a:spcAft>
                <a:spcPts val="0"/>
              </a:spcAft>
              <a:buClr>
                <a:schemeClr val="dk1"/>
              </a:buClr>
              <a:buSzPts val="1400"/>
              <a:buFont typeface="Times New Roman"/>
              <a:buNone/>
              <a:defRPr sz="1400"/>
            </a:lvl8pPr>
            <a:lvl9pPr indent="-228600" lvl="8" marL="4114800" algn="l">
              <a:spcBef>
                <a:spcPts val="280"/>
              </a:spcBef>
              <a:spcAft>
                <a:spcPts val="0"/>
              </a:spcAft>
              <a:buClr>
                <a:schemeClr val="dk1"/>
              </a:buClr>
              <a:buSzPts val="1400"/>
              <a:buFont typeface="Times New Roman"/>
              <a:buNone/>
              <a:defRPr sz="1400"/>
            </a:lvl9pPr>
          </a:lstStyle>
          <a:p/>
        </p:txBody>
      </p:sp>
      <p:sp>
        <p:nvSpPr>
          <p:cNvPr id="335" name="Google Shape;335;p111"/>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6" name="Google Shape;336;p111"/>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7" name="Google Shape;337;p111"/>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b="1" sz="2800">
                <a:solidFill>
                  <a:srgbClr val="CC3300"/>
                </a:solidFill>
                <a:latin typeface="Tahoma"/>
                <a:ea typeface="Tahoma"/>
                <a:cs typeface="Tahoma"/>
                <a:sym typeface="Tahoma"/>
              </a:defRPr>
            </a:lvl1pPr>
            <a:lvl2pPr indent="0" lvl="1" marL="0" marR="0" algn="r">
              <a:spcBef>
                <a:spcPts val="0"/>
              </a:spcBef>
              <a:spcAft>
                <a:spcPts val="0"/>
              </a:spcAft>
              <a:buNone/>
              <a:defRPr b="1" sz="2800">
                <a:solidFill>
                  <a:srgbClr val="CC3300"/>
                </a:solidFill>
                <a:latin typeface="Tahoma"/>
                <a:ea typeface="Tahoma"/>
                <a:cs typeface="Tahoma"/>
                <a:sym typeface="Tahoma"/>
              </a:defRPr>
            </a:lvl2pPr>
            <a:lvl3pPr indent="0" lvl="2" marL="0" marR="0" algn="r">
              <a:spcBef>
                <a:spcPts val="0"/>
              </a:spcBef>
              <a:spcAft>
                <a:spcPts val="0"/>
              </a:spcAft>
              <a:buNone/>
              <a:defRPr b="1" sz="2800">
                <a:solidFill>
                  <a:srgbClr val="CC3300"/>
                </a:solidFill>
                <a:latin typeface="Tahoma"/>
                <a:ea typeface="Tahoma"/>
                <a:cs typeface="Tahoma"/>
                <a:sym typeface="Tahoma"/>
              </a:defRPr>
            </a:lvl3pPr>
            <a:lvl4pPr indent="0" lvl="3" marL="0" marR="0" algn="r">
              <a:spcBef>
                <a:spcPts val="0"/>
              </a:spcBef>
              <a:spcAft>
                <a:spcPts val="0"/>
              </a:spcAft>
              <a:buNone/>
              <a:defRPr b="1" sz="2800">
                <a:solidFill>
                  <a:srgbClr val="CC3300"/>
                </a:solidFill>
                <a:latin typeface="Tahoma"/>
                <a:ea typeface="Tahoma"/>
                <a:cs typeface="Tahoma"/>
                <a:sym typeface="Tahoma"/>
              </a:defRPr>
            </a:lvl4pPr>
            <a:lvl5pPr indent="0" lvl="4" marL="0" marR="0" algn="r">
              <a:spcBef>
                <a:spcPts val="0"/>
              </a:spcBef>
              <a:spcAft>
                <a:spcPts val="0"/>
              </a:spcAft>
              <a:buNone/>
              <a:defRPr b="1" sz="2800">
                <a:solidFill>
                  <a:srgbClr val="CC3300"/>
                </a:solidFill>
                <a:latin typeface="Tahoma"/>
                <a:ea typeface="Tahoma"/>
                <a:cs typeface="Tahoma"/>
                <a:sym typeface="Tahoma"/>
              </a:defRPr>
            </a:lvl5pPr>
            <a:lvl6pPr indent="0" lvl="5" marL="0" marR="0" algn="r">
              <a:spcBef>
                <a:spcPts val="0"/>
              </a:spcBef>
              <a:spcAft>
                <a:spcPts val="0"/>
              </a:spcAft>
              <a:buNone/>
              <a:defRPr b="1" sz="2800">
                <a:solidFill>
                  <a:srgbClr val="CC3300"/>
                </a:solidFill>
                <a:latin typeface="Tahoma"/>
                <a:ea typeface="Tahoma"/>
                <a:cs typeface="Tahoma"/>
                <a:sym typeface="Tahoma"/>
              </a:defRPr>
            </a:lvl6pPr>
            <a:lvl7pPr indent="0" lvl="6" marL="0" marR="0" algn="r">
              <a:spcBef>
                <a:spcPts val="0"/>
              </a:spcBef>
              <a:spcAft>
                <a:spcPts val="0"/>
              </a:spcAft>
              <a:buNone/>
              <a:defRPr b="1" sz="2800">
                <a:solidFill>
                  <a:srgbClr val="CC3300"/>
                </a:solidFill>
                <a:latin typeface="Tahoma"/>
                <a:ea typeface="Tahoma"/>
                <a:cs typeface="Tahoma"/>
                <a:sym typeface="Tahoma"/>
              </a:defRPr>
            </a:lvl7pPr>
            <a:lvl8pPr indent="0" lvl="7" marL="0" marR="0" algn="r">
              <a:spcBef>
                <a:spcPts val="0"/>
              </a:spcBef>
              <a:spcAft>
                <a:spcPts val="0"/>
              </a:spcAft>
              <a:buNone/>
              <a:defRPr b="1" sz="2800">
                <a:solidFill>
                  <a:srgbClr val="CC3300"/>
                </a:solidFill>
                <a:latin typeface="Tahoma"/>
                <a:ea typeface="Tahoma"/>
                <a:cs typeface="Tahoma"/>
                <a:sym typeface="Tahoma"/>
              </a:defRPr>
            </a:lvl8pPr>
            <a:lvl9pPr indent="0" lvl="8" marL="0" marR="0" algn="r">
              <a:spcBef>
                <a:spcPts val="0"/>
              </a:spcBef>
              <a:spcAft>
                <a:spcPts val="0"/>
              </a:spcAft>
              <a:buNone/>
              <a:defRPr b="1" sz="2800">
                <a:solidFill>
                  <a:srgbClr val="CC3300"/>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8" name="Shape 338"/>
        <p:cNvGrpSpPr/>
        <p:nvPr/>
      </p:nvGrpSpPr>
      <p:grpSpPr>
        <a:xfrm>
          <a:off x="0" y="0"/>
          <a:ext cx="0" cy="0"/>
          <a:chOff x="0" y="0"/>
          <a:chExt cx="0" cy="0"/>
        </a:xfrm>
      </p:grpSpPr>
      <p:sp>
        <p:nvSpPr>
          <p:cNvPr id="339" name="Google Shape;339;p112"/>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40" name="Google Shape;340;p112"/>
          <p:cNvSpPr txBox="1"/>
          <p:nvPr>
            <p:ph idx="1" type="body"/>
          </p:nvPr>
        </p:nvSpPr>
        <p:spPr>
          <a:xfrm>
            <a:off x="685800" y="1981200"/>
            <a:ext cx="3810000" cy="4114800"/>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Times New Roman"/>
              <a:buChar char="•"/>
              <a:defRPr sz="2800"/>
            </a:lvl1pPr>
            <a:lvl2pPr indent="-381000" lvl="1" marL="914400" algn="l">
              <a:spcBef>
                <a:spcPts val="480"/>
              </a:spcBef>
              <a:spcAft>
                <a:spcPts val="0"/>
              </a:spcAft>
              <a:buClr>
                <a:schemeClr val="dk1"/>
              </a:buClr>
              <a:buSzPts val="2400"/>
              <a:buFont typeface="Times New Roman"/>
              <a:buChar char="–"/>
              <a:defRPr sz="2400"/>
            </a:lvl2pPr>
            <a:lvl3pPr indent="-355600" lvl="2" marL="1371600" algn="l">
              <a:spcBef>
                <a:spcPts val="400"/>
              </a:spcBef>
              <a:spcAft>
                <a:spcPts val="0"/>
              </a:spcAft>
              <a:buClr>
                <a:schemeClr val="dk1"/>
              </a:buClr>
              <a:buSzPts val="2000"/>
              <a:buFont typeface="Times New Roman"/>
              <a:buChar char="•"/>
              <a:defRPr sz="2000"/>
            </a:lvl3pPr>
            <a:lvl4pPr indent="-342900" lvl="3" marL="1828800" algn="l">
              <a:spcBef>
                <a:spcPts val="360"/>
              </a:spcBef>
              <a:spcAft>
                <a:spcPts val="0"/>
              </a:spcAft>
              <a:buClr>
                <a:schemeClr val="dk1"/>
              </a:buClr>
              <a:buSzPts val="1800"/>
              <a:buFont typeface="Times New Roman"/>
              <a:buChar char="–"/>
              <a:defRPr sz="1800"/>
            </a:lvl4pPr>
            <a:lvl5pPr indent="-342900" lvl="4" marL="2286000" algn="l">
              <a:spcBef>
                <a:spcPts val="360"/>
              </a:spcBef>
              <a:spcAft>
                <a:spcPts val="0"/>
              </a:spcAft>
              <a:buClr>
                <a:schemeClr val="dk1"/>
              </a:buClr>
              <a:buSzPts val="1800"/>
              <a:buFont typeface="Times New Roman"/>
              <a:buChar char="»"/>
              <a:defRPr sz="1800"/>
            </a:lvl5pPr>
            <a:lvl6pPr indent="-342900" lvl="5" marL="2743200" algn="l">
              <a:spcBef>
                <a:spcPts val="360"/>
              </a:spcBef>
              <a:spcAft>
                <a:spcPts val="0"/>
              </a:spcAft>
              <a:buClr>
                <a:schemeClr val="dk1"/>
              </a:buClr>
              <a:buSzPts val="1800"/>
              <a:buFont typeface="Times New Roman"/>
              <a:buChar char="»"/>
              <a:defRPr sz="1800"/>
            </a:lvl6pPr>
            <a:lvl7pPr indent="-342900" lvl="6" marL="3200400" algn="l">
              <a:spcBef>
                <a:spcPts val="360"/>
              </a:spcBef>
              <a:spcAft>
                <a:spcPts val="0"/>
              </a:spcAft>
              <a:buClr>
                <a:schemeClr val="dk1"/>
              </a:buClr>
              <a:buSzPts val="1800"/>
              <a:buFont typeface="Times New Roman"/>
              <a:buChar char="»"/>
              <a:defRPr sz="1800"/>
            </a:lvl7pPr>
            <a:lvl8pPr indent="-342900" lvl="7" marL="3657600" algn="l">
              <a:spcBef>
                <a:spcPts val="360"/>
              </a:spcBef>
              <a:spcAft>
                <a:spcPts val="0"/>
              </a:spcAft>
              <a:buClr>
                <a:schemeClr val="dk1"/>
              </a:buClr>
              <a:buSzPts val="1800"/>
              <a:buFont typeface="Times New Roman"/>
              <a:buChar char="»"/>
              <a:defRPr sz="1800"/>
            </a:lvl8pPr>
            <a:lvl9pPr indent="-342900" lvl="8" marL="4114800" algn="l">
              <a:spcBef>
                <a:spcPts val="360"/>
              </a:spcBef>
              <a:spcAft>
                <a:spcPts val="0"/>
              </a:spcAft>
              <a:buClr>
                <a:schemeClr val="dk1"/>
              </a:buClr>
              <a:buSzPts val="1800"/>
              <a:buFont typeface="Times New Roman"/>
              <a:buChar char="»"/>
              <a:defRPr sz="1800"/>
            </a:lvl9pPr>
          </a:lstStyle>
          <a:p/>
        </p:txBody>
      </p:sp>
      <p:sp>
        <p:nvSpPr>
          <p:cNvPr id="341" name="Google Shape;341;p112"/>
          <p:cNvSpPr txBox="1"/>
          <p:nvPr>
            <p:ph idx="2" type="body"/>
          </p:nvPr>
        </p:nvSpPr>
        <p:spPr>
          <a:xfrm>
            <a:off x="4648200" y="1981200"/>
            <a:ext cx="3810000" cy="4114800"/>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Times New Roman"/>
              <a:buChar char="•"/>
              <a:defRPr sz="2800"/>
            </a:lvl1pPr>
            <a:lvl2pPr indent="-381000" lvl="1" marL="914400" algn="l">
              <a:spcBef>
                <a:spcPts val="480"/>
              </a:spcBef>
              <a:spcAft>
                <a:spcPts val="0"/>
              </a:spcAft>
              <a:buClr>
                <a:schemeClr val="dk1"/>
              </a:buClr>
              <a:buSzPts val="2400"/>
              <a:buFont typeface="Times New Roman"/>
              <a:buChar char="–"/>
              <a:defRPr sz="2400"/>
            </a:lvl2pPr>
            <a:lvl3pPr indent="-355600" lvl="2" marL="1371600" algn="l">
              <a:spcBef>
                <a:spcPts val="400"/>
              </a:spcBef>
              <a:spcAft>
                <a:spcPts val="0"/>
              </a:spcAft>
              <a:buClr>
                <a:schemeClr val="dk1"/>
              </a:buClr>
              <a:buSzPts val="2000"/>
              <a:buFont typeface="Times New Roman"/>
              <a:buChar char="•"/>
              <a:defRPr sz="2000"/>
            </a:lvl3pPr>
            <a:lvl4pPr indent="-342900" lvl="3" marL="1828800" algn="l">
              <a:spcBef>
                <a:spcPts val="360"/>
              </a:spcBef>
              <a:spcAft>
                <a:spcPts val="0"/>
              </a:spcAft>
              <a:buClr>
                <a:schemeClr val="dk1"/>
              </a:buClr>
              <a:buSzPts val="1800"/>
              <a:buFont typeface="Times New Roman"/>
              <a:buChar char="–"/>
              <a:defRPr sz="1800"/>
            </a:lvl4pPr>
            <a:lvl5pPr indent="-342900" lvl="4" marL="2286000" algn="l">
              <a:spcBef>
                <a:spcPts val="360"/>
              </a:spcBef>
              <a:spcAft>
                <a:spcPts val="0"/>
              </a:spcAft>
              <a:buClr>
                <a:schemeClr val="dk1"/>
              </a:buClr>
              <a:buSzPts val="1800"/>
              <a:buFont typeface="Times New Roman"/>
              <a:buChar char="»"/>
              <a:defRPr sz="1800"/>
            </a:lvl5pPr>
            <a:lvl6pPr indent="-342900" lvl="5" marL="2743200" algn="l">
              <a:spcBef>
                <a:spcPts val="360"/>
              </a:spcBef>
              <a:spcAft>
                <a:spcPts val="0"/>
              </a:spcAft>
              <a:buClr>
                <a:schemeClr val="dk1"/>
              </a:buClr>
              <a:buSzPts val="1800"/>
              <a:buFont typeface="Times New Roman"/>
              <a:buChar char="»"/>
              <a:defRPr sz="1800"/>
            </a:lvl6pPr>
            <a:lvl7pPr indent="-342900" lvl="6" marL="3200400" algn="l">
              <a:spcBef>
                <a:spcPts val="360"/>
              </a:spcBef>
              <a:spcAft>
                <a:spcPts val="0"/>
              </a:spcAft>
              <a:buClr>
                <a:schemeClr val="dk1"/>
              </a:buClr>
              <a:buSzPts val="1800"/>
              <a:buFont typeface="Times New Roman"/>
              <a:buChar char="»"/>
              <a:defRPr sz="1800"/>
            </a:lvl7pPr>
            <a:lvl8pPr indent="-342900" lvl="7" marL="3657600" algn="l">
              <a:spcBef>
                <a:spcPts val="360"/>
              </a:spcBef>
              <a:spcAft>
                <a:spcPts val="0"/>
              </a:spcAft>
              <a:buClr>
                <a:schemeClr val="dk1"/>
              </a:buClr>
              <a:buSzPts val="1800"/>
              <a:buFont typeface="Times New Roman"/>
              <a:buChar char="»"/>
              <a:defRPr sz="1800"/>
            </a:lvl8pPr>
            <a:lvl9pPr indent="-342900" lvl="8" marL="4114800" algn="l">
              <a:spcBef>
                <a:spcPts val="360"/>
              </a:spcBef>
              <a:spcAft>
                <a:spcPts val="0"/>
              </a:spcAft>
              <a:buClr>
                <a:schemeClr val="dk1"/>
              </a:buClr>
              <a:buSzPts val="1800"/>
              <a:buFont typeface="Times New Roman"/>
              <a:buChar char="»"/>
              <a:defRPr sz="1800"/>
            </a:lvl9pPr>
          </a:lstStyle>
          <a:p/>
        </p:txBody>
      </p:sp>
      <p:sp>
        <p:nvSpPr>
          <p:cNvPr id="342" name="Google Shape;342;p112"/>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3" name="Google Shape;343;p112"/>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4" name="Google Shape;344;p112"/>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b="1" sz="2800">
                <a:solidFill>
                  <a:srgbClr val="CC3300"/>
                </a:solidFill>
                <a:latin typeface="Tahoma"/>
                <a:ea typeface="Tahoma"/>
                <a:cs typeface="Tahoma"/>
                <a:sym typeface="Tahoma"/>
              </a:defRPr>
            </a:lvl1pPr>
            <a:lvl2pPr indent="0" lvl="1" marL="0" marR="0" algn="r">
              <a:spcBef>
                <a:spcPts val="0"/>
              </a:spcBef>
              <a:spcAft>
                <a:spcPts val="0"/>
              </a:spcAft>
              <a:buNone/>
              <a:defRPr b="1" sz="2800">
                <a:solidFill>
                  <a:srgbClr val="CC3300"/>
                </a:solidFill>
                <a:latin typeface="Tahoma"/>
                <a:ea typeface="Tahoma"/>
                <a:cs typeface="Tahoma"/>
                <a:sym typeface="Tahoma"/>
              </a:defRPr>
            </a:lvl2pPr>
            <a:lvl3pPr indent="0" lvl="2" marL="0" marR="0" algn="r">
              <a:spcBef>
                <a:spcPts val="0"/>
              </a:spcBef>
              <a:spcAft>
                <a:spcPts val="0"/>
              </a:spcAft>
              <a:buNone/>
              <a:defRPr b="1" sz="2800">
                <a:solidFill>
                  <a:srgbClr val="CC3300"/>
                </a:solidFill>
                <a:latin typeface="Tahoma"/>
                <a:ea typeface="Tahoma"/>
                <a:cs typeface="Tahoma"/>
                <a:sym typeface="Tahoma"/>
              </a:defRPr>
            </a:lvl3pPr>
            <a:lvl4pPr indent="0" lvl="3" marL="0" marR="0" algn="r">
              <a:spcBef>
                <a:spcPts val="0"/>
              </a:spcBef>
              <a:spcAft>
                <a:spcPts val="0"/>
              </a:spcAft>
              <a:buNone/>
              <a:defRPr b="1" sz="2800">
                <a:solidFill>
                  <a:srgbClr val="CC3300"/>
                </a:solidFill>
                <a:latin typeface="Tahoma"/>
                <a:ea typeface="Tahoma"/>
                <a:cs typeface="Tahoma"/>
                <a:sym typeface="Tahoma"/>
              </a:defRPr>
            </a:lvl4pPr>
            <a:lvl5pPr indent="0" lvl="4" marL="0" marR="0" algn="r">
              <a:spcBef>
                <a:spcPts val="0"/>
              </a:spcBef>
              <a:spcAft>
                <a:spcPts val="0"/>
              </a:spcAft>
              <a:buNone/>
              <a:defRPr b="1" sz="2800">
                <a:solidFill>
                  <a:srgbClr val="CC3300"/>
                </a:solidFill>
                <a:latin typeface="Tahoma"/>
                <a:ea typeface="Tahoma"/>
                <a:cs typeface="Tahoma"/>
                <a:sym typeface="Tahoma"/>
              </a:defRPr>
            </a:lvl5pPr>
            <a:lvl6pPr indent="0" lvl="5" marL="0" marR="0" algn="r">
              <a:spcBef>
                <a:spcPts val="0"/>
              </a:spcBef>
              <a:spcAft>
                <a:spcPts val="0"/>
              </a:spcAft>
              <a:buNone/>
              <a:defRPr b="1" sz="2800">
                <a:solidFill>
                  <a:srgbClr val="CC3300"/>
                </a:solidFill>
                <a:latin typeface="Tahoma"/>
                <a:ea typeface="Tahoma"/>
                <a:cs typeface="Tahoma"/>
                <a:sym typeface="Tahoma"/>
              </a:defRPr>
            </a:lvl6pPr>
            <a:lvl7pPr indent="0" lvl="6" marL="0" marR="0" algn="r">
              <a:spcBef>
                <a:spcPts val="0"/>
              </a:spcBef>
              <a:spcAft>
                <a:spcPts val="0"/>
              </a:spcAft>
              <a:buNone/>
              <a:defRPr b="1" sz="2800">
                <a:solidFill>
                  <a:srgbClr val="CC3300"/>
                </a:solidFill>
                <a:latin typeface="Tahoma"/>
                <a:ea typeface="Tahoma"/>
                <a:cs typeface="Tahoma"/>
                <a:sym typeface="Tahoma"/>
              </a:defRPr>
            </a:lvl7pPr>
            <a:lvl8pPr indent="0" lvl="7" marL="0" marR="0" algn="r">
              <a:spcBef>
                <a:spcPts val="0"/>
              </a:spcBef>
              <a:spcAft>
                <a:spcPts val="0"/>
              </a:spcAft>
              <a:buNone/>
              <a:defRPr b="1" sz="2800">
                <a:solidFill>
                  <a:srgbClr val="CC3300"/>
                </a:solidFill>
                <a:latin typeface="Tahoma"/>
                <a:ea typeface="Tahoma"/>
                <a:cs typeface="Tahoma"/>
                <a:sym typeface="Tahoma"/>
              </a:defRPr>
            </a:lvl8pPr>
            <a:lvl9pPr indent="0" lvl="8" marL="0" marR="0" algn="r">
              <a:spcBef>
                <a:spcPts val="0"/>
              </a:spcBef>
              <a:spcAft>
                <a:spcPts val="0"/>
              </a:spcAft>
              <a:buNone/>
              <a:defRPr b="1" sz="2800">
                <a:solidFill>
                  <a:srgbClr val="CC3300"/>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45" name="Shape 345"/>
        <p:cNvGrpSpPr/>
        <p:nvPr/>
      </p:nvGrpSpPr>
      <p:grpSpPr>
        <a:xfrm>
          <a:off x="0" y="0"/>
          <a:ext cx="0" cy="0"/>
          <a:chOff x="0" y="0"/>
          <a:chExt cx="0" cy="0"/>
        </a:xfrm>
      </p:grpSpPr>
      <p:sp>
        <p:nvSpPr>
          <p:cNvPr id="346" name="Google Shape;346;p1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47" name="Google Shape;347;p11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Times New Roman"/>
              <a:buNone/>
              <a:defRPr b="1" sz="2400"/>
            </a:lvl1pPr>
            <a:lvl2pPr indent="-228600" lvl="1" marL="914400" algn="l">
              <a:spcBef>
                <a:spcPts val="400"/>
              </a:spcBef>
              <a:spcAft>
                <a:spcPts val="0"/>
              </a:spcAft>
              <a:buClr>
                <a:schemeClr val="dk1"/>
              </a:buClr>
              <a:buSzPts val="2000"/>
              <a:buFont typeface="Times New Roman"/>
              <a:buNone/>
              <a:defRPr b="1" sz="2000"/>
            </a:lvl2pPr>
            <a:lvl3pPr indent="-228600" lvl="2" marL="1371600" algn="l">
              <a:spcBef>
                <a:spcPts val="360"/>
              </a:spcBef>
              <a:spcAft>
                <a:spcPts val="0"/>
              </a:spcAft>
              <a:buClr>
                <a:schemeClr val="dk1"/>
              </a:buClr>
              <a:buSzPts val="1800"/>
              <a:buFont typeface="Times New Roman"/>
              <a:buNone/>
              <a:defRPr b="1" sz="1800"/>
            </a:lvl3pPr>
            <a:lvl4pPr indent="-228600" lvl="3" marL="1828800" algn="l">
              <a:spcBef>
                <a:spcPts val="320"/>
              </a:spcBef>
              <a:spcAft>
                <a:spcPts val="0"/>
              </a:spcAft>
              <a:buClr>
                <a:schemeClr val="dk1"/>
              </a:buClr>
              <a:buSzPts val="1600"/>
              <a:buFont typeface="Times New Roman"/>
              <a:buNone/>
              <a:defRPr b="1" sz="1600"/>
            </a:lvl4pPr>
            <a:lvl5pPr indent="-228600" lvl="4" marL="2286000" algn="l">
              <a:spcBef>
                <a:spcPts val="320"/>
              </a:spcBef>
              <a:spcAft>
                <a:spcPts val="0"/>
              </a:spcAft>
              <a:buClr>
                <a:schemeClr val="dk1"/>
              </a:buClr>
              <a:buSzPts val="1600"/>
              <a:buFont typeface="Times New Roman"/>
              <a:buNone/>
              <a:defRPr b="1" sz="1600"/>
            </a:lvl5pPr>
            <a:lvl6pPr indent="-228600" lvl="5" marL="2743200" algn="l">
              <a:spcBef>
                <a:spcPts val="320"/>
              </a:spcBef>
              <a:spcAft>
                <a:spcPts val="0"/>
              </a:spcAft>
              <a:buClr>
                <a:schemeClr val="dk1"/>
              </a:buClr>
              <a:buSzPts val="1600"/>
              <a:buFont typeface="Times New Roman"/>
              <a:buNone/>
              <a:defRPr b="1" sz="1600"/>
            </a:lvl6pPr>
            <a:lvl7pPr indent="-228600" lvl="6" marL="3200400" algn="l">
              <a:spcBef>
                <a:spcPts val="320"/>
              </a:spcBef>
              <a:spcAft>
                <a:spcPts val="0"/>
              </a:spcAft>
              <a:buClr>
                <a:schemeClr val="dk1"/>
              </a:buClr>
              <a:buSzPts val="1600"/>
              <a:buFont typeface="Times New Roman"/>
              <a:buNone/>
              <a:defRPr b="1" sz="1600"/>
            </a:lvl7pPr>
            <a:lvl8pPr indent="-228600" lvl="7" marL="3657600" algn="l">
              <a:spcBef>
                <a:spcPts val="320"/>
              </a:spcBef>
              <a:spcAft>
                <a:spcPts val="0"/>
              </a:spcAft>
              <a:buClr>
                <a:schemeClr val="dk1"/>
              </a:buClr>
              <a:buSzPts val="1600"/>
              <a:buFont typeface="Times New Roman"/>
              <a:buNone/>
              <a:defRPr b="1" sz="1600"/>
            </a:lvl8pPr>
            <a:lvl9pPr indent="-228600" lvl="8" marL="4114800" algn="l">
              <a:spcBef>
                <a:spcPts val="320"/>
              </a:spcBef>
              <a:spcAft>
                <a:spcPts val="0"/>
              </a:spcAft>
              <a:buClr>
                <a:schemeClr val="dk1"/>
              </a:buClr>
              <a:buSzPts val="1600"/>
              <a:buFont typeface="Times New Roman"/>
              <a:buNone/>
              <a:defRPr b="1" sz="1600"/>
            </a:lvl9pPr>
          </a:lstStyle>
          <a:p/>
        </p:txBody>
      </p:sp>
      <p:sp>
        <p:nvSpPr>
          <p:cNvPr id="348" name="Google Shape;348;p11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Times New Roman"/>
              <a:buChar char="•"/>
              <a:defRPr sz="2400"/>
            </a:lvl1pPr>
            <a:lvl2pPr indent="-355600" lvl="1" marL="914400" algn="l">
              <a:spcBef>
                <a:spcPts val="400"/>
              </a:spcBef>
              <a:spcAft>
                <a:spcPts val="0"/>
              </a:spcAft>
              <a:buClr>
                <a:schemeClr val="dk1"/>
              </a:buClr>
              <a:buSzPts val="2000"/>
              <a:buFont typeface="Times New Roman"/>
              <a:buChar char="–"/>
              <a:defRPr sz="2000"/>
            </a:lvl2pPr>
            <a:lvl3pPr indent="-342900" lvl="2" marL="1371600" algn="l">
              <a:spcBef>
                <a:spcPts val="360"/>
              </a:spcBef>
              <a:spcAft>
                <a:spcPts val="0"/>
              </a:spcAft>
              <a:buClr>
                <a:schemeClr val="dk1"/>
              </a:buClr>
              <a:buSzPts val="1800"/>
              <a:buFont typeface="Times New Roman"/>
              <a:buChar char="•"/>
              <a:defRPr sz="1800"/>
            </a:lvl3pPr>
            <a:lvl4pPr indent="-330200" lvl="3" marL="1828800" algn="l">
              <a:spcBef>
                <a:spcPts val="320"/>
              </a:spcBef>
              <a:spcAft>
                <a:spcPts val="0"/>
              </a:spcAft>
              <a:buClr>
                <a:schemeClr val="dk1"/>
              </a:buClr>
              <a:buSzPts val="1600"/>
              <a:buFont typeface="Times New Roman"/>
              <a:buChar char="–"/>
              <a:defRPr sz="1600"/>
            </a:lvl4pPr>
            <a:lvl5pPr indent="-330200" lvl="4" marL="2286000" algn="l">
              <a:spcBef>
                <a:spcPts val="320"/>
              </a:spcBef>
              <a:spcAft>
                <a:spcPts val="0"/>
              </a:spcAft>
              <a:buClr>
                <a:schemeClr val="dk1"/>
              </a:buClr>
              <a:buSzPts val="1600"/>
              <a:buFont typeface="Times New Roman"/>
              <a:buChar char="»"/>
              <a:defRPr sz="1600"/>
            </a:lvl5pPr>
            <a:lvl6pPr indent="-330200" lvl="5" marL="2743200" algn="l">
              <a:spcBef>
                <a:spcPts val="320"/>
              </a:spcBef>
              <a:spcAft>
                <a:spcPts val="0"/>
              </a:spcAft>
              <a:buClr>
                <a:schemeClr val="dk1"/>
              </a:buClr>
              <a:buSzPts val="1600"/>
              <a:buFont typeface="Times New Roman"/>
              <a:buChar char="»"/>
              <a:defRPr sz="1600"/>
            </a:lvl6pPr>
            <a:lvl7pPr indent="-330200" lvl="6" marL="3200400" algn="l">
              <a:spcBef>
                <a:spcPts val="320"/>
              </a:spcBef>
              <a:spcAft>
                <a:spcPts val="0"/>
              </a:spcAft>
              <a:buClr>
                <a:schemeClr val="dk1"/>
              </a:buClr>
              <a:buSzPts val="1600"/>
              <a:buFont typeface="Times New Roman"/>
              <a:buChar char="»"/>
              <a:defRPr sz="1600"/>
            </a:lvl7pPr>
            <a:lvl8pPr indent="-330200" lvl="7" marL="3657600" algn="l">
              <a:spcBef>
                <a:spcPts val="320"/>
              </a:spcBef>
              <a:spcAft>
                <a:spcPts val="0"/>
              </a:spcAft>
              <a:buClr>
                <a:schemeClr val="dk1"/>
              </a:buClr>
              <a:buSzPts val="1600"/>
              <a:buFont typeface="Times New Roman"/>
              <a:buChar char="»"/>
              <a:defRPr sz="1600"/>
            </a:lvl8pPr>
            <a:lvl9pPr indent="-330200" lvl="8" marL="4114800" algn="l">
              <a:spcBef>
                <a:spcPts val="320"/>
              </a:spcBef>
              <a:spcAft>
                <a:spcPts val="0"/>
              </a:spcAft>
              <a:buClr>
                <a:schemeClr val="dk1"/>
              </a:buClr>
              <a:buSzPts val="1600"/>
              <a:buFont typeface="Times New Roman"/>
              <a:buChar char="»"/>
              <a:defRPr sz="1600"/>
            </a:lvl9pPr>
          </a:lstStyle>
          <a:p/>
        </p:txBody>
      </p:sp>
      <p:sp>
        <p:nvSpPr>
          <p:cNvPr id="349" name="Google Shape;349;p11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Times New Roman"/>
              <a:buNone/>
              <a:defRPr b="1" sz="2400"/>
            </a:lvl1pPr>
            <a:lvl2pPr indent="-228600" lvl="1" marL="914400" algn="l">
              <a:spcBef>
                <a:spcPts val="400"/>
              </a:spcBef>
              <a:spcAft>
                <a:spcPts val="0"/>
              </a:spcAft>
              <a:buClr>
                <a:schemeClr val="dk1"/>
              </a:buClr>
              <a:buSzPts val="2000"/>
              <a:buFont typeface="Times New Roman"/>
              <a:buNone/>
              <a:defRPr b="1" sz="2000"/>
            </a:lvl2pPr>
            <a:lvl3pPr indent="-228600" lvl="2" marL="1371600" algn="l">
              <a:spcBef>
                <a:spcPts val="360"/>
              </a:spcBef>
              <a:spcAft>
                <a:spcPts val="0"/>
              </a:spcAft>
              <a:buClr>
                <a:schemeClr val="dk1"/>
              </a:buClr>
              <a:buSzPts val="1800"/>
              <a:buFont typeface="Times New Roman"/>
              <a:buNone/>
              <a:defRPr b="1" sz="1800"/>
            </a:lvl3pPr>
            <a:lvl4pPr indent="-228600" lvl="3" marL="1828800" algn="l">
              <a:spcBef>
                <a:spcPts val="320"/>
              </a:spcBef>
              <a:spcAft>
                <a:spcPts val="0"/>
              </a:spcAft>
              <a:buClr>
                <a:schemeClr val="dk1"/>
              </a:buClr>
              <a:buSzPts val="1600"/>
              <a:buFont typeface="Times New Roman"/>
              <a:buNone/>
              <a:defRPr b="1" sz="1600"/>
            </a:lvl4pPr>
            <a:lvl5pPr indent="-228600" lvl="4" marL="2286000" algn="l">
              <a:spcBef>
                <a:spcPts val="320"/>
              </a:spcBef>
              <a:spcAft>
                <a:spcPts val="0"/>
              </a:spcAft>
              <a:buClr>
                <a:schemeClr val="dk1"/>
              </a:buClr>
              <a:buSzPts val="1600"/>
              <a:buFont typeface="Times New Roman"/>
              <a:buNone/>
              <a:defRPr b="1" sz="1600"/>
            </a:lvl5pPr>
            <a:lvl6pPr indent="-228600" lvl="5" marL="2743200" algn="l">
              <a:spcBef>
                <a:spcPts val="320"/>
              </a:spcBef>
              <a:spcAft>
                <a:spcPts val="0"/>
              </a:spcAft>
              <a:buClr>
                <a:schemeClr val="dk1"/>
              </a:buClr>
              <a:buSzPts val="1600"/>
              <a:buFont typeface="Times New Roman"/>
              <a:buNone/>
              <a:defRPr b="1" sz="1600"/>
            </a:lvl6pPr>
            <a:lvl7pPr indent="-228600" lvl="6" marL="3200400" algn="l">
              <a:spcBef>
                <a:spcPts val="320"/>
              </a:spcBef>
              <a:spcAft>
                <a:spcPts val="0"/>
              </a:spcAft>
              <a:buClr>
                <a:schemeClr val="dk1"/>
              </a:buClr>
              <a:buSzPts val="1600"/>
              <a:buFont typeface="Times New Roman"/>
              <a:buNone/>
              <a:defRPr b="1" sz="1600"/>
            </a:lvl7pPr>
            <a:lvl8pPr indent="-228600" lvl="7" marL="3657600" algn="l">
              <a:spcBef>
                <a:spcPts val="320"/>
              </a:spcBef>
              <a:spcAft>
                <a:spcPts val="0"/>
              </a:spcAft>
              <a:buClr>
                <a:schemeClr val="dk1"/>
              </a:buClr>
              <a:buSzPts val="1600"/>
              <a:buFont typeface="Times New Roman"/>
              <a:buNone/>
              <a:defRPr b="1" sz="1600"/>
            </a:lvl8pPr>
            <a:lvl9pPr indent="-228600" lvl="8" marL="4114800" algn="l">
              <a:spcBef>
                <a:spcPts val="320"/>
              </a:spcBef>
              <a:spcAft>
                <a:spcPts val="0"/>
              </a:spcAft>
              <a:buClr>
                <a:schemeClr val="dk1"/>
              </a:buClr>
              <a:buSzPts val="1600"/>
              <a:buFont typeface="Times New Roman"/>
              <a:buNone/>
              <a:defRPr b="1" sz="1600"/>
            </a:lvl9pPr>
          </a:lstStyle>
          <a:p/>
        </p:txBody>
      </p:sp>
      <p:sp>
        <p:nvSpPr>
          <p:cNvPr id="350" name="Google Shape;350;p11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Times New Roman"/>
              <a:buChar char="•"/>
              <a:defRPr sz="2400"/>
            </a:lvl1pPr>
            <a:lvl2pPr indent="-355600" lvl="1" marL="914400" algn="l">
              <a:spcBef>
                <a:spcPts val="400"/>
              </a:spcBef>
              <a:spcAft>
                <a:spcPts val="0"/>
              </a:spcAft>
              <a:buClr>
                <a:schemeClr val="dk1"/>
              </a:buClr>
              <a:buSzPts val="2000"/>
              <a:buFont typeface="Times New Roman"/>
              <a:buChar char="–"/>
              <a:defRPr sz="2000"/>
            </a:lvl2pPr>
            <a:lvl3pPr indent="-342900" lvl="2" marL="1371600" algn="l">
              <a:spcBef>
                <a:spcPts val="360"/>
              </a:spcBef>
              <a:spcAft>
                <a:spcPts val="0"/>
              </a:spcAft>
              <a:buClr>
                <a:schemeClr val="dk1"/>
              </a:buClr>
              <a:buSzPts val="1800"/>
              <a:buFont typeface="Times New Roman"/>
              <a:buChar char="•"/>
              <a:defRPr sz="1800"/>
            </a:lvl3pPr>
            <a:lvl4pPr indent="-330200" lvl="3" marL="1828800" algn="l">
              <a:spcBef>
                <a:spcPts val="320"/>
              </a:spcBef>
              <a:spcAft>
                <a:spcPts val="0"/>
              </a:spcAft>
              <a:buClr>
                <a:schemeClr val="dk1"/>
              </a:buClr>
              <a:buSzPts val="1600"/>
              <a:buFont typeface="Times New Roman"/>
              <a:buChar char="–"/>
              <a:defRPr sz="1600"/>
            </a:lvl4pPr>
            <a:lvl5pPr indent="-330200" lvl="4" marL="2286000" algn="l">
              <a:spcBef>
                <a:spcPts val="320"/>
              </a:spcBef>
              <a:spcAft>
                <a:spcPts val="0"/>
              </a:spcAft>
              <a:buClr>
                <a:schemeClr val="dk1"/>
              </a:buClr>
              <a:buSzPts val="1600"/>
              <a:buFont typeface="Times New Roman"/>
              <a:buChar char="»"/>
              <a:defRPr sz="1600"/>
            </a:lvl5pPr>
            <a:lvl6pPr indent="-330200" lvl="5" marL="2743200" algn="l">
              <a:spcBef>
                <a:spcPts val="320"/>
              </a:spcBef>
              <a:spcAft>
                <a:spcPts val="0"/>
              </a:spcAft>
              <a:buClr>
                <a:schemeClr val="dk1"/>
              </a:buClr>
              <a:buSzPts val="1600"/>
              <a:buFont typeface="Times New Roman"/>
              <a:buChar char="»"/>
              <a:defRPr sz="1600"/>
            </a:lvl6pPr>
            <a:lvl7pPr indent="-330200" lvl="6" marL="3200400" algn="l">
              <a:spcBef>
                <a:spcPts val="320"/>
              </a:spcBef>
              <a:spcAft>
                <a:spcPts val="0"/>
              </a:spcAft>
              <a:buClr>
                <a:schemeClr val="dk1"/>
              </a:buClr>
              <a:buSzPts val="1600"/>
              <a:buFont typeface="Times New Roman"/>
              <a:buChar char="»"/>
              <a:defRPr sz="1600"/>
            </a:lvl7pPr>
            <a:lvl8pPr indent="-330200" lvl="7" marL="3657600" algn="l">
              <a:spcBef>
                <a:spcPts val="320"/>
              </a:spcBef>
              <a:spcAft>
                <a:spcPts val="0"/>
              </a:spcAft>
              <a:buClr>
                <a:schemeClr val="dk1"/>
              </a:buClr>
              <a:buSzPts val="1600"/>
              <a:buFont typeface="Times New Roman"/>
              <a:buChar char="»"/>
              <a:defRPr sz="1600"/>
            </a:lvl8pPr>
            <a:lvl9pPr indent="-330200" lvl="8" marL="4114800" algn="l">
              <a:spcBef>
                <a:spcPts val="320"/>
              </a:spcBef>
              <a:spcAft>
                <a:spcPts val="0"/>
              </a:spcAft>
              <a:buClr>
                <a:schemeClr val="dk1"/>
              </a:buClr>
              <a:buSzPts val="1600"/>
              <a:buFont typeface="Times New Roman"/>
              <a:buChar char="»"/>
              <a:defRPr sz="1600"/>
            </a:lvl9pPr>
          </a:lstStyle>
          <a:p/>
        </p:txBody>
      </p:sp>
      <p:sp>
        <p:nvSpPr>
          <p:cNvPr id="351" name="Google Shape;351;p113"/>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2" name="Google Shape;352;p113"/>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3" name="Google Shape;353;p113"/>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b="1" sz="2800">
                <a:solidFill>
                  <a:srgbClr val="CC3300"/>
                </a:solidFill>
                <a:latin typeface="Tahoma"/>
                <a:ea typeface="Tahoma"/>
                <a:cs typeface="Tahoma"/>
                <a:sym typeface="Tahoma"/>
              </a:defRPr>
            </a:lvl1pPr>
            <a:lvl2pPr indent="0" lvl="1" marL="0" marR="0" algn="r">
              <a:spcBef>
                <a:spcPts val="0"/>
              </a:spcBef>
              <a:spcAft>
                <a:spcPts val="0"/>
              </a:spcAft>
              <a:buNone/>
              <a:defRPr b="1" sz="2800">
                <a:solidFill>
                  <a:srgbClr val="CC3300"/>
                </a:solidFill>
                <a:latin typeface="Tahoma"/>
                <a:ea typeface="Tahoma"/>
                <a:cs typeface="Tahoma"/>
                <a:sym typeface="Tahoma"/>
              </a:defRPr>
            </a:lvl2pPr>
            <a:lvl3pPr indent="0" lvl="2" marL="0" marR="0" algn="r">
              <a:spcBef>
                <a:spcPts val="0"/>
              </a:spcBef>
              <a:spcAft>
                <a:spcPts val="0"/>
              </a:spcAft>
              <a:buNone/>
              <a:defRPr b="1" sz="2800">
                <a:solidFill>
                  <a:srgbClr val="CC3300"/>
                </a:solidFill>
                <a:latin typeface="Tahoma"/>
                <a:ea typeface="Tahoma"/>
                <a:cs typeface="Tahoma"/>
                <a:sym typeface="Tahoma"/>
              </a:defRPr>
            </a:lvl3pPr>
            <a:lvl4pPr indent="0" lvl="3" marL="0" marR="0" algn="r">
              <a:spcBef>
                <a:spcPts val="0"/>
              </a:spcBef>
              <a:spcAft>
                <a:spcPts val="0"/>
              </a:spcAft>
              <a:buNone/>
              <a:defRPr b="1" sz="2800">
                <a:solidFill>
                  <a:srgbClr val="CC3300"/>
                </a:solidFill>
                <a:latin typeface="Tahoma"/>
                <a:ea typeface="Tahoma"/>
                <a:cs typeface="Tahoma"/>
                <a:sym typeface="Tahoma"/>
              </a:defRPr>
            </a:lvl4pPr>
            <a:lvl5pPr indent="0" lvl="4" marL="0" marR="0" algn="r">
              <a:spcBef>
                <a:spcPts val="0"/>
              </a:spcBef>
              <a:spcAft>
                <a:spcPts val="0"/>
              </a:spcAft>
              <a:buNone/>
              <a:defRPr b="1" sz="2800">
                <a:solidFill>
                  <a:srgbClr val="CC3300"/>
                </a:solidFill>
                <a:latin typeface="Tahoma"/>
                <a:ea typeface="Tahoma"/>
                <a:cs typeface="Tahoma"/>
                <a:sym typeface="Tahoma"/>
              </a:defRPr>
            </a:lvl5pPr>
            <a:lvl6pPr indent="0" lvl="5" marL="0" marR="0" algn="r">
              <a:spcBef>
                <a:spcPts val="0"/>
              </a:spcBef>
              <a:spcAft>
                <a:spcPts val="0"/>
              </a:spcAft>
              <a:buNone/>
              <a:defRPr b="1" sz="2800">
                <a:solidFill>
                  <a:srgbClr val="CC3300"/>
                </a:solidFill>
                <a:latin typeface="Tahoma"/>
                <a:ea typeface="Tahoma"/>
                <a:cs typeface="Tahoma"/>
                <a:sym typeface="Tahoma"/>
              </a:defRPr>
            </a:lvl6pPr>
            <a:lvl7pPr indent="0" lvl="6" marL="0" marR="0" algn="r">
              <a:spcBef>
                <a:spcPts val="0"/>
              </a:spcBef>
              <a:spcAft>
                <a:spcPts val="0"/>
              </a:spcAft>
              <a:buNone/>
              <a:defRPr b="1" sz="2800">
                <a:solidFill>
                  <a:srgbClr val="CC3300"/>
                </a:solidFill>
                <a:latin typeface="Tahoma"/>
                <a:ea typeface="Tahoma"/>
                <a:cs typeface="Tahoma"/>
                <a:sym typeface="Tahoma"/>
              </a:defRPr>
            </a:lvl7pPr>
            <a:lvl8pPr indent="0" lvl="7" marL="0" marR="0" algn="r">
              <a:spcBef>
                <a:spcPts val="0"/>
              </a:spcBef>
              <a:spcAft>
                <a:spcPts val="0"/>
              </a:spcAft>
              <a:buNone/>
              <a:defRPr b="1" sz="2800">
                <a:solidFill>
                  <a:srgbClr val="CC3300"/>
                </a:solidFill>
                <a:latin typeface="Tahoma"/>
                <a:ea typeface="Tahoma"/>
                <a:cs typeface="Tahoma"/>
                <a:sym typeface="Tahoma"/>
              </a:defRPr>
            </a:lvl8pPr>
            <a:lvl9pPr indent="0" lvl="8" marL="0" marR="0" algn="r">
              <a:spcBef>
                <a:spcPts val="0"/>
              </a:spcBef>
              <a:spcAft>
                <a:spcPts val="0"/>
              </a:spcAft>
              <a:buNone/>
              <a:defRPr b="1" sz="2800">
                <a:solidFill>
                  <a:srgbClr val="CC3300"/>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4" name="Shape 354"/>
        <p:cNvGrpSpPr/>
        <p:nvPr/>
      </p:nvGrpSpPr>
      <p:grpSpPr>
        <a:xfrm>
          <a:off x="0" y="0"/>
          <a:ext cx="0" cy="0"/>
          <a:chOff x="0" y="0"/>
          <a:chExt cx="0" cy="0"/>
        </a:xfrm>
      </p:grpSpPr>
      <p:sp>
        <p:nvSpPr>
          <p:cNvPr id="355" name="Google Shape;355;p114"/>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56" name="Google Shape;356;p114"/>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7" name="Google Shape;357;p114"/>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8" name="Google Shape;358;p114"/>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b="1" sz="2800">
                <a:solidFill>
                  <a:srgbClr val="CC3300"/>
                </a:solidFill>
                <a:latin typeface="Tahoma"/>
                <a:ea typeface="Tahoma"/>
                <a:cs typeface="Tahoma"/>
                <a:sym typeface="Tahoma"/>
              </a:defRPr>
            </a:lvl1pPr>
            <a:lvl2pPr indent="0" lvl="1" marL="0" marR="0" algn="r">
              <a:spcBef>
                <a:spcPts val="0"/>
              </a:spcBef>
              <a:spcAft>
                <a:spcPts val="0"/>
              </a:spcAft>
              <a:buNone/>
              <a:defRPr b="1" sz="2800">
                <a:solidFill>
                  <a:srgbClr val="CC3300"/>
                </a:solidFill>
                <a:latin typeface="Tahoma"/>
                <a:ea typeface="Tahoma"/>
                <a:cs typeface="Tahoma"/>
                <a:sym typeface="Tahoma"/>
              </a:defRPr>
            </a:lvl2pPr>
            <a:lvl3pPr indent="0" lvl="2" marL="0" marR="0" algn="r">
              <a:spcBef>
                <a:spcPts val="0"/>
              </a:spcBef>
              <a:spcAft>
                <a:spcPts val="0"/>
              </a:spcAft>
              <a:buNone/>
              <a:defRPr b="1" sz="2800">
                <a:solidFill>
                  <a:srgbClr val="CC3300"/>
                </a:solidFill>
                <a:latin typeface="Tahoma"/>
                <a:ea typeface="Tahoma"/>
                <a:cs typeface="Tahoma"/>
                <a:sym typeface="Tahoma"/>
              </a:defRPr>
            </a:lvl3pPr>
            <a:lvl4pPr indent="0" lvl="3" marL="0" marR="0" algn="r">
              <a:spcBef>
                <a:spcPts val="0"/>
              </a:spcBef>
              <a:spcAft>
                <a:spcPts val="0"/>
              </a:spcAft>
              <a:buNone/>
              <a:defRPr b="1" sz="2800">
                <a:solidFill>
                  <a:srgbClr val="CC3300"/>
                </a:solidFill>
                <a:latin typeface="Tahoma"/>
                <a:ea typeface="Tahoma"/>
                <a:cs typeface="Tahoma"/>
                <a:sym typeface="Tahoma"/>
              </a:defRPr>
            </a:lvl4pPr>
            <a:lvl5pPr indent="0" lvl="4" marL="0" marR="0" algn="r">
              <a:spcBef>
                <a:spcPts val="0"/>
              </a:spcBef>
              <a:spcAft>
                <a:spcPts val="0"/>
              </a:spcAft>
              <a:buNone/>
              <a:defRPr b="1" sz="2800">
                <a:solidFill>
                  <a:srgbClr val="CC3300"/>
                </a:solidFill>
                <a:latin typeface="Tahoma"/>
                <a:ea typeface="Tahoma"/>
                <a:cs typeface="Tahoma"/>
                <a:sym typeface="Tahoma"/>
              </a:defRPr>
            </a:lvl5pPr>
            <a:lvl6pPr indent="0" lvl="5" marL="0" marR="0" algn="r">
              <a:spcBef>
                <a:spcPts val="0"/>
              </a:spcBef>
              <a:spcAft>
                <a:spcPts val="0"/>
              </a:spcAft>
              <a:buNone/>
              <a:defRPr b="1" sz="2800">
                <a:solidFill>
                  <a:srgbClr val="CC3300"/>
                </a:solidFill>
                <a:latin typeface="Tahoma"/>
                <a:ea typeface="Tahoma"/>
                <a:cs typeface="Tahoma"/>
                <a:sym typeface="Tahoma"/>
              </a:defRPr>
            </a:lvl6pPr>
            <a:lvl7pPr indent="0" lvl="6" marL="0" marR="0" algn="r">
              <a:spcBef>
                <a:spcPts val="0"/>
              </a:spcBef>
              <a:spcAft>
                <a:spcPts val="0"/>
              </a:spcAft>
              <a:buNone/>
              <a:defRPr b="1" sz="2800">
                <a:solidFill>
                  <a:srgbClr val="CC3300"/>
                </a:solidFill>
                <a:latin typeface="Tahoma"/>
                <a:ea typeface="Tahoma"/>
                <a:cs typeface="Tahoma"/>
                <a:sym typeface="Tahoma"/>
              </a:defRPr>
            </a:lvl7pPr>
            <a:lvl8pPr indent="0" lvl="7" marL="0" marR="0" algn="r">
              <a:spcBef>
                <a:spcPts val="0"/>
              </a:spcBef>
              <a:spcAft>
                <a:spcPts val="0"/>
              </a:spcAft>
              <a:buNone/>
              <a:defRPr b="1" sz="2800">
                <a:solidFill>
                  <a:srgbClr val="CC3300"/>
                </a:solidFill>
                <a:latin typeface="Tahoma"/>
                <a:ea typeface="Tahoma"/>
                <a:cs typeface="Tahoma"/>
                <a:sym typeface="Tahoma"/>
              </a:defRPr>
            </a:lvl8pPr>
            <a:lvl9pPr indent="0" lvl="8" marL="0" marR="0" algn="r">
              <a:spcBef>
                <a:spcPts val="0"/>
              </a:spcBef>
              <a:spcAft>
                <a:spcPts val="0"/>
              </a:spcAft>
              <a:buNone/>
              <a:defRPr b="1" sz="2800">
                <a:solidFill>
                  <a:srgbClr val="CC3300"/>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359" name="Shape 359"/>
        <p:cNvGrpSpPr/>
        <p:nvPr/>
      </p:nvGrpSpPr>
      <p:grpSpPr>
        <a:xfrm>
          <a:off x="0" y="0"/>
          <a:ext cx="0" cy="0"/>
          <a:chOff x="0" y="0"/>
          <a:chExt cx="0" cy="0"/>
        </a:xfrm>
      </p:grpSpPr>
      <p:sp>
        <p:nvSpPr>
          <p:cNvPr id="360" name="Google Shape;360;p115"/>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61" name="Google Shape;361;p115"/>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Font typeface="Times New Roman"/>
              <a:buChar char="•"/>
              <a:defRPr sz="3200"/>
            </a:lvl1pPr>
            <a:lvl2pPr indent="-406400" lvl="1" marL="914400" algn="l">
              <a:spcBef>
                <a:spcPts val="560"/>
              </a:spcBef>
              <a:spcAft>
                <a:spcPts val="0"/>
              </a:spcAft>
              <a:buClr>
                <a:schemeClr val="dk1"/>
              </a:buClr>
              <a:buSzPts val="2800"/>
              <a:buFont typeface="Times New Roman"/>
              <a:buChar char="–"/>
              <a:defRPr sz="2800"/>
            </a:lvl2pPr>
            <a:lvl3pPr indent="-381000" lvl="2" marL="1371600" algn="l">
              <a:spcBef>
                <a:spcPts val="480"/>
              </a:spcBef>
              <a:spcAft>
                <a:spcPts val="0"/>
              </a:spcAft>
              <a:buClr>
                <a:schemeClr val="dk1"/>
              </a:buClr>
              <a:buSzPts val="2400"/>
              <a:buFont typeface="Times New Roman"/>
              <a:buChar char="•"/>
              <a:defRPr sz="2400"/>
            </a:lvl3pPr>
            <a:lvl4pPr indent="-355600" lvl="3" marL="1828800" algn="l">
              <a:spcBef>
                <a:spcPts val="400"/>
              </a:spcBef>
              <a:spcAft>
                <a:spcPts val="0"/>
              </a:spcAft>
              <a:buClr>
                <a:schemeClr val="dk1"/>
              </a:buClr>
              <a:buSzPts val="2000"/>
              <a:buFont typeface="Times New Roman"/>
              <a:buChar char="–"/>
              <a:defRPr sz="2000"/>
            </a:lvl4pPr>
            <a:lvl5pPr indent="-355600" lvl="4" marL="2286000" algn="l">
              <a:spcBef>
                <a:spcPts val="400"/>
              </a:spcBef>
              <a:spcAft>
                <a:spcPts val="0"/>
              </a:spcAft>
              <a:buClr>
                <a:schemeClr val="dk1"/>
              </a:buClr>
              <a:buSzPts val="2000"/>
              <a:buFont typeface="Times New Roman"/>
              <a:buChar char="»"/>
              <a:defRPr sz="2000"/>
            </a:lvl5pPr>
            <a:lvl6pPr indent="-355600" lvl="5" marL="2743200" algn="l">
              <a:spcBef>
                <a:spcPts val="400"/>
              </a:spcBef>
              <a:spcAft>
                <a:spcPts val="0"/>
              </a:spcAft>
              <a:buClr>
                <a:schemeClr val="dk1"/>
              </a:buClr>
              <a:buSzPts val="2000"/>
              <a:buFont typeface="Times New Roman"/>
              <a:buChar char="»"/>
              <a:defRPr sz="2000"/>
            </a:lvl6pPr>
            <a:lvl7pPr indent="-355600" lvl="6" marL="3200400" algn="l">
              <a:spcBef>
                <a:spcPts val="400"/>
              </a:spcBef>
              <a:spcAft>
                <a:spcPts val="0"/>
              </a:spcAft>
              <a:buClr>
                <a:schemeClr val="dk1"/>
              </a:buClr>
              <a:buSzPts val="2000"/>
              <a:buFont typeface="Times New Roman"/>
              <a:buChar char="»"/>
              <a:defRPr sz="2000"/>
            </a:lvl7pPr>
            <a:lvl8pPr indent="-355600" lvl="7" marL="3657600" algn="l">
              <a:spcBef>
                <a:spcPts val="400"/>
              </a:spcBef>
              <a:spcAft>
                <a:spcPts val="0"/>
              </a:spcAft>
              <a:buClr>
                <a:schemeClr val="dk1"/>
              </a:buClr>
              <a:buSzPts val="2000"/>
              <a:buFont typeface="Times New Roman"/>
              <a:buChar char="»"/>
              <a:defRPr sz="2000"/>
            </a:lvl8pPr>
            <a:lvl9pPr indent="-355600" lvl="8" marL="4114800" algn="l">
              <a:spcBef>
                <a:spcPts val="400"/>
              </a:spcBef>
              <a:spcAft>
                <a:spcPts val="0"/>
              </a:spcAft>
              <a:buClr>
                <a:schemeClr val="dk1"/>
              </a:buClr>
              <a:buSzPts val="2000"/>
              <a:buFont typeface="Times New Roman"/>
              <a:buChar char="»"/>
              <a:defRPr sz="2000"/>
            </a:lvl9pPr>
          </a:lstStyle>
          <a:p/>
        </p:txBody>
      </p:sp>
      <p:sp>
        <p:nvSpPr>
          <p:cNvPr id="362" name="Google Shape;362;p115"/>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Times New Roman"/>
              <a:buNone/>
              <a:defRPr sz="1400"/>
            </a:lvl1pPr>
            <a:lvl2pPr indent="-228600" lvl="1" marL="914400" algn="l">
              <a:spcBef>
                <a:spcPts val="240"/>
              </a:spcBef>
              <a:spcAft>
                <a:spcPts val="0"/>
              </a:spcAft>
              <a:buClr>
                <a:schemeClr val="dk1"/>
              </a:buClr>
              <a:buSzPts val="1200"/>
              <a:buFont typeface="Times New Roman"/>
              <a:buNone/>
              <a:defRPr sz="1200"/>
            </a:lvl2pPr>
            <a:lvl3pPr indent="-228600" lvl="2" marL="1371600" algn="l">
              <a:spcBef>
                <a:spcPts val="200"/>
              </a:spcBef>
              <a:spcAft>
                <a:spcPts val="0"/>
              </a:spcAft>
              <a:buClr>
                <a:schemeClr val="dk1"/>
              </a:buClr>
              <a:buSzPts val="1000"/>
              <a:buFont typeface="Times New Roman"/>
              <a:buNone/>
              <a:defRPr sz="1000"/>
            </a:lvl3pPr>
            <a:lvl4pPr indent="-228600" lvl="3" marL="1828800" algn="l">
              <a:spcBef>
                <a:spcPts val="180"/>
              </a:spcBef>
              <a:spcAft>
                <a:spcPts val="0"/>
              </a:spcAft>
              <a:buClr>
                <a:schemeClr val="dk1"/>
              </a:buClr>
              <a:buSzPts val="900"/>
              <a:buFont typeface="Times New Roman"/>
              <a:buNone/>
              <a:defRPr sz="900"/>
            </a:lvl4pPr>
            <a:lvl5pPr indent="-228600" lvl="4" marL="2286000" algn="l">
              <a:spcBef>
                <a:spcPts val="180"/>
              </a:spcBef>
              <a:spcAft>
                <a:spcPts val="0"/>
              </a:spcAft>
              <a:buClr>
                <a:schemeClr val="dk1"/>
              </a:buClr>
              <a:buSzPts val="900"/>
              <a:buFont typeface="Times New Roman"/>
              <a:buNone/>
              <a:defRPr sz="900"/>
            </a:lvl5pPr>
            <a:lvl6pPr indent="-228600" lvl="5" marL="2743200" algn="l">
              <a:spcBef>
                <a:spcPts val="180"/>
              </a:spcBef>
              <a:spcAft>
                <a:spcPts val="0"/>
              </a:spcAft>
              <a:buClr>
                <a:schemeClr val="dk1"/>
              </a:buClr>
              <a:buSzPts val="900"/>
              <a:buFont typeface="Times New Roman"/>
              <a:buNone/>
              <a:defRPr sz="900"/>
            </a:lvl6pPr>
            <a:lvl7pPr indent="-228600" lvl="6" marL="3200400" algn="l">
              <a:spcBef>
                <a:spcPts val="180"/>
              </a:spcBef>
              <a:spcAft>
                <a:spcPts val="0"/>
              </a:spcAft>
              <a:buClr>
                <a:schemeClr val="dk1"/>
              </a:buClr>
              <a:buSzPts val="900"/>
              <a:buFont typeface="Times New Roman"/>
              <a:buNone/>
              <a:defRPr sz="900"/>
            </a:lvl7pPr>
            <a:lvl8pPr indent="-228600" lvl="7" marL="3657600" algn="l">
              <a:spcBef>
                <a:spcPts val="180"/>
              </a:spcBef>
              <a:spcAft>
                <a:spcPts val="0"/>
              </a:spcAft>
              <a:buClr>
                <a:schemeClr val="dk1"/>
              </a:buClr>
              <a:buSzPts val="900"/>
              <a:buFont typeface="Times New Roman"/>
              <a:buNone/>
              <a:defRPr sz="900"/>
            </a:lvl8pPr>
            <a:lvl9pPr indent="-228600" lvl="8" marL="4114800" algn="l">
              <a:spcBef>
                <a:spcPts val="180"/>
              </a:spcBef>
              <a:spcAft>
                <a:spcPts val="0"/>
              </a:spcAft>
              <a:buClr>
                <a:schemeClr val="dk1"/>
              </a:buClr>
              <a:buSzPts val="900"/>
              <a:buFont typeface="Times New Roman"/>
              <a:buNone/>
              <a:defRPr sz="900"/>
            </a:lvl9pPr>
          </a:lstStyle>
          <a:p/>
        </p:txBody>
      </p:sp>
      <p:sp>
        <p:nvSpPr>
          <p:cNvPr id="363" name="Google Shape;363;p115"/>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4" name="Google Shape;364;p115"/>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5" name="Google Shape;365;p115"/>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b="1" sz="2800">
                <a:solidFill>
                  <a:srgbClr val="CC3300"/>
                </a:solidFill>
                <a:latin typeface="Tahoma"/>
                <a:ea typeface="Tahoma"/>
                <a:cs typeface="Tahoma"/>
                <a:sym typeface="Tahoma"/>
              </a:defRPr>
            </a:lvl1pPr>
            <a:lvl2pPr indent="0" lvl="1" marL="0" marR="0" algn="r">
              <a:spcBef>
                <a:spcPts val="0"/>
              </a:spcBef>
              <a:spcAft>
                <a:spcPts val="0"/>
              </a:spcAft>
              <a:buNone/>
              <a:defRPr b="1" sz="2800">
                <a:solidFill>
                  <a:srgbClr val="CC3300"/>
                </a:solidFill>
                <a:latin typeface="Tahoma"/>
                <a:ea typeface="Tahoma"/>
                <a:cs typeface="Tahoma"/>
                <a:sym typeface="Tahoma"/>
              </a:defRPr>
            </a:lvl2pPr>
            <a:lvl3pPr indent="0" lvl="2" marL="0" marR="0" algn="r">
              <a:spcBef>
                <a:spcPts val="0"/>
              </a:spcBef>
              <a:spcAft>
                <a:spcPts val="0"/>
              </a:spcAft>
              <a:buNone/>
              <a:defRPr b="1" sz="2800">
                <a:solidFill>
                  <a:srgbClr val="CC3300"/>
                </a:solidFill>
                <a:latin typeface="Tahoma"/>
                <a:ea typeface="Tahoma"/>
                <a:cs typeface="Tahoma"/>
                <a:sym typeface="Tahoma"/>
              </a:defRPr>
            </a:lvl3pPr>
            <a:lvl4pPr indent="0" lvl="3" marL="0" marR="0" algn="r">
              <a:spcBef>
                <a:spcPts val="0"/>
              </a:spcBef>
              <a:spcAft>
                <a:spcPts val="0"/>
              </a:spcAft>
              <a:buNone/>
              <a:defRPr b="1" sz="2800">
                <a:solidFill>
                  <a:srgbClr val="CC3300"/>
                </a:solidFill>
                <a:latin typeface="Tahoma"/>
                <a:ea typeface="Tahoma"/>
                <a:cs typeface="Tahoma"/>
                <a:sym typeface="Tahoma"/>
              </a:defRPr>
            </a:lvl4pPr>
            <a:lvl5pPr indent="0" lvl="4" marL="0" marR="0" algn="r">
              <a:spcBef>
                <a:spcPts val="0"/>
              </a:spcBef>
              <a:spcAft>
                <a:spcPts val="0"/>
              </a:spcAft>
              <a:buNone/>
              <a:defRPr b="1" sz="2800">
                <a:solidFill>
                  <a:srgbClr val="CC3300"/>
                </a:solidFill>
                <a:latin typeface="Tahoma"/>
                <a:ea typeface="Tahoma"/>
                <a:cs typeface="Tahoma"/>
                <a:sym typeface="Tahoma"/>
              </a:defRPr>
            </a:lvl5pPr>
            <a:lvl6pPr indent="0" lvl="5" marL="0" marR="0" algn="r">
              <a:spcBef>
                <a:spcPts val="0"/>
              </a:spcBef>
              <a:spcAft>
                <a:spcPts val="0"/>
              </a:spcAft>
              <a:buNone/>
              <a:defRPr b="1" sz="2800">
                <a:solidFill>
                  <a:srgbClr val="CC3300"/>
                </a:solidFill>
                <a:latin typeface="Tahoma"/>
                <a:ea typeface="Tahoma"/>
                <a:cs typeface="Tahoma"/>
                <a:sym typeface="Tahoma"/>
              </a:defRPr>
            </a:lvl6pPr>
            <a:lvl7pPr indent="0" lvl="6" marL="0" marR="0" algn="r">
              <a:spcBef>
                <a:spcPts val="0"/>
              </a:spcBef>
              <a:spcAft>
                <a:spcPts val="0"/>
              </a:spcAft>
              <a:buNone/>
              <a:defRPr b="1" sz="2800">
                <a:solidFill>
                  <a:srgbClr val="CC3300"/>
                </a:solidFill>
                <a:latin typeface="Tahoma"/>
                <a:ea typeface="Tahoma"/>
                <a:cs typeface="Tahoma"/>
                <a:sym typeface="Tahoma"/>
              </a:defRPr>
            </a:lvl7pPr>
            <a:lvl8pPr indent="0" lvl="7" marL="0" marR="0" algn="r">
              <a:spcBef>
                <a:spcPts val="0"/>
              </a:spcBef>
              <a:spcAft>
                <a:spcPts val="0"/>
              </a:spcAft>
              <a:buNone/>
              <a:defRPr b="1" sz="2800">
                <a:solidFill>
                  <a:srgbClr val="CC3300"/>
                </a:solidFill>
                <a:latin typeface="Tahoma"/>
                <a:ea typeface="Tahoma"/>
                <a:cs typeface="Tahoma"/>
                <a:sym typeface="Tahoma"/>
              </a:defRPr>
            </a:lvl8pPr>
            <a:lvl9pPr indent="0" lvl="8" marL="0" marR="0" algn="r">
              <a:spcBef>
                <a:spcPts val="0"/>
              </a:spcBef>
              <a:spcAft>
                <a:spcPts val="0"/>
              </a:spcAft>
              <a:buNone/>
              <a:defRPr b="1" sz="2800">
                <a:solidFill>
                  <a:srgbClr val="CC3300"/>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66" name="Shape 366"/>
        <p:cNvGrpSpPr/>
        <p:nvPr/>
      </p:nvGrpSpPr>
      <p:grpSpPr>
        <a:xfrm>
          <a:off x="0" y="0"/>
          <a:ext cx="0" cy="0"/>
          <a:chOff x="0" y="0"/>
          <a:chExt cx="0" cy="0"/>
        </a:xfrm>
      </p:grpSpPr>
      <p:sp>
        <p:nvSpPr>
          <p:cNvPr id="367" name="Google Shape;367;p11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68" name="Google Shape;368;p116"/>
          <p:cNvSpPr/>
          <p:nvPr>
            <p:ph idx="2" type="pic"/>
          </p:nvPr>
        </p:nvSpPr>
        <p:spPr>
          <a:xfrm>
            <a:off x="1792288" y="612775"/>
            <a:ext cx="5486400" cy="4114800"/>
          </a:xfrm>
          <a:prstGeom prst="rect">
            <a:avLst/>
          </a:prstGeom>
          <a:noFill/>
          <a:ln>
            <a:noFill/>
          </a:ln>
        </p:spPr>
      </p:sp>
      <p:sp>
        <p:nvSpPr>
          <p:cNvPr id="369" name="Google Shape;369;p11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Times New Roman"/>
              <a:buNone/>
              <a:defRPr sz="1400"/>
            </a:lvl1pPr>
            <a:lvl2pPr indent="-228600" lvl="1" marL="914400" algn="l">
              <a:spcBef>
                <a:spcPts val="240"/>
              </a:spcBef>
              <a:spcAft>
                <a:spcPts val="0"/>
              </a:spcAft>
              <a:buClr>
                <a:schemeClr val="dk1"/>
              </a:buClr>
              <a:buSzPts val="1200"/>
              <a:buFont typeface="Times New Roman"/>
              <a:buNone/>
              <a:defRPr sz="1200"/>
            </a:lvl2pPr>
            <a:lvl3pPr indent="-228600" lvl="2" marL="1371600" algn="l">
              <a:spcBef>
                <a:spcPts val="200"/>
              </a:spcBef>
              <a:spcAft>
                <a:spcPts val="0"/>
              </a:spcAft>
              <a:buClr>
                <a:schemeClr val="dk1"/>
              </a:buClr>
              <a:buSzPts val="1000"/>
              <a:buFont typeface="Times New Roman"/>
              <a:buNone/>
              <a:defRPr sz="1000"/>
            </a:lvl3pPr>
            <a:lvl4pPr indent="-228600" lvl="3" marL="1828800" algn="l">
              <a:spcBef>
                <a:spcPts val="180"/>
              </a:spcBef>
              <a:spcAft>
                <a:spcPts val="0"/>
              </a:spcAft>
              <a:buClr>
                <a:schemeClr val="dk1"/>
              </a:buClr>
              <a:buSzPts val="900"/>
              <a:buFont typeface="Times New Roman"/>
              <a:buNone/>
              <a:defRPr sz="900"/>
            </a:lvl4pPr>
            <a:lvl5pPr indent="-228600" lvl="4" marL="2286000" algn="l">
              <a:spcBef>
                <a:spcPts val="180"/>
              </a:spcBef>
              <a:spcAft>
                <a:spcPts val="0"/>
              </a:spcAft>
              <a:buClr>
                <a:schemeClr val="dk1"/>
              </a:buClr>
              <a:buSzPts val="900"/>
              <a:buFont typeface="Times New Roman"/>
              <a:buNone/>
              <a:defRPr sz="900"/>
            </a:lvl5pPr>
            <a:lvl6pPr indent="-228600" lvl="5" marL="2743200" algn="l">
              <a:spcBef>
                <a:spcPts val="180"/>
              </a:spcBef>
              <a:spcAft>
                <a:spcPts val="0"/>
              </a:spcAft>
              <a:buClr>
                <a:schemeClr val="dk1"/>
              </a:buClr>
              <a:buSzPts val="900"/>
              <a:buFont typeface="Times New Roman"/>
              <a:buNone/>
              <a:defRPr sz="900"/>
            </a:lvl6pPr>
            <a:lvl7pPr indent="-228600" lvl="6" marL="3200400" algn="l">
              <a:spcBef>
                <a:spcPts val="180"/>
              </a:spcBef>
              <a:spcAft>
                <a:spcPts val="0"/>
              </a:spcAft>
              <a:buClr>
                <a:schemeClr val="dk1"/>
              </a:buClr>
              <a:buSzPts val="900"/>
              <a:buFont typeface="Times New Roman"/>
              <a:buNone/>
              <a:defRPr sz="900"/>
            </a:lvl7pPr>
            <a:lvl8pPr indent="-228600" lvl="7" marL="3657600" algn="l">
              <a:spcBef>
                <a:spcPts val="180"/>
              </a:spcBef>
              <a:spcAft>
                <a:spcPts val="0"/>
              </a:spcAft>
              <a:buClr>
                <a:schemeClr val="dk1"/>
              </a:buClr>
              <a:buSzPts val="900"/>
              <a:buFont typeface="Times New Roman"/>
              <a:buNone/>
              <a:defRPr sz="900"/>
            </a:lvl8pPr>
            <a:lvl9pPr indent="-228600" lvl="8" marL="4114800" algn="l">
              <a:spcBef>
                <a:spcPts val="180"/>
              </a:spcBef>
              <a:spcAft>
                <a:spcPts val="0"/>
              </a:spcAft>
              <a:buClr>
                <a:schemeClr val="dk1"/>
              </a:buClr>
              <a:buSzPts val="900"/>
              <a:buFont typeface="Times New Roman"/>
              <a:buNone/>
              <a:defRPr sz="900"/>
            </a:lvl9pPr>
          </a:lstStyle>
          <a:p/>
        </p:txBody>
      </p:sp>
      <p:sp>
        <p:nvSpPr>
          <p:cNvPr id="370" name="Google Shape;370;p116"/>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1" name="Google Shape;371;p116"/>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2" name="Google Shape;372;p116"/>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b="1" sz="2800">
                <a:solidFill>
                  <a:srgbClr val="CC3300"/>
                </a:solidFill>
                <a:latin typeface="Tahoma"/>
                <a:ea typeface="Tahoma"/>
                <a:cs typeface="Tahoma"/>
                <a:sym typeface="Tahoma"/>
              </a:defRPr>
            </a:lvl1pPr>
            <a:lvl2pPr indent="0" lvl="1" marL="0" marR="0" algn="r">
              <a:spcBef>
                <a:spcPts val="0"/>
              </a:spcBef>
              <a:spcAft>
                <a:spcPts val="0"/>
              </a:spcAft>
              <a:buNone/>
              <a:defRPr b="1" sz="2800">
                <a:solidFill>
                  <a:srgbClr val="CC3300"/>
                </a:solidFill>
                <a:latin typeface="Tahoma"/>
                <a:ea typeface="Tahoma"/>
                <a:cs typeface="Tahoma"/>
                <a:sym typeface="Tahoma"/>
              </a:defRPr>
            </a:lvl2pPr>
            <a:lvl3pPr indent="0" lvl="2" marL="0" marR="0" algn="r">
              <a:spcBef>
                <a:spcPts val="0"/>
              </a:spcBef>
              <a:spcAft>
                <a:spcPts val="0"/>
              </a:spcAft>
              <a:buNone/>
              <a:defRPr b="1" sz="2800">
                <a:solidFill>
                  <a:srgbClr val="CC3300"/>
                </a:solidFill>
                <a:latin typeface="Tahoma"/>
                <a:ea typeface="Tahoma"/>
                <a:cs typeface="Tahoma"/>
                <a:sym typeface="Tahoma"/>
              </a:defRPr>
            </a:lvl3pPr>
            <a:lvl4pPr indent="0" lvl="3" marL="0" marR="0" algn="r">
              <a:spcBef>
                <a:spcPts val="0"/>
              </a:spcBef>
              <a:spcAft>
                <a:spcPts val="0"/>
              </a:spcAft>
              <a:buNone/>
              <a:defRPr b="1" sz="2800">
                <a:solidFill>
                  <a:srgbClr val="CC3300"/>
                </a:solidFill>
                <a:latin typeface="Tahoma"/>
                <a:ea typeface="Tahoma"/>
                <a:cs typeface="Tahoma"/>
                <a:sym typeface="Tahoma"/>
              </a:defRPr>
            </a:lvl4pPr>
            <a:lvl5pPr indent="0" lvl="4" marL="0" marR="0" algn="r">
              <a:spcBef>
                <a:spcPts val="0"/>
              </a:spcBef>
              <a:spcAft>
                <a:spcPts val="0"/>
              </a:spcAft>
              <a:buNone/>
              <a:defRPr b="1" sz="2800">
                <a:solidFill>
                  <a:srgbClr val="CC3300"/>
                </a:solidFill>
                <a:latin typeface="Tahoma"/>
                <a:ea typeface="Tahoma"/>
                <a:cs typeface="Tahoma"/>
                <a:sym typeface="Tahoma"/>
              </a:defRPr>
            </a:lvl5pPr>
            <a:lvl6pPr indent="0" lvl="5" marL="0" marR="0" algn="r">
              <a:spcBef>
                <a:spcPts val="0"/>
              </a:spcBef>
              <a:spcAft>
                <a:spcPts val="0"/>
              </a:spcAft>
              <a:buNone/>
              <a:defRPr b="1" sz="2800">
                <a:solidFill>
                  <a:srgbClr val="CC3300"/>
                </a:solidFill>
                <a:latin typeface="Tahoma"/>
                <a:ea typeface="Tahoma"/>
                <a:cs typeface="Tahoma"/>
                <a:sym typeface="Tahoma"/>
              </a:defRPr>
            </a:lvl6pPr>
            <a:lvl7pPr indent="0" lvl="6" marL="0" marR="0" algn="r">
              <a:spcBef>
                <a:spcPts val="0"/>
              </a:spcBef>
              <a:spcAft>
                <a:spcPts val="0"/>
              </a:spcAft>
              <a:buNone/>
              <a:defRPr b="1" sz="2800">
                <a:solidFill>
                  <a:srgbClr val="CC3300"/>
                </a:solidFill>
                <a:latin typeface="Tahoma"/>
                <a:ea typeface="Tahoma"/>
                <a:cs typeface="Tahoma"/>
                <a:sym typeface="Tahoma"/>
              </a:defRPr>
            </a:lvl7pPr>
            <a:lvl8pPr indent="0" lvl="7" marL="0" marR="0" algn="r">
              <a:spcBef>
                <a:spcPts val="0"/>
              </a:spcBef>
              <a:spcAft>
                <a:spcPts val="0"/>
              </a:spcAft>
              <a:buNone/>
              <a:defRPr b="1" sz="2800">
                <a:solidFill>
                  <a:srgbClr val="CC3300"/>
                </a:solidFill>
                <a:latin typeface="Tahoma"/>
                <a:ea typeface="Tahoma"/>
                <a:cs typeface="Tahoma"/>
                <a:sym typeface="Tahoma"/>
              </a:defRPr>
            </a:lvl8pPr>
            <a:lvl9pPr indent="0" lvl="8" marL="0" marR="0" algn="r">
              <a:spcBef>
                <a:spcPts val="0"/>
              </a:spcBef>
              <a:spcAft>
                <a:spcPts val="0"/>
              </a:spcAft>
              <a:buNone/>
              <a:defRPr b="1" sz="2800">
                <a:solidFill>
                  <a:srgbClr val="CC3300"/>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373" name="Shape 373"/>
        <p:cNvGrpSpPr/>
        <p:nvPr/>
      </p:nvGrpSpPr>
      <p:grpSpPr>
        <a:xfrm>
          <a:off x="0" y="0"/>
          <a:ext cx="0" cy="0"/>
          <a:chOff x="0" y="0"/>
          <a:chExt cx="0" cy="0"/>
        </a:xfrm>
      </p:grpSpPr>
      <p:sp>
        <p:nvSpPr>
          <p:cNvPr id="374" name="Google Shape;374;p117"/>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75" name="Google Shape;375;p117"/>
          <p:cNvSpPr txBox="1"/>
          <p:nvPr>
            <p:ph idx="1" type="body"/>
          </p:nvPr>
        </p:nvSpPr>
        <p:spPr>
          <a:xfrm rot="5400000">
            <a:off x="2514600" y="152400"/>
            <a:ext cx="4114800" cy="77724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76" name="Google Shape;376;p117"/>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7" name="Google Shape;377;p117"/>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8" name="Google Shape;378;p117"/>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b="1" sz="2800">
                <a:solidFill>
                  <a:srgbClr val="CC3300"/>
                </a:solidFill>
                <a:latin typeface="Tahoma"/>
                <a:ea typeface="Tahoma"/>
                <a:cs typeface="Tahoma"/>
                <a:sym typeface="Tahoma"/>
              </a:defRPr>
            </a:lvl1pPr>
            <a:lvl2pPr indent="0" lvl="1" marL="0" marR="0" algn="r">
              <a:spcBef>
                <a:spcPts val="0"/>
              </a:spcBef>
              <a:spcAft>
                <a:spcPts val="0"/>
              </a:spcAft>
              <a:buNone/>
              <a:defRPr b="1" sz="2800">
                <a:solidFill>
                  <a:srgbClr val="CC3300"/>
                </a:solidFill>
                <a:latin typeface="Tahoma"/>
                <a:ea typeface="Tahoma"/>
                <a:cs typeface="Tahoma"/>
                <a:sym typeface="Tahoma"/>
              </a:defRPr>
            </a:lvl2pPr>
            <a:lvl3pPr indent="0" lvl="2" marL="0" marR="0" algn="r">
              <a:spcBef>
                <a:spcPts val="0"/>
              </a:spcBef>
              <a:spcAft>
                <a:spcPts val="0"/>
              </a:spcAft>
              <a:buNone/>
              <a:defRPr b="1" sz="2800">
                <a:solidFill>
                  <a:srgbClr val="CC3300"/>
                </a:solidFill>
                <a:latin typeface="Tahoma"/>
                <a:ea typeface="Tahoma"/>
                <a:cs typeface="Tahoma"/>
                <a:sym typeface="Tahoma"/>
              </a:defRPr>
            </a:lvl3pPr>
            <a:lvl4pPr indent="0" lvl="3" marL="0" marR="0" algn="r">
              <a:spcBef>
                <a:spcPts val="0"/>
              </a:spcBef>
              <a:spcAft>
                <a:spcPts val="0"/>
              </a:spcAft>
              <a:buNone/>
              <a:defRPr b="1" sz="2800">
                <a:solidFill>
                  <a:srgbClr val="CC3300"/>
                </a:solidFill>
                <a:latin typeface="Tahoma"/>
                <a:ea typeface="Tahoma"/>
                <a:cs typeface="Tahoma"/>
                <a:sym typeface="Tahoma"/>
              </a:defRPr>
            </a:lvl4pPr>
            <a:lvl5pPr indent="0" lvl="4" marL="0" marR="0" algn="r">
              <a:spcBef>
                <a:spcPts val="0"/>
              </a:spcBef>
              <a:spcAft>
                <a:spcPts val="0"/>
              </a:spcAft>
              <a:buNone/>
              <a:defRPr b="1" sz="2800">
                <a:solidFill>
                  <a:srgbClr val="CC3300"/>
                </a:solidFill>
                <a:latin typeface="Tahoma"/>
                <a:ea typeface="Tahoma"/>
                <a:cs typeface="Tahoma"/>
                <a:sym typeface="Tahoma"/>
              </a:defRPr>
            </a:lvl5pPr>
            <a:lvl6pPr indent="0" lvl="5" marL="0" marR="0" algn="r">
              <a:spcBef>
                <a:spcPts val="0"/>
              </a:spcBef>
              <a:spcAft>
                <a:spcPts val="0"/>
              </a:spcAft>
              <a:buNone/>
              <a:defRPr b="1" sz="2800">
                <a:solidFill>
                  <a:srgbClr val="CC3300"/>
                </a:solidFill>
                <a:latin typeface="Tahoma"/>
                <a:ea typeface="Tahoma"/>
                <a:cs typeface="Tahoma"/>
                <a:sym typeface="Tahoma"/>
              </a:defRPr>
            </a:lvl6pPr>
            <a:lvl7pPr indent="0" lvl="6" marL="0" marR="0" algn="r">
              <a:spcBef>
                <a:spcPts val="0"/>
              </a:spcBef>
              <a:spcAft>
                <a:spcPts val="0"/>
              </a:spcAft>
              <a:buNone/>
              <a:defRPr b="1" sz="2800">
                <a:solidFill>
                  <a:srgbClr val="CC3300"/>
                </a:solidFill>
                <a:latin typeface="Tahoma"/>
                <a:ea typeface="Tahoma"/>
                <a:cs typeface="Tahoma"/>
                <a:sym typeface="Tahoma"/>
              </a:defRPr>
            </a:lvl7pPr>
            <a:lvl8pPr indent="0" lvl="7" marL="0" marR="0" algn="r">
              <a:spcBef>
                <a:spcPts val="0"/>
              </a:spcBef>
              <a:spcAft>
                <a:spcPts val="0"/>
              </a:spcAft>
              <a:buNone/>
              <a:defRPr b="1" sz="2800">
                <a:solidFill>
                  <a:srgbClr val="CC3300"/>
                </a:solidFill>
                <a:latin typeface="Tahoma"/>
                <a:ea typeface="Tahoma"/>
                <a:cs typeface="Tahoma"/>
                <a:sym typeface="Tahoma"/>
              </a:defRPr>
            </a:lvl8pPr>
            <a:lvl9pPr indent="0" lvl="8" marL="0" marR="0" algn="r">
              <a:spcBef>
                <a:spcPts val="0"/>
              </a:spcBef>
              <a:spcAft>
                <a:spcPts val="0"/>
              </a:spcAft>
              <a:buNone/>
              <a:defRPr b="1" sz="2800">
                <a:solidFill>
                  <a:srgbClr val="CC3300"/>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379" name="Shape 379"/>
        <p:cNvGrpSpPr/>
        <p:nvPr/>
      </p:nvGrpSpPr>
      <p:grpSpPr>
        <a:xfrm>
          <a:off x="0" y="0"/>
          <a:ext cx="0" cy="0"/>
          <a:chOff x="0" y="0"/>
          <a:chExt cx="0" cy="0"/>
        </a:xfrm>
      </p:grpSpPr>
      <p:sp>
        <p:nvSpPr>
          <p:cNvPr id="380" name="Google Shape;380;p118"/>
          <p:cNvSpPr txBox="1"/>
          <p:nvPr>
            <p:ph type="title"/>
          </p:nvPr>
        </p:nvSpPr>
        <p:spPr>
          <a:xfrm rot="5400000">
            <a:off x="4743450" y="2381250"/>
            <a:ext cx="5486400" cy="1943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81" name="Google Shape;381;p118"/>
          <p:cNvSpPr txBox="1"/>
          <p:nvPr>
            <p:ph idx="1" type="body"/>
          </p:nvPr>
        </p:nvSpPr>
        <p:spPr>
          <a:xfrm rot="5400000">
            <a:off x="781050" y="514350"/>
            <a:ext cx="5486400" cy="56769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82" name="Google Shape;382;p118"/>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3" name="Google Shape;383;p118"/>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4" name="Google Shape;384;p118"/>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b="1" sz="2800">
                <a:solidFill>
                  <a:srgbClr val="CC3300"/>
                </a:solidFill>
                <a:latin typeface="Tahoma"/>
                <a:ea typeface="Tahoma"/>
                <a:cs typeface="Tahoma"/>
                <a:sym typeface="Tahoma"/>
              </a:defRPr>
            </a:lvl1pPr>
            <a:lvl2pPr indent="0" lvl="1" marL="0" marR="0" algn="r">
              <a:spcBef>
                <a:spcPts val="0"/>
              </a:spcBef>
              <a:spcAft>
                <a:spcPts val="0"/>
              </a:spcAft>
              <a:buNone/>
              <a:defRPr b="1" sz="2800">
                <a:solidFill>
                  <a:srgbClr val="CC3300"/>
                </a:solidFill>
                <a:latin typeface="Tahoma"/>
                <a:ea typeface="Tahoma"/>
                <a:cs typeface="Tahoma"/>
                <a:sym typeface="Tahoma"/>
              </a:defRPr>
            </a:lvl2pPr>
            <a:lvl3pPr indent="0" lvl="2" marL="0" marR="0" algn="r">
              <a:spcBef>
                <a:spcPts val="0"/>
              </a:spcBef>
              <a:spcAft>
                <a:spcPts val="0"/>
              </a:spcAft>
              <a:buNone/>
              <a:defRPr b="1" sz="2800">
                <a:solidFill>
                  <a:srgbClr val="CC3300"/>
                </a:solidFill>
                <a:latin typeface="Tahoma"/>
                <a:ea typeface="Tahoma"/>
                <a:cs typeface="Tahoma"/>
                <a:sym typeface="Tahoma"/>
              </a:defRPr>
            </a:lvl3pPr>
            <a:lvl4pPr indent="0" lvl="3" marL="0" marR="0" algn="r">
              <a:spcBef>
                <a:spcPts val="0"/>
              </a:spcBef>
              <a:spcAft>
                <a:spcPts val="0"/>
              </a:spcAft>
              <a:buNone/>
              <a:defRPr b="1" sz="2800">
                <a:solidFill>
                  <a:srgbClr val="CC3300"/>
                </a:solidFill>
                <a:latin typeface="Tahoma"/>
                <a:ea typeface="Tahoma"/>
                <a:cs typeface="Tahoma"/>
                <a:sym typeface="Tahoma"/>
              </a:defRPr>
            </a:lvl4pPr>
            <a:lvl5pPr indent="0" lvl="4" marL="0" marR="0" algn="r">
              <a:spcBef>
                <a:spcPts val="0"/>
              </a:spcBef>
              <a:spcAft>
                <a:spcPts val="0"/>
              </a:spcAft>
              <a:buNone/>
              <a:defRPr b="1" sz="2800">
                <a:solidFill>
                  <a:srgbClr val="CC3300"/>
                </a:solidFill>
                <a:latin typeface="Tahoma"/>
                <a:ea typeface="Tahoma"/>
                <a:cs typeface="Tahoma"/>
                <a:sym typeface="Tahoma"/>
              </a:defRPr>
            </a:lvl5pPr>
            <a:lvl6pPr indent="0" lvl="5" marL="0" marR="0" algn="r">
              <a:spcBef>
                <a:spcPts val="0"/>
              </a:spcBef>
              <a:spcAft>
                <a:spcPts val="0"/>
              </a:spcAft>
              <a:buNone/>
              <a:defRPr b="1" sz="2800">
                <a:solidFill>
                  <a:srgbClr val="CC3300"/>
                </a:solidFill>
                <a:latin typeface="Tahoma"/>
                <a:ea typeface="Tahoma"/>
                <a:cs typeface="Tahoma"/>
                <a:sym typeface="Tahoma"/>
              </a:defRPr>
            </a:lvl6pPr>
            <a:lvl7pPr indent="0" lvl="6" marL="0" marR="0" algn="r">
              <a:spcBef>
                <a:spcPts val="0"/>
              </a:spcBef>
              <a:spcAft>
                <a:spcPts val="0"/>
              </a:spcAft>
              <a:buNone/>
              <a:defRPr b="1" sz="2800">
                <a:solidFill>
                  <a:srgbClr val="CC3300"/>
                </a:solidFill>
                <a:latin typeface="Tahoma"/>
                <a:ea typeface="Tahoma"/>
                <a:cs typeface="Tahoma"/>
                <a:sym typeface="Tahoma"/>
              </a:defRPr>
            </a:lvl7pPr>
            <a:lvl8pPr indent="0" lvl="7" marL="0" marR="0" algn="r">
              <a:spcBef>
                <a:spcPts val="0"/>
              </a:spcBef>
              <a:spcAft>
                <a:spcPts val="0"/>
              </a:spcAft>
              <a:buNone/>
              <a:defRPr b="1" sz="2800">
                <a:solidFill>
                  <a:srgbClr val="CC3300"/>
                </a:solidFill>
                <a:latin typeface="Tahoma"/>
                <a:ea typeface="Tahoma"/>
                <a:cs typeface="Tahoma"/>
                <a:sym typeface="Tahoma"/>
              </a:defRPr>
            </a:lvl8pPr>
            <a:lvl9pPr indent="0" lvl="8" marL="0" marR="0" algn="r">
              <a:spcBef>
                <a:spcPts val="0"/>
              </a:spcBef>
              <a:spcAft>
                <a:spcPts val="0"/>
              </a:spcAft>
              <a:buNone/>
              <a:defRPr b="1" sz="2800">
                <a:solidFill>
                  <a:srgbClr val="CC3300"/>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6.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1.xml"/><Relationship Id="rId10" Type="http://schemas.openxmlformats.org/officeDocument/2006/relationships/slideLayout" Target="../slideLayouts/slideLayout20.xml"/><Relationship Id="rId13" Type="http://schemas.openxmlformats.org/officeDocument/2006/relationships/theme" Target="../theme/theme4.xml"/><Relationship Id="rId12" Type="http://schemas.openxmlformats.org/officeDocument/2006/relationships/slideLayout" Target="../slideLayouts/slideLayout22.xml"/><Relationship Id="rId1" Type="http://schemas.openxmlformats.org/officeDocument/2006/relationships/image" Target="../media/image1.jp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2.xml"/><Relationship Id="rId10" Type="http://schemas.openxmlformats.org/officeDocument/2006/relationships/slideLayout" Target="../slideLayouts/slideLayout31.xml"/><Relationship Id="rId13" Type="http://schemas.openxmlformats.org/officeDocument/2006/relationships/theme" Target="../theme/theme2.xml"/><Relationship Id="rId12" Type="http://schemas.openxmlformats.org/officeDocument/2006/relationships/slideLayout" Target="../slideLayouts/slideLayout33.xml"/><Relationship Id="rId1" Type="http://schemas.openxmlformats.org/officeDocument/2006/relationships/image" Target="../media/image1.jpg"/><Relationship Id="rId2" Type="http://schemas.openxmlformats.org/officeDocument/2006/relationships/slideLayout" Target="../slideLayouts/slideLayout23.xml"/><Relationship Id="rId3" Type="http://schemas.openxmlformats.org/officeDocument/2006/relationships/slideLayout" Target="../slideLayouts/slideLayout24.xml"/><Relationship Id="rId4" Type="http://schemas.openxmlformats.org/officeDocument/2006/relationships/slideLayout" Target="../slideLayouts/slideLayout25.xml"/><Relationship Id="rId9" Type="http://schemas.openxmlformats.org/officeDocument/2006/relationships/slideLayout" Target="../slideLayouts/slideLayout30.xml"/><Relationship Id="rId5" Type="http://schemas.openxmlformats.org/officeDocument/2006/relationships/slideLayout" Target="../slideLayouts/slideLayout26.xml"/><Relationship Id="rId6" Type="http://schemas.openxmlformats.org/officeDocument/2006/relationships/slideLayout" Target="../slideLayouts/slideLayout27.xml"/><Relationship Id="rId7" Type="http://schemas.openxmlformats.org/officeDocument/2006/relationships/slideLayout" Target="../slideLayouts/slideLayout28.xml"/><Relationship Id="rId8" Type="http://schemas.openxmlformats.org/officeDocument/2006/relationships/slideLayout" Target="../slideLayouts/slideLayout29.xml"/></Relationships>
</file>

<file path=ppt/slideMasters/_rels/slideMaster4.xml.rels><?xml version="1.0" encoding="UTF-8" standalone="yes"?><Relationships xmlns="http://schemas.openxmlformats.org/package/2006/relationships"><Relationship Id="rId11" Type="http://schemas.openxmlformats.org/officeDocument/2006/relationships/slideLayout" Target="../slideLayouts/slideLayout43.xml"/><Relationship Id="rId10" Type="http://schemas.openxmlformats.org/officeDocument/2006/relationships/slideLayout" Target="../slideLayouts/slideLayout42.xml"/><Relationship Id="rId13" Type="http://schemas.openxmlformats.org/officeDocument/2006/relationships/theme" Target="../theme/theme1.xml"/><Relationship Id="rId12" Type="http://schemas.openxmlformats.org/officeDocument/2006/relationships/slideLayout" Target="../slideLayouts/slideLayout44.xml"/><Relationship Id="rId1" Type="http://schemas.openxmlformats.org/officeDocument/2006/relationships/image" Target="../media/image3.png"/><Relationship Id="rId2" Type="http://schemas.openxmlformats.org/officeDocument/2006/relationships/slideLayout" Target="../slideLayouts/slideLayout34.xml"/><Relationship Id="rId3" Type="http://schemas.openxmlformats.org/officeDocument/2006/relationships/slideLayout" Target="../slideLayouts/slideLayout35.xml"/><Relationship Id="rId4" Type="http://schemas.openxmlformats.org/officeDocument/2006/relationships/slideLayout" Target="../slideLayouts/slideLayout36.xml"/><Relationship Id="rId9" Type="http://schemas.openxmlformats.org/officeDocument/2006/relationships/slideLayout" Target="../slideLayouts/slideLayout41.xml"/><Relationship Id="rId5" Type="http://schemas.openxmlformats.org/officeDocument/2006/relationships/slideLayout" Target="../slideLayouts/slideLayout37.xml"/><Relationship Id="rId6" Type="http://schemas.openxmlformats.org/officeDocument/2006/relationships/slideLayout" Target="../slideLayouts/slideLayout38.xml"/><Relationship Id="rId7" Type="http://schemas.openxmlformats.org/officeDocument/2006/relationships/slideLayout" Target="../slideLayouts/slideLayout39.xml"/><Relationship Id="rId8" Type="http://schemas.openxmlformats.org/officeDocument/2006/relationships/slideLayout" Target="../slideLayouts/slideLayout40.xml"/></Relationships>
</file>

<file path=ppt/slideMasters/_rels/slideMaster5.xml.rels><?xml version="1.0" encoding="UTF-8" standalone="yes"?><Relationships xmlns="http://schemas.openxmlformats.org/package/2006/relationships"><Relationship Id="rId11" Type="http://schemas.openxmlformats.org/officeDocument/2006/relationships/slideLayout" Target="../slideLayouts/slideLayout54.xml"/><Relationship Id="rId10" Type="http://schemas.openxmlformats.org/officeDocument/2006/relationships/slideLayout" Target="../slideLayouts/slideLayout53.xml"/><Relationship Id="rId13" Type="http://schemas.openxmlformats.org/officeDocument/2006/relationships/theme" Target="../theme/theme5.xml"/><Relationship Id="rId12" Type="http://schemas.openxmlformats.org/officeDocument/2006/relationships/slideLayout" Target="../slideLayouts/slideLayout55.xml"/><Relationship Id="rId1" Type="http://schemas.openxmlformats.org/officeDocument/2006/relationships/image" Target="../media/image1.jpg"/><Relationship Id="rId2" Type="http://schemas.openxmlformats.org/officeDocument/2006/relationships/slideLayout" Target="../slideLayouts/slideLayout45.xml"/><Relationship Id="rId3" Type="http://schemas.openxmlformats.org/officeDocument/2006/relationships/slideLayout" Target="../slideLayouts/slideLayout46.xml"/><Relationship Id="rId4" Type="http://schemas.openxmlformats.org/officeDocument/2006/relationships/slideLayout" Target="../slideLayouts/slideLayout47.xml"/><Relationship Id="rId9" Type="http://schemas.openxmlformats.org/officeDocument/2006/relationships/slideLayout" Target="../slideLayouts/slideLayout52.xml"/><Relationship Id="rId5" Type="http://schemas.openxmlformats.org/officeDocument/2006/relationships/slideLayout" Target="../slideLayouts/slideLayout48.xml"/><Relationship Id="rId6" Type="http://schemas.openxmlformats.org/officeDocument/2006/relationships/slideLayout" Target="../slideLayouts/slideLayout49.xml"/><Relationship Id="rId7" Type="http://schemas.openxmlformats.org/officeDocument/2006/relationships/slideLayout" Target="../slideLayouts/slideLayout50.xml"/><Relationship Id="rId8" Type="http://schemas.openxmlformats.org/officeDocument/2006/relationships/slideLayout" Target="../slideLayouts/slideLayout5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224783"/>
            </a:gs>
            <a:gs pos="100000">
              <a:srgbClr val="001644"/>
            </a:gs>
          </a:gsLst>
          <a:lin ang="5400000" scaled="0"/>
        </a:gradFill>
      </p:bgPr>
    </p:bg>
    <p:spTree>
      <p:nvGrpSpPr>
        <p:cNvPr id="9" name="Shape 9"/>
        <p:cNvGrpSpPr/>
        <p:nvPr/>
      </p:nvGrpSpPr>
      <p:grpSpPr>
        <a:xfrm>
          <a:off x="0" y="0"/>
          <a:ext cx="0" cy="0"/>
          <a:chOff x="0" y="0"/>
          <a:chExt cx="0" cy="0"/>
        </a:xfrm>
      </p:grpSpPr>
      <p:sp>
        <p:nvSpPr>
          <p:cNvPr id="10" name="Google Shape;10;p59"/>
          <p:cNvSpPr txBox="1"/>
          <p:nvPr>
            <p:ph type="title"/>
          </p:nvPr>
        </p:nvSpPr>
        <p:spPr>
          <a:xfrm>
            <a:off x="1219200" y="457200"/>
            <a:ext cx="7543800" cy="1143000"/>
          </a:xfrm>
          <a:prstGeom prst="rect">
            <a:avLst/>
          </a:prstGeom>
          <a:noFill/>
          <a:ln>
            <a:noFill/>
          </a:ln>
        </p:spPr>
        <p:txBody>
          <a:bodyPr anchorCtr="0" anchor="ctr" bIns="46025" lIns="92075" spcFirstLastPara="1" rIns="92075" wrap="square" tIns="46025">
            <a:noAutofit/>
          </a:bodyPr>
          <a:lstStyle>
            <a:lvl1pPr lvl="0" marR="0" rtl="0" algn="ctr">
              <a:spcBef>
                <a:spcPts val="0"/>
              </a:spcBef>
              <a:spcAft>
                <a:spcPts val="0"/>
              </a:spcAft>
              <a:buSzPts val="1400"/>
              <a:buNone/>
              <a:defRPr b="1" i="0" sz="3600" u="none" cap="none" strike="noStrike">
                <a:solidFill>
                  <a:srgbClr val="FFFFFF"/>
                </a:solidFill>
                <a:latin typeface="Arial"/>
                <a:ea typeface="Arial"/>
                <a:cs typeface="Arial"/>
                <a:sym typeface="Arial"/>
              </a:defRPr>
            </a:lvl1pPr>
            <a:lvl2pPr lvl="1" marR="0" rtl="0" algn="ctr">
              <a:spcBef>
                <a:spcPts val="0"/>
              </a:spcBef>
              <a:spcAft>
                <a:spcPts val="0"/>
              </a:spcAft>
              <a:buSzPts val="1400"/>
              <a:buNone/>
              <a:defRPr b="1" i="0" sz="3600" u="none" cap="none" strike="noStrike">
                <a:solidFill>
                  <a:srgbClr val="FFFFFF"/>
                </a:solidFill>
                <a:latin typeface="Arial"/>
                <a:ea typeface="Arial"/>
                <a:cs typeface="Arial"/>
                <a:sym typeface="Arial"/>
              </a:defRPr>
            </a:lvl2pPr>
            <a:lvl3pPr lvl="2" marR="0" rtl="0" algn="ctr">
              <a:spcBef>
                <a:spcPts val="0"/>
              </a:spcBef>
              <a:spcAft>
                <a:spcPts val="0"/>
              </a:spcAft>
              <a:buSzPts val="1400"/>
              <a:buNone/>
              <a:defRPr b="1" i="0" sz="3600" u="none" cap="none" strike="noStrike">
                <a:solidFill>
                  <a:srgbClr val="FFFFFF"/>
                </a:solidFill>
                <a:latin typeface="Arial"/>
                <a:ea typeface="Arial"/>
                <a:cs typeface="Arial"/>
                <a:sym typeface="Arial"/>
              </a:defRPr>
            </a:lvl3pPr>
            <a:lvl4pPr lvl="3" marR="0" rtl="0" algn="ctr">
              <a:spcBef>
                <a:spcPts val="0"/>
              </a:spcBef>
              <a:spcAft>
                <a:spcPts val="0"/>
              </a:spcAft>
              <a:buSzPts val="1400"/>
              <a:buNone/>
              <a:defRPr b="1" i="0" sz="3600" u="none" cap="none" strike="noStrike">
                <a:solidFill>
                  <a:srgbClr val="FFFFFF"/>
                </a:solidFill>
                <a:latin typeface="Arial"/>
                <a:ea typeface="Arial"/>
                <a:cs typeface="Arial"/>
                <a:sym typeface="Arial"/>
              </a:defRPr>
            </a:lvl4pPr>
            <a:lvl5pPr lvl="4" marR="0" rtl="0" algn="ctr">
              <a:spcBef>
                <a:spcPts val="0"/>
              </a:spcBef>
              <a:spcAft>
                <a:spcPts val="0"/>
              </a:spcAft>
              <a:buSzPts val="1400"/>
              <a:buNone/>
              <a:defRPr b="1" i="0" sz="3600" u="none" cap="none" strike="noStrike">
                <a:solidFill>
                  <a:srgbClr val="FFFFFF"/>
                </a:solidFill>
                <a:latin typeface="Arial"/>
                <a:ea typeface="Arial"/>
                <a:cs typeface="Arial"/>
                <a:sym typeface="Arial"/>
              </a:defRPr>
            </a:lvl5pPr>
            <a:lvl6pPr lvl="5" marR="0" rtl="0" algn="ctr">
              <a:spcBef>
                <a:spcPts val="0"/>
              </a:spcBef>
              <a:spcAft>
                <a:spcPts val="0"/>
              </a:spcAft>
              <a:buSzPts val="1400"/>
              <a:buNone/>
              <a:defRPr b="1" i="0" sz="3600" u="none" cap="none" strike="noStrike">
                <a:solidFill>
                  <a:srgbClr val="FFFFFF"/>
                </a:solidFill>
                <a:latin typeface="Arial"/>
                <a:ea typeface="Arial"/>
                <a:cs typeface="Arial"/>
                <a:sym typeface="Arial"/>
              </a:defRPr>
            </a:lvl6pPr>
            <a:lvl7pPr lvl="6" marR="0" rtl="0" algn="ctr">
              <a:spcBef>
                <a:spcPts val="0"/>
              </a:spcBef>
              <a:spcAft>
                <a:spcPts val="0"/>
              </a:spcAft>
              <a:buSzPts val="1400"/>
              <a:buNone/>
              <a:defRPr b="1" i="0" sz="3600" u="none" cap="none" strike="noStrike">
                <a:solidFill>
                  <a:srgbClr val="FFFFFF"/>
                </a:solidFill>
                <a:latin typeface="Arial"/>
                <a:ea typeface="Arial"/>
                <a:cs typeface="Arial"/>
                <a:sym typeface="Arial"/>
              </a:defRPr>
            </a:lvl7pPr>
            <a:lvl8pPr lvl="7" marR="0" rtl="0" algn="ctr">
              <a:spcBef>
                <a:spcPts val="0"/>
              </a:spcBef>
              <a:spcAft>
                <a:spcPts val="0"/>
              </a:spcAft>
              <a:buSzPts val="1400"/>
              <a:buNone/>
              <a:defRPr b="1" i="0" sz="3600" u="none" cap="none" strike="noStrike">
                <a:solidFill>
                  <a:srgbClr val="FFFFFF"/>
                </a:solidFill>
                <a:latin typeface="Arial"/>
                <a:ea typeface="Arial"/>
                <a:cs typeface="Arial"/>
                <a:sym typeface="Arial"/>
              </a:defRPr>
            </a:lvl8pPr>
            <a:lvl9pPr lvl="8" marR="0" rtl="0" algn="ctr">
              <a:spcBef>
                <a:spcPts val="0"/>
              </a:spcBef>
              <a:spcAft>
                <a:spcPts val="0"/>
              </a:spcAft>
              <a:buSzPts val="1400"/>
              <a:buNone/>
              <a:defRPr b="1" i="0" sz="3600" u="none" cap="none" strike="noStrike">
                <a:solidFill>
                  <a:srgbClr val="FFFFFF"/>
                </a:solidFill>
                <a:latin typeface="Arial"/>
                <a:ea typeface="Arial"/>
                <a:cs typeface="Arial"/>
                <a:sym typeface="Arial"/>
              </a:defRPr>
            </a:lvl9pPr>
          </a:lstStyle>
          <a:p/>
        </p:txBody>
      </p:sp>
      <p:sp>
        <p:nvSpPr>
          <p:cNvPr id="11" name="Google Shape;11;p59"/>
          <p:cNvSpPr txBox="1"/>
          <p:nvPr>
            <p:ph idx="10" type="dt"/>
          </p:nvPr>
        </p:nvSpPr>
        <p:spPr>
          <a:xfrm>
            <a:off x="1371600" y="6248400"/>
            <a:ext cx="1676400" cy="457200"/>
          </a:xfrm>
          <a:prstGeom prst="rect">
            <a:avLst/>
          </a:prstGeom>
          <a:noFill/>
          <a:ln>
            <a:noFill/>
          </a:ln>
        </p:spPr>
        <p:txBody>
          <a:bodyPr anchorCtr="0" anchor="t" bIns="45700" lIns="91425" spcFirstLastPara="1" rIns="91425" wrap="square" tIns="45700">
            <a:noAutofit/>
          </a:bodyPr>
          <a:lstStyle>
            <a:lvl1pPr lvl="0" marR="0" rtl="0" algn="l">
              <a:spcBef>
                <a:spcPts val="700"/>
              </a:spcBef>
              <a:spcAft>
                <a:spcPts val="0"/>
              </a:spcAft>
              <a:buSzPts val="1400"/>
              <a:buNone/>
              <a:defRPr b="0" i="0" sz="14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9pPr>
          </a:lstStyle>
          <a:p/>
        </p:txBody>
      </p:sp>
      <p:sp>
        <p:nvSpPr>
          <p:cNvPr id="12" name="Google Shape;12;p59"/>
          <p:cNvSpPr txBox="1"/>
          <p:nvPr>
            <p:ph idx="11" type="ftr"/>
          </p:nvPr>
        </p:nvSpPr>
        <p:spPr>
          <a:xfrm>
            <a:off x="3429000" y="6248400"/>
            <a:ext cx="3429000" cy="457200"/>
          </a:xfrm>
          <a:prstGeom prst="rect">
            <a:avLst/>
          </a:prstGeom>
          <a:noFill/>
          <a:ln>
            <a:noFill/>
          </a:ln>
        </p:spPr>
        <p:txBody>
          <a:bodyPr anchorCtr="0" anchor="t" bIns="45700" lIns="91425" spcFirstLastPara="1" rIns="91425" wrap="square" tIns="45700">
            <a:noAutofit/>
          </a:bodyPr>
          <a:lstStyle>
            <a:lvl1pPr lvl="0" marR="0" rtl="0" algn="ctr">
              <a:spcBef>
                <a:spcPts val="700"/>
              </a:spcBef>
              <a:spcAft>
                <a:spcPts val="0"/>
              </a:spcAft>
              <a:buSzPts val="1400"/>
              <a:buNone/>
              <a:defRPr b="0" i="0" sz="14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9pPr>
          </a:lstStyle>
          <a:p/>
        </p:txBody>
      </p:sp>
      <p:sp>
        <p:nvSpPr>
          <p:cNvPr id="13" name="Google Shape;13;p59"/>
          <p:cNvSpPr txBox="1"/>
          <p:nvPr>
            <p:ph idx="12" type="sldNum"/>
          </p:nvPr>
        </p:nvSpPr>
        <p:spPr>
          <a:xfrm>
            <a:off x="7239000" y="6248400"/>
            <a:ext cx="1905000" cy="45720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1pPr>
            <a:lvl2pPr indent="0" lvl="1" marL="0" marR="0" rtl="0" algn="r">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2pPr>
            <a:lvl3pPr indent="0" lvl="2" marL="0" marR="0" rtl="0" algn="r">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3pPr>
            <a:lvl4pPr indent="0" lvl="3" marL="0" marR="0" rtl="0" algn="r">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4pPr>
            <a:lvl5pPr indent="0" lvl="4" marL="0" marR="0" rtl="0" algn="r">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5pPr>
            <a:lvl6pPr indent="0" lvl="5" marL="0" marR="0" rtl="0" algn="r">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6pPr>
            <a:lvl7pPr indent="0" lvl="6" marL="0" marR="0" rtl="0" algn="r">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7pPr>
            <a:lvl8pPr indent="0" lvl="7" marL="0" marR="0" rtl="0" algn="r">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8pPr>
            <a:lvl9pPr indent="0" lvl="8" marL="0" marR="0" rtl="0" algn="r">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
        <p:nvSpPr>
          <p:cNvPr id="14" name="Google Shape;14;p59"/>
          <p:cNvSpPr txBox="1"/>
          <p:nvPr>
            <p:ph idx="1" type="body"/>
          </p:nvPr>
        </p:nvSpPr>
        <p:spPr>
          <a:xfrm>
            <a:off x="1371600" y="1981200"/>
            <a:ext cx="7620000" cy="4114800"/>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chemeClr val="dk2"/>
              </a:buClr>
              <a:buSzPts val="2400"/>
              <a:buFont typeface="Noto Sans Symbols"/>
              <a:buChar char="⬥"/>
              <a:defRPr b="0" i="0" sz="2400" u="none" cap="none" strike="noStrike">
                <a:solidFill>
                  <a:srgbClr val="FFFFFF"/>
                </a:solidFill>
                <a:latin typeface="Arial"/>
                <a:ea typeface="Arial"/>
                <a:cs typeface="Arial"/>
                <a:sym typeface="Arial"/>
              </a:defRPr>
            </a:lvl1pPr>
            <a:lvl2pPr indent="-373380" lvl="1" marL="914400" marR="0" rtl="0" algn="l">
              <a:spcBef>
                <a:spcPts val="480"/>
              </a:spcBef>
              <a:spcAft>
                <a:spcPts val="0"/>
              </a:spcAft>
              <a:buClr>
                <a:srgbClr val="FFFFFF"/>
              </a:buClr>
              <a:buSzPts val="2280"/>
              <a:buFont typeface="Arial"/>
              <a:buChar char="–"/>
              <a:defRPr b="0" i="0" sz="2400" u="none" cap="none" strike="noStrike">
                <a:solidFill>
                  <a:srgbClr val="FFFFFF"/>
                </a:solidFill>
                <a:latin typeface="Arial"/>
                <a:ea typeface="Arial"/>
                <a:cs typeface="Arial"/>
                <a:sym typeface="Arial"/>
              </a:defRPr>
            </a:lvl2pPr>
            <a:lvl3pPr indent="-381000" lvl="2" marL="1371600" marR="0" rtl="0" algn="l">
              <a:spcBef>
                <a:spcPts val="480"/>
              </a:spcBef>
              <a:spcAft>
                <a:spcPts val="0"/>
              </a:spcAft>
              <a:buClr>
                <a:srgbClr val="FFFFFF"/>
              </a:buClr>
              <a:buSzPts val="2400"/>
              <a:buFont typeface="Arial"/>
              <a:buChar char="•"/>
              <a:defRPr b="0" i="0" sz="2400" u="none" cap="none" strike="noStrike">
                <a:solidFill>
                  <a:srgbClr val="FFFFFF"/>
                </a:solidFill>
                <a:latin typeface="Arial"/>
                <a:ea typeface="Arial"/>
                <a:cs typeface="Arial"/>
                <a:sym typeface="Arial"/>
              </a:defRPr>
            </a:lvl3pPr>
            <a:lvl4pPr indent="-381000" lvl="3" marL="1828800" marR="0" rtl="0" algn="l">
              <a:spcBef>
                <a:spcPts val="480"/>
              </a:spcBef>
              <a:spcAft>
                <a:spcPts val="0"/>
              </a:spcAft>
              <a:buClr>
                <a:srgbClr val="FFFFFF"/>
              </a:buClr>
              <a:buSzPts val="2400"/>
              <a:buFont typeface="Arial"/>
              <a:buChar char="–"/>
              <a:defRPr b="0" i="0" sz="2400" u="none" cap="none" strike="noStrike">
                <a:solidFill>
                  <a:srgbClr val="FFFFFF"/>
                </a:solidFill>
                <a:latin typeface="Arial"/>
                <a:ea typeface="Arial"/>
                <a:cs typeface="Arial"/>
                <a:sym typeface="Arial"/>
              </a:defRPr>
            </a:lvl4pPr>
            <a:lvl5pPr indent="-381000" lvl="4" marL="2286000" marR="0" rtl="0" algn="l">
              <a:spcBef>
                <a:spcPts val="480"/>
              </a:spcBef>
              <a:spcAft>
                <a:spcPts val="0"/>
              </a:spcAft>
              <a:buClr>
                <a:srgbClr val="FFFFFF"/>
              </a:buClr>
              <a:buSzPts val="2400"/>
              <a:buFont typeface="Arial"/>
              <a:buChar char="•"/>
              <a:defRPr b="0" i="0" sz="2400" u="none" cap="none" strike="noStrike">
                <a:solidFill>
                  <a:srgbClr val="FFFFFF"/>
                </a:solidFill>
                <a:latin typeface="Arial"/>
                <a:ea typeface="Arial"/>
                <a:cs typeface="Arial"/>
                <a:sym typeface="Arial"/>
              </a:defRPr>
            </a:lvl5pPr>
            <a:lvl6pPr indent="-381000" lvl="5" marL="2743200" marR="0" rtl="0" algn="l">
              <a:spcBef>
                <a:spcPts val="480"/>
              </a:spcBef>
              <a:spcAft>
                <a:spcPts val="0"/>
              </a:spcAft>
              <a:buClr>
                <a:srgbClr val="FFFFFF"/>
              </a:buClr>
              <a:buSzPts val="2400"/>
              <a:buFont typeface="Arial"/>
              <a:buChar char="•"/>
              <a:defRPr b="0" i="0" sz="2400" u="none" cap="none" strike="noStrike">
                <a:solidFill>
                  <a:srgbClr val="FFFFFF"/>
                </a:solidFill>
                <a:latin typeface="Arial"/>
                <a:ea typeface="Arial"/>
                <a:cs typeface="Arial"/>
                <a:sym typeface="Arial"/>
              </a:defRPr>
            </a:lvl6pPr>
            <a:lvl7pPr indent="-381000" lvl="6" marL="3200400" marR="0" rtl="0" algn="l">
              <a:spcBef>
                <a:spcPts val="480"/>
              </a:spcBef>
              <a:spcAft>
                <a:spcPts val="0"/>
              </a:spcAft>
              <a:buClr>
                <a:srgbClr val="FFFFFF"/>
              </a:buClr>
              <a:buSzPts val="2400"/>
              <a:buFont typeface="Arial"/>
              <a:buChar char="•"/>
              <a:defRPr b="0" i="0" sz="2400" u="none" cap="none" strike="noStrike">
                <a:solidFill>
                  <a:srgbClr val="FFFFFF"/>
                </a:solidFill>
                <a:latin typeface="Arial"/>
                <a:ea typeface="Arial"/>
                <a:cs typeface="Arial"/>
                <a:sym typeface="Arial"/>
              </a:defRPr>
            </a:lvl7pPr>
            <a:lvl8pPr indent="-381000" lvl="7" marL="3657600" marR="0" rtl="0" algn="l">
              <a:spcBef>
                <a:spcPts val="480"/>
              </a:spcBef>
              <a:spcAft>
                <a:spcPts val="0"/>
              </a:spcAft>
              <a:buClr>
                <a:srgbClr val="FFFFFF"/>
              </a:buClr>
              <a:buSzPts val="2400"/>
              <a:buFont typeface="Arial"/>
              <a:buChar char="•"/>
              <a:defRPr b="0" i="0" sz="2400" u="none" cap="none" strike="noStrike">
                <a:solidFill>
                  <a:srgbClr val="FFFFFF"/>
                </a:solidFill>
                <a:latin typeface="Arial"/>
                <a:ea typeface="Arial"/>
                <a:cs typeface="Arial"/>
                <a:sym typeface="Arial"/>
              </a:defRPr>
            </a:lvl8pPr>
            <a:lvl9pPr indent="-381000" lvl="8" marL="4114800" marR="0" rtl="0" algn="l">
              <a:spcBef>
                <a:spcPts val="480"/>
              </a:spcBef>
              <a:spcAft>
                <a:spcPts val="0"/>
              </a:spcAft>
              <a:buClr>
                <a:srgbClr val="FFFFFF"/>
              </a:buClr>
              <a:buSzPts val="2400"/>
              <a:buFont typeface="Arial"/>
              <a:buChar char="•"/>
              <a:defRPr b="0" i="0" sz="2400" u="none" cap="none" strike="noStrike">
                <a:solidFill>
                  <a:srgbClr val="FFFFFF"/>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none" tx="0" sx="100000" ty="0" sy="100000"/>
        </a:blipFill>
      </p:bgPr>
    </p:bg>
    <p:spTree>
      <p:nvGrpSpPr>
        <p:cNvPr id="84" name="Shape 84"/>
        <p:cNvGrpSpPr/>
        <p:nvPr/>
      </p:nvGrpSpPr>
      <p:grpSpPr>
        <a:xfrm>
          <a:off x="0" y="0"/>
          <a:ext cx="0" cy="0"/>
          <a:chOff x="0" y="0"/>
          <a:chExt cx="0" cy="0"/>
        </a:xfrm>
      </p:grpSpPr>
      <p:sp>
        <p:nvSpPr>
          <p:cNvPr id="85" name="Google Shape;85;p61"/>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1pPr>
            <a:lvl2pPr lvl="1"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2pPr>
            <a:lvl3pPr lvl="2"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3pPr>
            <a:lvl4pPr lvl="3"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4pPr>
            <a:lvl5pPr lvl="4"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5pPr>
            <a:lvl6pPr lvl="5"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6pPr>
            <a:lvl7pPr lvl="6"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7pPr>
            <a:lvl8pPr lvl="7"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8pPr>
            <a:lvl9pPr lvl="8"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9pPr>
          </a:lstStyle>
          <a:p/>
        </p:txBody>
      </p:sp>
      <p:sp>
        <p:nvSpPr>
          <p:cNvPr id="86" name="Google Shape;86;p61"/>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Times New Roman"/>
              <a:buChar char="•"/>
              <a:defRPr b="0" i="0" sz="3200" u="none" cap="none" strike="noStrike">
                <a:solidFill>
                  <a:schemeClr val="dk1"/>
                </a:solidFill>
                <a:latin typeface="Times New Roman"/>
                <a:ea typeface="Times New Roman"/>
                <a:cs typeface="Times New Roman"/>
                <a:sym typeface="Times New Roman"/>
              </a:defRPr>
            </a:lvl1pPr>
            <a:lvl2pPr indent="-406400" lvl="1" marL="914400" marR="0" rtl="0" algn="l">
              <a:spcBef>
                <a:spcPts val="560"/>
              </a:spcBef>
              <a:spcAft>
                <a:spcPts val="0"/>
              </a:spcAft>
              <a:buClr>
                <a:schemeClr val="dk1"/>
              </a:buClr>
              <a:buSzPts val="2800"/>
              <a:buFont typeface="Times New Roman"/>
              <a:buChar char="–"/>
              <a:defRPr b="0" i="0" sz="2800" u="none" cap="none" strike="noStrike">
                <a:solidFill>
                  <a:schemeClr val="dk1"/>
                </a:solidFill>
                <a:latin typeface="Times New Roman"/>
                <a:ea typeface="Times New Roman"/>
                <a:cs typeface="Times New Roman"/>
                <a:sym typeface="Times New Roman"/>
              </a:defRPr>
            </a:lvl2pPr>
            <a:lvl3pPr indent="-381000" lvl="2" marL="1371600" marR="0" rtl="0" algn="l">
              <a:spcBef>
                <a:spcPts val="480"/>
              </a:spcBef>
              <a:spcAft>
                <a:spcPts val="0"/>
              </a:spcAft>
              <a:buClr>
                <a:schemeClr val="dk1"/>
              </a:buClr>
              <a:buSzPts val="2400"/>
              <a:buFont typeface="Times New Roman"/>
              <a:buChar char="•"/>
              <a:defRPr b="0" i="0" sz="2400" u="none" cap="none" strike="noStrike">
                <a:solidFill>
                  <a:schemeClr val="dk1"/>
                </a:solidFill>
                <a:latin typeface="Times New Roman"/>
                <a:ea typeface="Times New Roman"/>
                <a:cs typeface="Times New Roman"/>
                <a:sym typeface="Times New Roman"/>
              </a:defRPr>
            </a:lvl3pPr>
            <a:lvl4pPr indent="-355600" lvl="3" marL="18288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4pPr>
            <a:lvl5pPr indent="-355600" lvl="4" marL="22860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5pPr>
            <a:lvl6pPr indent="-355600" lvl="5" marL="27432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6pPr>
            <a:lvl7pPr indent="-355600" lvl="6" marL="32004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7pPr>
            <a:lvl8pPr indent="-355600" lvl="7" marL="36576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8pPr>
            <a:lvl9pPr indent="-355600" lvl="8" marL="41148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9pPr>
          </a:lstStyle>
          <a:p/>
        </p:txBody>
      </p:sp>
      <p:sp>
        <p:nvSpPr>
          <p:cNvPr id="87" name="Google Shape;87;p61"/>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4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9pPr>
          </a:lstStyle>
          <a:p/>
        </p:txBody>
      </p:sp>
      <p:sp>
        <p:nvSpPr>
          <p:cNvPr id="88" name="Google Shape;88;p61"/>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14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9pPr>
          </a:lstStyle>
          <a:p/>
        </p:txBody>
      </p:sp>
      <p:sp>
        <p:nvSpPr>
          <p:cNvPr id="89" name="Google Shape;89;p61"/>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spcAft>
                <a:spcPts val="0"/>
              </a:spcAft>
              <a:buNone/>
              <a:defRPr b="1" i="0" sz="2400" u="none" cap="none" strike="noStrike">
                <a:solidFill>
                  <a:srgbClr val="CC3300"/>
                </a:solidFill>
                <a:latin typeface="Tahoma"/>
                <a:ea typeface="Tahoma"/>
                <a:cs typeface="Tahoma"/>
                <a:sym typeface="Tahoma"/>
              </a:defRPr>
            </a:lvl1pPr>
            <a:lvl2pPr indent="0" lvl="1" marL="0" marR="0" rtl="0" algn="r">
              <a:spcBef>
                <a:spcPts val="0"/>
              </a:spcBef>
              <a:spcAft>
                <a:spcPts val="0"/>
              </a:spcAft>
              <a:buNone/>
              <a:defRPr b="1" i="0" sz="2400" u="none" cap="none" strike="noStrike">
                <a:solidFill>
                  <a:srgbClr val="CC3300"/>
                </a:solidFill>
                <a:latin typeface="Tahoma"/>
                <a:ea typeface="Tahoma"/>
                <a:cs typeface="Tahoma"/>
                <a:sym typeface="Tahoma"/>
              </a:defRPr>
            </a:lvl2pPr>
            <a:lvl3pPr indent="0" lvl="2" marL="0" marR="0" rtl="0" algn="r">
              <a:spcBef>
                <a:spcPts val="0"/>
              </a:spcBef>
              <a:spcAft>
                <a:spcPts val="0"/>
              </a:spcAft>
              <a:buNone/>
              <a:defRPr b="1" i="0" sz="2400" u="none" cap="none" strike="noStrike">
                <a:solidFill>
                  <a:srgbClr val="CC3300"/>
                </a:solidFill>
                <a:latin typeface="Tahoma"/>
                <a:ea typeface="Tahoma"/>
                <a:cs typeface="Tahoma"/>
                <a:sym typeface="Tahoma"/>
              </a:defRPr>
            </a:lvl3pPr>
            <a:lvl4pPr indent="0" lvl="3" marL="0" marR="0" rtl="0" algn="r">
              <a:spcBef>
                <a:spcPts val="0"/>
              </a:spcBef>
              <a:spcAft>
                <a:spcPts val="0"/>
              </a:spcAft>
              <a:buNone/>
              <a:defRPr b="1" i="0" sz="2400" u="none" cap="none" strike="noStrike">
                <a:solidFill>
                  <a:srgbClr val="CC3300"/>
                </a:solidFill>
                <a:latin typeface="Tahoma"/>
                <a:ea typeface="Tahoma"/>
                <a:cs typeface="Tahoma"/>
                <a:sym typeface="Tahoma"/>
              </a:defRPr>
            </a:lvl4pPr>
            <a:lvl5pPr indent="0" lvl="4" marL="0" marR="0" rtl="0" algn="r">
              <a:spcBef>
                <a:spcPts val="0"/>
              </a:spcBef>
              <a:spcAft>
                <a:spcPts val="0"/>
              </a:spcAft>
              <a:buNone/>
              <a:defRPr b="1" i="0" sz="2400" u="none" cap="none" strike="noStrike">
                <a:solidFill>
                  <a:srgbClr val="CC3300"/>
                </a:solidFill>
                <a:latin typeface="Tahoma"/>
                <a:ea typeface="Tahoma"/>
                <a:cs typeface="Tahoma"/>
                <a:sym typeface="Tahoma"/>
              </a:defRPr>
            </a:lvl5pPr>
            <a:lvl6pPr indent="0" lvl="5" marL="0" marR="0" rtl="0" algn="r">
              <a:spcBef>
                <a:spcPts val="0"/>
              </a:spcBef>
              <a:spcAft>
                <a:spcPts val="0"/>
              </a:spcAft>
              <a:buNone/>
              <a:defRPr b="1" i="0" sz="2400" u="none" cap="none" strike="noStrike">
                <a:solidFill>
                  <a:srgbClr val="CC3300"/>
                </a:solidFill>
                <a:latin typeface="Tahoma"/>
                <a:ea typeface="Tahoma"/>
                <a:cs typeface="Tahoma"/>
                <a:sym typeface="Tahoma"/>
              </a:defRPr>
            </a:lvl6pPr>
            <a:lvl7pPr indent="0" lvl="6" marL="0" marR="0" rtl="0" algn="r">
              <a:spcBef>
                <a:spcPts val="0"/>
              </a:spcBef>
              <a:spcAft>
                <a:spcPts val="0"/>
              </a:spcAft>
              <a:buNone/>
              <a:defRPr b="1" i="0" sz="2400" u="none" cap="none" strike="noStrike">
                <a:solidFill>
                  <a:srgbClr val="CC3300"/>
                </a:solidFill>
                <a:latin typeface="Tahoma"/>
                <a:ea typeface="Tahoma"/>
                <a:cs typeface="Tahoma"/>
                <a:sym typeface="Tahoma"/>
              </a:defRPr>
            </a:lvl7pPr>
            <a:lvl8pPr indent="0" lvl="7" marL="0" marR="0" rtl="0" algn="r">
              <a:spcBef>
                <a:spcPts val="0"/>
              </a:spcBef>
              <a:spcAft>
                <a:spcPts val="0"/>
              </a:spcAft>
              <a:buNone/>
              <a:defRPr b="1" i="0" sz="2400" u="none" cap="none" strike="noStrike">
                <a:solidFill>
                  <a:srgbClr val="CC3300"/>
                </a:solidFill>
                <a:latin typeface="Tahoma"/>
                <a:ea typeface="Tahoma"/>
                <a:cs typeface="Tahoma"/>
                <a:sym typeface="Tahoma"/>
              </a:defRPr>
            </a:lvl8pPr>
            <a:lvl9pPr indent="0" lvl="8" marL="0" marR="0" rtl="0" algn="r">
              <a:spcBef>
                <a:spcPts val="0"/>
              </a:spcBef>
              <a:spcAft>
                <a:spcPts val="0"/>
              </a:spcAft>
              <a:buNone/>
              <a:defRPr b="1" i="0" sz="2400" u="none" cap="none" strike="noStrike">
                <a:solidFill>
                  <a:srgbClr val="CC3300"/>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none" tx="0" sx="100000" ty="0" sy="100000"/>
        </a:blipFill>
      </p:bgPr>
    </p:bg>
    <p:spTree>
      <p:nvGrpSpPr>
        <p:cNvPr id="159" name="Shape 159"/>
        <p:cNvGrpSpPr/>
        <p:nvPr/>
      </p:nvGrpSpPr>
      <p:grpSpPr>
        <a:xfrm>
          <a:off x="0" y="0"/>
          <a:ext cx="0" cy="0"/>
          <a:chOff x="0" y="0"/>
          <a:chExt cx="0" cy="0"/>
        </a:xfrm>
      </p:grpSpPr>
      <p:sp>
        <p:nvSpPr>
          <p:cNvPr id="160" name="Google Shape;160;p64"/>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1pPr>
            <a:lvl2pPr lvl="1"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2pPr>
            <a:lvl3pPr lvl="2"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3pPr>
            <a:lvl4pPr lvl="3"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4pPr>
            <a:lvl5pPr lvl="4"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5pPr>
            <a:lvl6pPr lvl="5"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6pPr>
            <a:lvl7pPr lvl="6"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7pPr>
            <a:lvl8pPr lvl="7"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8pPr>
            <a:lvl9pPr lvl="8"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9pPr>
          </a:lstStyle>
          <a:p/>
        </p:txBody>
      </p:sp>
      <p:sp>
        <p:nvSpPr>
          <p:cNvPr id="161" name="Google Shape;161;p64"/>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Times New Roman"/>
              <a:buChar char="•"/>
              <a:defRPr b="0" i="0" sz="3200" u="none" cap="none" strike="noStrike">
                <a:solidFill>
                  <a:schemeClr val="dk1"/>
                </a:solidFill>
                <a:latin typeface="Times New Roman"/>
                <a:ea typeface="Times New Roman"/>
                <a:cs typeface="Times New Roman"/>
                <a:sym typeface="Times New Roman"/>
              </a:defRPr>
            </a:lvl1pPr>
            <a:lvl2pPr indent="-406400" lvl="1" marL="914400" marR="0" rtl="0" algn="l">
              <a:spcBef>
                <a:spcPts val="560"/>
              </a:spcBef>
              <a:spcAft>
                <a:spcPts val="0"/>
              </a:spcAft>
              <a:buClr>
                <a:schemeClr val="dk1"/>
              </a:buClr>
              <a:buSzPts val="2800"/>
              <a:buFont typeface="Times New Roman"/>
              <a:buChar char="–"/>
              <a:defRPr b="0" i="0" sz="2800" u="none" cap="none" strike="noStrike">
                <a:solidFill>
                  <a:schemeClr val="dk1"/>
                </a:solidFill>
                <a:latin typeface="Times New Roman"/>
                <a:ea typeface="Times New Roman"/>
                <a:cs typeface="Times New Roman"/>
                <a:sym typeface="Times New Roman"/>
              </a:defRPr>
            </a:lvl2pPr>
            <a:lvl3pPr indent="-381000" lvl="2" marL="1371600" marR="0" rtl="0" algn="l">
              <a:spcBef>
                <a:spcPts val="480"/>
              </a:spcBef>
              <a:spcAft>
                <a:spcPts val="0"/>
              </a:spcAft>
              <a:buClr>
                <a:schemeClr val="dk1"/>
              </a:buClr>
              <a:buSzPts val="2400"/>
              <a:buFont typeface="Times New Roman"/>
              <a:buChar char="•"/>
              <a:defRPr b="0" i="0" sz="2400" u="none" cap="none" strike="noStrike">
                <a:solidFill>
                  <a:schemeClr val="dk1"/>
                </a:solidFill>
                <a:latin typeface="Times New Roman"/>
                <a:ea typeface="Times New Roman"/>
                <a:cs typeface="Times New Roman"/>
                <a:sym typeface="Times New Roman"/>
              </a:defRPr>
            </a:lvl3pPr>
            <a:lvl4pPr indent="-355600" lvl="3" marL="18288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4pPr>
            <a:lvl5pPr indent="-355600" lvl="4" marL="22860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5pPr>
            <a:lvl6pPr indent="-355600" lvl="5" marL="27432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6pPr>
            <a:lvl7pPr indent="-355600" lvl="6" marL="32004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7pPr>
            <a:lvl8pPr indent="-355600" lvl="7" marL="36576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8pPr>
            <a:lvl9pPr indent="-355600" lvl="8" marL="41148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9pPr>
          </a:lstStyle>
          <a:p/>
        </p:txBody>
      </p:sp>
      <p:sp>
        <p:nvSpPr>
          <p:cNvPr id="162" name="Google Shape;162;p64"/>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400">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9pPr>
          </a:lstStyle>
          <a:p/>
        </p:txBody>
      </p:sp>
      <p:sp>
        <p:nvSpPr>
          <p:cNvPr id="163" name="Google Shape;163;p64"/>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sz="1400">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9pPr>
          </a:lstStyle>
          <a:p/>
        </p:txBody>
      </p:sp>
      <p:sp>
        <p:nvSpPr>
          <p:cNvPr id="164" name="Google Shape;164;p64"/>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spcAft>
                <a:spcPts val="0"/>
              </a:spcAft>
              <a:buNone/>
              <a:defRPr b="1" sz="2400">
                <a:solidFill>
                  <a:srgbClr val="CC3300"/>
                </a:solidFill>
                <a:latin typeface="Tahoma"/>
                <a:ea typeface="Tahoma"/>
                <a:cs typeface="Tahoma"/>
                <a:sym typeface="Tahoma"/>
              </a:defRPr>
            </a:lvl1pPr>
            <a:lvl2pPr indent="0" lvl="1" marL="0" marR="0" rtl="0" algn="r">
              <a:spcBef>
                <a:spcPts val="0"/>
              </a:spcBef>
              <a:spcAft>
                <a:spcPts val="0"/>
              </a:spcAft>
              <a:buNone/>
              <a:defRPr b="1" sz="2400">
                <a:solidFill>
                  <a:srgbClr val="CC3300"/>
                </a:solidFill>
                <a:latin typeface="Tahoma"/>
                <a:ea typeface="Tahoma"/>
                <a:cs typeface="Tahoma"/>
                <a:sym typeface="Tahoma"/>
              </a:defRPr>
            </a:lvl2pPr>
            <a:lvl3pPr indent="0" lvl="2" marL="0" marR="0" rtl="0" algn="r">
              <a:spcBef>
                <a:spcPts val="0"/>
              </a:spcBef>
              <a:spcAft>
                <a:spcPts val="0"/>
              </a:spcAft>
              <a:buNone/>
              <a:defRPr b="1" sz="2400">
                <a:solidFill>
                  <a:srgbClr val="CC3300"/>
                </a:solidFill>
                <a:latin typeface="Tahoma"/>
                <a:ea typeface="Tahoma"/>
                <a:cs typeface="Tahoma"/>
                <a:sym typeface="Tahoma"/>
              </a:defRPr>
            </a:lvl3pPr>
            <a:lvl4pPr indent="0" lvl="3" marL="0" marR="0" rtl="0" algn="r">
              <a:spcBef>
                <a:spcPts val="0"/>
              </a:spcBef>
              <a:spcAft>
                <a:spcPts val="0"/>
              </a:spcAft>
              <a:buNone/>
              <a:defRPr b="1" sz="2400">
                <a:solidFill>
                  <a:srgbClr val="CC3300"/>
                </a:solidFill>
                <a:latin typeface="Tahoma"/>
                <a:ea typeface="Tahoma"/>
                <a:cs typeface="Tahoma"/>
                <a:sym typeface="Tahoma"/>
              </a:defRPr>
            </a:lvl4pPr>
            <a:lvl5pPr indent="0" lvl="4" marL="0" marR="0" rtl="0" algn="r">
              <a:spcBef>
                <a:spcPts val="0"/>
              </a:spcBef>
              <a:spcAft>
                <a:spcPts val="0"/>
              </a:spcAft>
              <a:buNone/>
              <a:defRPr b="1" sz="2400">
                <a:solidFill>
                  <a:srgbClr val="CC3300"/>
                </a:solidFill>
                <a:latin typeface="Tahoma"/>
                <a:ea typeface="Tahoma"/>
                <a:cs typeface="Tahoma"/>
                <a:sym typeface="Tahoma"/>
              </a:defRPr>
            </a:lvl5pPr>
            <a:lvl6pPr indent="0" lvl="5" marL="0" marR="0" rtl="0" algn="r">
              <a:spcBef>
                <a:spcPts val="0"/>
              </a:spcBef>
              <a:spcAft>
                <a:spcPts val="0"/>
              </a:spcAft>
              <a:buNone/>
              <a:defRPr b="1" sz="2400">
                <a:solidFill>
                  <a:srgbClr val="CC3300"/>
                </a:solidFill>
                <a:latin typeface="Tahoma"/>
                <a:ea typeface="Tahoma"/>
                <a:cs typeface="Tahoma"/>
                <a:sym typeface="Tahoma"/>
              </a:defRPr>
            </a:lvl6pPr>
            <a:lvl7pPr indent="0" lvl="6" marL="0" marR="0" rtl="0" algn="r">
              <a:spcBef>
                <a:spcPts val="0"/>
              </a:spcBef>
              <a:spcAft>
                <a:spcPts val="0"/>
              </a:spcAft>
              <a:buNone/>
              <a:defRPr b="1" sz="2400">
                <a:solidFill>
                  <a:srgbClr val="CC3300"/>
                </a:solidFill>
                <a:latin typeface="Tahoma"/>
                <a:ea typeface="Tahoma"/>
                <a:cs typeface="Tahoma"/>
                <a:sym typeface="Tahoma"/>
              </a:defRPr>
            </a:lvl7pPr>
            <a:lvl8pPr indent="0" lvl="7" marL="0" marR="0" rtl="0" algn="r">
              <a:spcBef>
                <a:spcPts val="0"/>
              </a:spcBef>
              <a:spcAft>
                <a:spcPts val="0"/>
              </a:spcAft>
              <a:buNone/>
              <a:defRPr b="1" sz="2400">
                <a:solidFill>
                  <a:srgbClr val="CC3300"/>
                </a:solidFill>
                <a:latin typeface="Tahoma"/>
                <a:ea typeface="Tahoma"/>
                <a:cs typeface="Tahoma"/>
                <a:sym typeface="Tahoma"/>
              </a:defRPr>
            </a:lvl8pPr>
            <a:lvl9pPr indent="0" lvl="8" marL="0" marR="0" rtl="0" algn="r">
              <a:spcBef>
                <a:spcPts val="0"/>
              </a:spcBef>
              <a:spcAft>
                <a:spcPts val="0"/>
              </a:spcAft>
              <a:buNone/>
              <a:defRPr b="1" sz="2400">
                <a:solidFill>
                  <a:srgbClr val="CC3300"/>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4" name="Shape 234"/>
        <p:cNvGrpSpPr/>
        <p:nvPr/>
      </p:nvGrpSpPr>
      <p:grpSpPr>
        <a:xfrm>
          <a:off x="0" y="0"/>
          <a:ext cx="0" cy="0"/>
          <a:chOff x="0" y="0"/>
          <a:chExt cx="0" cy="0"/>
        </a:xfrm>
      </p:grpSpPr>
      <p:sp>
        <p:nvSpPr>
          <p:cNvPr id="235" name="Google Shape;235;p66"/>
          <p:cNvSpPr txBox="1"/>
          <p:nvPr>
            <p:ph type="title"/>
          </p:nvPr>
        </p:nvSpPr>
        <p:spPr>
          <a:xfrm>
            <a:off x="685800" y="228600"/>
            <a:ext cx="7772400" cy="9144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1" i="0" sz="3200" u="none" cap="none" strike="noStrike">
                <a:solidFill>
                  <a:schemeClr val="dk2"/>
                </a:solidFill>
                <a:latin typeface="Tahoma"/>
                <a:ea typeface="Tahoma"/>
                <a:cs typeface="Tahoma"/>
                <a:sym typeface="Tahoma"/>
              </a:defRPr>
            </a:lvl1pPr>
            <a:lvl2pPr lvl="1" marR="0" rtl="0" algn="ctr">
              <a:spcBef>
                <a:spcPts val="0"/>
              </a:spcBef>
              <a:spcAft>
                <a:spcPts val="0"/>
              </a:spcAft>
              <a:buSzPts val="1400"/>
              <a:buNone/>
              <a:defRPr b="1" i="0" sz="3200" u="none" cap="none" strike="noStrike">
                <a:solidFill>
                  <a:schemeClr val="dk2"/>
                </a:solidFill>
                <a:latin typeface="Tahoma"/>
                <a:ea typeface="Tahoma"/>
                <a:cs typeface="Tahoma"/>
                <a:sym typeface="Tahoma"/>
              </a:defRPr>
            </a:lvl2pPr>
            <a:lvl3pPr lvl="2" marR="0" rtl="0" algn="ctr">
              <a:spcBef>
                <a:spcPts val="0"/>
              </a:spcBef>
              <a:spcAft>
                <a:spcPts val="0"/>
              </a:spcAft>
              <a:buSzPts val="1400"/>
              <a:buNone/>
              <a:defRPr b="1" i="0" sz="3200" u="none" cap="none" strike="noStrike">
                <a:solidFill>
                  <a:schemeClr val="dk2"/>
                </a:solidFill>
                <a:latin typeface="Tahoma"/>
                <a:ea typeface="Tahoma"/>
                <a:cs typeface="Tahoma"/>
                <a:sym typeface="Tahoma"/>
              </a:defRPr>
            </a:lvl3pPr>
            <a:lvl4pPr lvl="3" marR="0" rtl="0" algn="ctr">
              <a:spcBef>
                <a:spcPts val="0"/>
              </a:spcBef>
              <a:spcAft>
                <a:spcPts val="0"/>
              </a:spcAft>
              <a:buSzPts val="1400"/>
              <a:buNone/>
              <a:defRPr b="1" i="0" sz="3200" u="none" cap="none" strike="noStrike">
                <a:solidFill>
                  <a:schemeClr val="dk2"/>
                </a:solidFill>
                <a:latin typeface="Tahoma"/>
                <a:ea typeface="Tahoma"/>
                <a:cs typeface="Tahoma"/>
                <a:sym typeface="Tahoma"/>
              </a:defRPr>
            </a:lvl4pPr>
            <a:lvl5pPr lvl="4" marR="0" rtl="0" algn="ctr">
              <a:spcBef>
                <a:spcPts val="0"/>
              </a:spcBef>
              <a:spcAft>
                <a:spcPts val="0"/>
              </a:spcAft>
              <a:buSzPts val="1400"/>
              <a:buNone/>
              <a:defRPr b="1" i="0" sz="3200" u="none" cap="none" strike="noStrike">
                <a:solidFill>
                  <a:schemeClr val="dk2"/>
                </a:solidFill>
                <a:latin typeface="Tahoma"/>
                <a:ea typeface="Tahoma"/>
                <a:cs typeface="Tahoma"/>
                <a:sym typeface="Tahoma"/>
              </a:defRPr>
            </a:lvl5pPr>
            <a:lvl6pPr lvl="5" marR="0" rtl="0" algn="ctr">
              <a:spcBef>
                <a:spcPts val="0"/>
              </a:spcBef>
              <a:spcAft>
                <a:spcPts val="0"/>
              </a:spcAft>
              <a:buSzPts val="1400"/>
              <a:buNone/>
              <a:defRPr b="1" i="0" sz="3200" u="none" cap="none" strike="noStrike">
                <a:solidFill>
                  <a:schemeClr val="dk2"/>
                </a:solidFill>
                <a:latin typeface="Tahoma"/>
                <a:ea typeface="Tahoma"/>
                <a:cs typeface="Tahoma"/>
                <a:sym typeface="Tahoma"/>
              </a:defRPr>
            </a:lvl6pPr>
            <a:lvl7pPr lvl="6" marR="0" rtl="0" algn="ctr">
              <a:spcBef>
                <a:spcPts val="0"/>
              </a:spcBef>
              <a:spcAft>
                <a:spcPts val="0"/>
              </a:spcAft>
              <a:buSzPts val="1400"/>
              <a:buNone/>
              <a:defRPr b="1" i="0" sz="3200" u="none" cap="none" strike="noStrike">
                <a:solidFill>
                  <a:schemeClr val="dk2"/>
                </a:solidFill>
                <a:latin typeface="Tahoma"/>
                <a:ea typeface="Tahoma"/>
                <a:cs typeface="Tahoma"/>
                <a:sym typeface="Tahoma"/>
              </a:defRPr>
            </a:lvl7pPr>
            <a:lvl8pPr lvl="7" marR="0" rtl="0" algn="ctr">
              <a:spcBef>
                <a:spcPts val="0"/>
              </a:spcBef>
              <a:spcAft>
                <a:spcPts val="0"/>
              </a:spcAft>
              <a:buSzPts val="1400"/>
              <a:buNone/>
              <a:defRPr b="1" i="0" sz="3200" u="none" cap="none" strike="noStrike">
                <a:solidFill>
                  <a:schemeClr val="dk2"/>
                </a:solidFill>
                <a:latin typeface="Tahoma"/>
                <a:ea typeface="Tahoma"/>
                <a:cs typeface="Tahoma"/>
                <a:sym typeface="Tahoma"/>
              </a:defRPr>
            </a:lvl8pPr>
            <a:lvl9pPr lvl="8" marR="0" rtl="0" algn="ctr">
              <a:spcBef>
                <a:spcPts val="0"/>
              </a:spcBef>
              <a:spcAft>
                <a:spcPts val="0"/>
              </a:spcAft>
              <a:buSzPts val="1400"/>
              <a:buNone/>
              <a:defRPr b="1" i="0" sz="3200" u="none" cap="none" strike="noStrike">
                <a:solidFill>
                  <a:schemeClr val="dk2"/>
                </a:solidFill>
                <a:latin typeface="Tahoma"/>
                <a:ea typeface="Tahoma"/>
                <a:cs typeface="Tahoma"/>
                <a:sym typeface="Tahoma"/>
              </a:defRPr>
            </a:lvl9pPr>
          </a:lstStyle>
          <a:p/>
        </p:txBody>
      </p:sp>
      <p:sp>
        <p:nvSpPr>
          <p:cNvPr id="236" name="Google Shape;236;p66"/>
          <p:cNvSpPr txBox="1"/>
          <p:nvPr>
            <p:ph idx="1" type="body"/>
          </p:nvPr>
        </p:nvSpPr>
        <p:spPr>
          <a:xfrm>
            <a:off x="685800" y="1447800"/>
            <a:ext cx="7772400" cy="4876800"/>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rgbClr val="000000"/>
              </a:buClr>
              <a:buSzPts val="2400"/>
              <a:buFont typeface="Tahoma"/>
              <a:buChar char="•"/>
              <a:defRPr b="0" i="0" sz="2400" u="none" cap="none" strike="noStrike">
                <a:solidFill>
                  <a:srgbClr val="000000"/>
                </a:solidFill>
                <a:latin typeface="Tahoma"/>
                <a:ea typeface="Tahoma"/>
                <a:cs typeface="Tahoma"/>
                <a:sym typeface="Tahoma"/>
              </a:defRPr>
            </a:lvl1pPr>
            <a:lvl2pPr indent="-355600" lvl="1" marL="914400" marR="0" rtl="0" algn="l">
              <a:spcBef>
                <a:spcPts val="400"/>
              </a:spcBef>
              <a:spcAft>
                <a:spcPts val="0"/>
              </a:spcAft>
              <a:buClr>
                <a:srgbClr val="000000"/>
              </a:buClr>
              <a:buSzPts val="2000"/>
              <a:buFont typeface="Tahoma"/>
              <a:buChar char="–"/>
              <a:defRPr b="0" i="0" sz="2000" u="none" cap="none" strike="noStrike">
                <a:solidFill>
                  <a:srgbClr val="000000"/>
                </a:solidFill>
                <a:latin typeface="Tahoma"/>
                <a:ea typeface="Tahoma"/>
                <a:cs typeface="Tahoma"/>
                <a:sym typeface="Tahoma"/>
              </a:defRPr>
            </a:lvl2pPr>
            <a:lvl3pPr indent="-381000" lvl="2" marL="1371600" marR="0" rtl="0" algn="l">
              <a:spcBef>
                <a:spcPts val="480"/>
              </a:spcBef>
              <a:spcAft>
                <a:spcPts val="0"/>
              </a:spcAft>
              <a:buClr>
                <a:srgbClr val="000000"/>
              </a:buClr>
              <a:buSzPts val="2400"/>
              <a:buFont typeface="Angsana New"/>
              <a:buChar char="•"/>
              <a:defRPr b="0" i="0" sz="2400" u="none" cap="none" strike="noStrike">
                <a:solidFill>
                  <a:srgbClr val="000000"/>
                </a:solidFill>
                <a:latin typeface="Angsana New"/>
                <a:ea typeface="Angsana New"/>
                <a:cs typeface="Angsana New"/>
                <a:sym typeface="Angsana New"/>
              </a:defRPr>
            </a:lvl3pPr>
            <a:lvl4pPr indent="-355600" lvl="3" marL="1828800" marR="0" rtl="0" algn="l">
              <a:spcBef>
                <a:spcPts val="400"/>
              </a:spcBef>
              <a:spcAft>
                <a:spcPts val="0"/>
              </a:spcAft>
              <a:buClr>
                <a:srgbClr val="000000"/>
              </a:buClr>
              <a:buSzPts val="2000"/>
              <a:buFont typeface="Angsana New"/>
              <a:buChar char="–"/>
              <a:defRPr b="0" i="0" sz="2000" u="none" cap="none" strike="noStrike">
                <a:solidFill>
                  <a:srgbClr val="000000"/>
                </a:solidFill>
                <a:latin typeface="Angsana New"/>
                <a:ea typeface="Angsana New"/>
                <a:cs typeface="Angsana New"/>
                <a:sym typeface="Angsana New"/>
              </a:defRPr>
            </a:lvl4pPr>
            <a:lvl5pPr indent="-355600" lvl="4" marL="2286000" marR="0" rtl="0" algn="l">
              <a:spcBef>
                <a:spcPts val="400"/>
              </a:spcBef>
              <a:spcAft>
                <a:spcPts val="0"/>
              </a:spcAft>
              <a:buClr>
                <a:srgbClr val="000000"/>
              </a:buClr>
              <a:buSzPts val="2000"/>
              <a:buFont typeface="Angsana New"/>
              <a:buChar char="»"/>
              <a:defRPr b="0" i="0" sz="2000" u="none" cap="none" strike="noStrike">
                <a:solidFill>
                  <a:srgbClr val="000000"/>
                </a:solidFill>
                <a:latin typeface="Angsana New"/>
                <a:ea typeface="Angsana New"/>
                <a:cs typeface="Angsana New"/>
                <a:sym typeface="Angsana New"/>
              </a:defRPr>
            </a:lvl5pPr>
            <a:lvl6pPr indent="-355600" lvl="5" marL="2743200" marR="0" rtl="0" algn="l">
              <a:spcBef>
                <a:spcPts val="400"/>
              </a:spcBef>
              <a:spcAft>
                <a:spcPts val="0"/>
              </a:spcAft>
              <a:buClr>
                <a:srgbClr val="000000"/>
              </a:buClr>
              <a:buSzPts val="2000"/>
              <a:buFont typeface="Angsana New"/>
              <a:buChar char="»"/>
              <a:defRPr b="0" i="0" sz="2000" u="none" cap="none" strike="noStrike">
                <a:solidFill>
                  <a:srgbClr val="000000"/>
                </a:solidFill>
                <a:latin typeface="Angsana New"/>
                <a:ea typeface="Angsana New"/>
                <a:cs typeface="Angsana New"/>
                <a:sym typeface="Angsana New"/>
              </a:defRPr>
            </a:lvl6pPr>
            <a:lvl7pPr indent="-355600" lvl="6" marL="3200400" marR="0" rtl="0" algn="l">
              <a:spcBef>
                <a:spcPts val="400"/>
              </a:spcBef>
              <a:spcAft>
                <a:spcPts val="0"/>
              </a:spcAft>
              <a:buClr>
                <a:srgbClr val="000000"/>
              </a:buClr>
              <a:buSzPts val="2000"/>
              <a:buFont typeface="Angsana New"/>
              <a:buChar char="»"/>
              <a:defRPr b="0" i="0" sz="2000" u="none" cap="none" strike="noStrike">
                <a:solidFill>
                  <a:srgbClr val="000000"/>
                </a:solidFill>
                <a:latin typeface="Angsana New"/>
                <a:ea typeface="Angsana New"/>
                <a:cs typeface="Angsana New"/>
                <a:sym typeface="Angsana New"/>
              </a:defRPr>
            </a:lvl7pPr>
            <a:lvl8pPr indent="-355600" lvl="7" marL="3657600" marR="0" rtl="0" algn="l">
              <a:spcBef>
                <a:spcPts val="400"/>
              </a:spcBef>
              <a:spcAft>
                <a:spcPts val="0"/>
              </a:spcAft>
              <a:buClr>
                <a:srgbClr val="000000"/>
              </a:buClr>
              <a:buSzPts val="2000"/>
              <a:buFont typeface="Angsana New"/>
              <a:buChar char="»"/>
              <a:defRPr b="0" i="0" sz="2000" u="none" cap="none" strike="noStrike">
                <a:solidFill>
                  <a:srgbClr val="000000"/>
                </a:solidFill>
                <a:latin typeface="Angsana New"/>
                <a:ea typeface="Angsana New"/>
                <a:cs typeface="Angsana New"/>
                <a:sym typeface="Angsana New"/>
              </a:defRPr>
            </a:lvl8pPr>
            <a:lvl9pPr indent="-355600" lvl="8" marL="4114800" marR="0" rtl="0" algn="l">
              <a:spcBef>
                <a:spcPts val="400"/>
              </a:spcBef>
              <a:spcAft>
                <a:spcPts val="0"/>
              </a:spcAft>
              <a:buClr>
                <a:srgbClr val="000000"/>
              </a:buClr>
              <a:buSzPts val="2000"/>
              <a:buFont typeface="Angsana New"/>
              <a:buChar char="»"/>
              <a:defRPr b="0" i="0" sz="2000" u="none" cap="none" strike="noStrike">
                <a:solidFill>
                  <a:srgbClr val="000000"/>
                </a:solidFill>
                <a:latin typeface="Angsana New"/>
                <a:ea typeface="Angsana New"/>
                <a:cs typeface="Angsana New"/>
                <a:sym typeface="Angsana New"/>
              </a:defRPr>
            </a:lvl9pPr>
          </a:lstStyle>
          <a:p/>
        </p:txBody>
      </p:sp>
      <p:sp>
        <p:nvSpPr>
          <p:cNvPr id="237" name="Google Shape;237;p66"/>
          <p:cNvSpPr txBox="1"/>
          <p:nvPr>
            <p:ph idx="10" type="dt"/>
          </p:nvPr>
        </p:nvSpPr>
        <p:spPr>
          <a:xfrm>
            <a:off x="685800" y="6400800"/>
            <a:ext cx="1905000" cy="3048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000">
                <a:solidFill>
                  <a:schemeClr val="dk1"/>
                </a:solidFill>
                <a:latin typeface="Tahoma"/>
                <a:ea typeface="Tahoma"/>
                <a:cs typeface="Tahoma"/>
                <a:sym typeface="Tahoma"/>
              </a:defRPr>
            </a:lvl1pPr>
            <a:lvl2pPr lvl="1"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9pPr>
          </a:lstStyle>
          <a:p/>
        </p:txBody>
      </p:sp>
      <p:sp>
        <p:nvSpPr>
          <p:cNvPr id="238" name="Google Shape;238;p66"/>
          <p:cNvSpPr txBox="1"/>
          <p:nvPr>
            <p:ph idx="11" type="ftr"/>
          </p:nvPr>
        </p:nvSpPr>
        <p:spPr>
          <a:xfrm>
            <a:off x="3124200" y="6400800"/>
            <a:ext cx="2895600" cy="3048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sz="1000">
                <a:solidFill>
                  <a:schemeClr val="dk1"/>
                </a:solidFill>
                <a:latin typeface="Tahoma"/>
                <a:ea typeface="Tahoma"/>
                <a:cs typeface="Tahoma"/>
                <a:sym typeface="Tahoma"/>
              </a:defRPr>
            </a:lvl1pPr>
            <a:lvl2pPr lvl="1"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9pPr>
          </a:lstStyle>
          <a:p/>
        </p:txBody>
      </p:sp>
      <p:sp>
        <p:nvSpPr>
          <p:cNvPr id="239" name="Google Shape;239;p66"/>
          <p:cNvSpPr txBox="1"/>
          <p:nvPr>
            <p:ph idx="12" type="sldNum"/>
          </p:nvPr>
        </p:nvSpPr>
        <p:spPr>
          <a:xfrm>
            <a:off x="6553200" y="6400800"/>
            <a:ext cx="1905000" cy="30480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spcAft>
                <a:spcPts val="0"/>
              </a:spcAft>
              <a:buNone/>
              <a:defRPr sz="1000">
                <a:solidFill>
                  <a:srgbClr val="000000"/>
                </a:solidFill>
                <a:latin typeface="Tahoma"/>
                <a:ea typeface="Tahoma"/>
                <a:cs typeface="Tahoma"/>
                <a:sym typeface="Tahoma"/>
              </a:defRPr>
            </a:lvl1pPr>
            <a:lvl2pPr indent="0" lvl="1" marL="0" marR="0" rtl="0" algn="r">
              <a:spcBef>
                <a:spcPts val="0"/>
              </a:spcBef>
              <a:spcAft>
                <a:spcPts val="0"/>
              </a:spcAft>
              <a:buNone/>
              <a:defRPr sz="1000">
                <a:solidFill>
                  <a:srgbClr val="000000"/>
                </a:solidFill>
                <a:latin typeface="Tahoma"/>
                <a:ea typeface="Tahoma"/>
                <a:cs typeface="Tahoma"/>
                <a:sym typeface="Tahoma"/>
              </a:defRPr>
            </a:lvl2pPr>
            <a:lvl3pPr indent="0" lvl="2" marL="0" marR="0" rtl="0" algn="r">
              <a:spcBef>
                <a:spcPts val="0"/>
              </a:spcBef>
              <a:spcAft>
                <a:spcPts val="0"/>
              </a:spcAft>
              <a:buNone/>
              <a:defRPr sz="1000">
                <a:solidFill>
                  <a:srgbClr val="000000"/>
                </a:solidFill>
                <a:latin typeface="Tahoma"/>
                <a:ea typeface="Tahoma"/>
                <a:cs typeface="Tahoma"/>
                <a:sym typeface="Tahoma"/>
              </a:defRPr>
            </a:lvl3pPr>
            <a:lvl4pPr indent="0" lvl="3" marL="0" marR="0" rtl="0" algn="r">
              <a:spcBef>
                <a:spcPts val="0"/>
              </a:spcBef>
              <a:spcAft>
                <a:spcPts val="0"/>
              </a:spcAft>
              <a:buNone/>
              <a:defRPr sz="1000">
                <a:solidFill>
                  <a:srgbClr val="000000"/>
                </a:solidFill>
                <a:latin typeface="Tahoma"/>
                <a:ea typeface="Tahoma"/>
                <a:cs typeface="Tahoma"/>
                <a:sym typeface="Tahoma"/>
              </a:defRPr>
            </a:lvl4pPr>
            <a:lvl5pPr indent="0" lvl="4" marL="0" marR="0" rtl="0" algn="r">
              <a:spcBef>
                <a:spcPts val="0"/>
              </a:spcBef>
              <a:spcAft>
                <a:spcPts val="0"/>
              </a:spcAft>
              <a:buNone/>
              <a:defRPr sz="1000">
                <a:solidFill>
                  <a:srgbClr val="000000"/>
                </a:solidFill>
                <a:latin typeface="Tahoma"/>
                <a:ea typeface="Tahoma"/>
                <a:cs typeface="Tahoma"/>
                <a:sym typeface="Tahoma"/>
              </a:defRPr>
            </a:lvl5pPr>
            <a:lvl6pPr indent="0" lvl="5" marL="0" marR="0" rtl="0" algn="r">
              <a:spcBef>
                <a:spcPts val="0"/>
              </a:spcBef>
              <a:spcAft>
                <a:spcPts val="0"/>
              </a:spcAft>
              <a:buNone/>
              <a:defRPr sz="1000">
                <a:solidFill>
                  <a:srgbClr val="000000"/>
                </a:solidFill>
                <a:latin typeface="Tahoma"/>
                <a:ea typeface="Tahoma"/>
                <a:cs typeface="Tahoma"/>
                <a:sym typeface="Tahoma"/>
              </a:defRPr>
            </a:lvl6pPr>
            <a:lvl7pPr indent="0" lvl="6" marL="0" marR="0" rtl="0" algn="r">
              <a:spcBef>
                <a:spcPts val="0"/>
              </a:spcBef>
              <a:spcAft>
                <a:spcPts val="0"/>
              </a:spcAft>
              <a:buNone/>
              <a:defRPr sz="1000">
                <a:solidFill>
                  <a:srgbClr val="000000"/>
                </a:solidFill>
                <a:latin typeface="Tahoma"/>
                <a:ea typeface="Tahoma"/>
                <a:cs typeface="Tahoma"/>
                <a:sym typeface="Tahoma"/>
              </a:defRPr>
            </a:lvl7pPr>
            <a:lvl8pPr indent="0" lvl="7" marL="0" marR="0" rtl="0" algn="r">
              <a:spcBef>
                <a:spcPts val="0"/>
              </a:spcBef>
              <a:spcAft>
                <a:spcPts val="0"/>
              </a:spcAft>
              <a:buNone/>
              <a:defRPr sz="1000">
                <a:solidFill>
                  <a:srgbClr val="000000"/>
                </a:solidFill>
                <a:latin typeface="Tahoma"/>
                <a:ea typeface="Tahoma"/>
                <a:cs typeface="Tahoma"/>
                <a:sym typeface="Tahoma"/>
              </a:defRPr>
            </a:lvl8pPr>
            <a:lvl9pPr indent="0" lvl="8" marL="0" marR="0" rtl="0" algn="r">
              <a:spcBef>
                <a:spcPts val="0"/>
              </a:spcBef>
              <a:spcAft>
                <a:spcPts val="0"/>
              </a:spcAft>
              <a:buNone/>
              <a:defRPr sz="1000">
                <a:solidFill>
                  <a:srgbClr val="000000"/>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pic>
        <p:nvPicPr>
          <p:cNvPr id="240" name="Google Shape;240;p66"/>
          <p:cNvPicPr preferRelativeResize="0"/>
          <p:nvPr/>
        </p:nvPicPr>
        <p:blipFill rotWithShape="1">
          <a:blip r:embed="rId1">
            <a:alphaModFix/>
          </a:blip>
          <a:srcRect b="0" l="0" r="0" t="0"/>
          <a:stretch/>
        </p:blipFill>
        <p:spPr>
          <a:xfrm>
            <a:off x="838200" y="990600"/>
            <a:ext cx="7467600" cy="38100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none" tx="0" sx="100000" ty="0" sy="100000"/>
        </a:blipFill>
      </p:bgPr>
    </p:bg>
    <p:spTree>
      <p:nvGrpSpPr>
        <p:cNvPr id="310" name="Shape 310"/>
        <p:cNvGrpSpPr/>
        <p:nvPr/>
      </p:nvGrpSpPr>
      <p:grpSpPr>
        <a:xfrm>
          <a:off x="0" y="0"/>
          <a:ext cx="0" cy="0"/>
          <a:chOff x="0" y="0"/>
          <a:chExt cx="0" cy="0"/>
        </a:xfrm>
      </p:grpSpPr>
      <p:sp>
        <p:nvSpPr>
          <p:cNvPr id="311" name="Google Shape;311;p68"/>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1pPr>
            <a:lvl2pPr lvl="1"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2pPr>
            <a:lvl3pPr lvl="2"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3pPr>
            <a:lvl4pPr lvl="3"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4pPr>
            <a:lvl5pPr lvl="4"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5pPr>
            <a:lvl6pPr lvl="5"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6pPr>
            <a:lvl7pPr lvl="6"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7pPr>
            <a:lvl8pPr lvl="7"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8pPr>
            <a:lvl9pPr lvl="8"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9pPr>
          </a:lstStyle>
          <a:p/>
        </p:txBody>
      </p:sp>
      <p:sp>
        <p:nvSpPr>
          <p:cNvPr id="312" name="Google Shape;312;p68"/>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Times New Roman"/>
              <a:buChar char="•"/>
              <a:defRPr b="0" i="0" sz="3200" u="none" cap="none" strike="noStrike">
                <a:solidFill>
                  <a:schemeClr val="dk1"/>
                </a:solidFill>
                <a:latin typeface="Times New Roman"/>
                <a:ea typeface="Times New Roman"/>
                <a:cs typeface="Times New Roman"/>
                <a:sym typeface="Times New Roman"/>
              </a:defRPr>
            </a:lvl1pPr>
            <a:lvl2pPr indent="-406400" lvl="1" marL="914400" marR="0" rtl="0" algn="l">
              <a:spcBef>
                <a:spcPts val="560"/>
              </a:spcBef>
              <a:spcAft>
                <a:spcPts val="0"/>
              </a:spcAft>
              <a:buClr>
                <a:schemeClr val="dk1"/>
              </a:buClr>
              <a:buSzPts val="2800"/>
              <a:buFont typeface="Times New Roman"/>
              <a:buChar char="–"/>
              <a:defRPr b="0" i="0" sz="2800" u="none" cap="none" strike="noStrike">
                <a:solidFill>
                  <a:schemeClr val="dk1"/>
                </a:solidFill>
                <a:latin typeface="Times New Roman"/>
                <a:ea typeface="Times New Roman"/>
                <a:cs typeface="Times New Roman"/>
                <a:sym typeface="Times New Roman"/>
              </a:defRPr>
            </a:lvl2pPr>
            <a:lvl3pPr indent="-381000" lvl="2" marL="1371600" marR="0" rtl="0" algn="l">
              <a:spcBef>
                <a:spcPts val="480"/>
              </a:spcBef>
              <a:spcAft>
                <a:spcPts val="0"/>
              </a:spcAft>
              <a:buClr>
                <a:schemeClr val="dk1"/>
              </a:buClr>
              <a:buSzPts val="2400"/>
              <a:buFont typeface="Times New Roman"/>
              <a:buChar char="•"/>
              <a:defRPr b="0" i="0" sz="2400" u="none" cap="none" strike="noStrike">
                <a:solidFill>
                  <a:schemeClr val="dk1"/>
                </a:solidFill>
                <a:latin typeface="Times New Roman"/>
                <a:ea typeface="Times New Roman"/>
                <a:cs typeface="Times New Roman"/>
                <a:sym typeface="Times New Roman"/>
              </a:defRPr>
            </a:lvl3pPr>
            <a:lvl4pPr indent="-355600" lvl="3" marL="18288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4pPr>
            <a:lvl5pPr indent="-355600" lvl="4" marL="22860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5pPr>
            <a:lvl6pPr indent="-355600" lvl="5" marL="27432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6pPr>
            <a:lvl7pPr indent="-355600" lvl="6" marL="32004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7pPr>
            <a:lvl8pPr indent="-355600" lvl="7" marL="36576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8pPr>
            <a:lvl9pPr indent="-355600" lvl="8" marL="41148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9pPr>
          </a:lstStyle>
          <a:p/>
        </p:txBody>
      </p:sp>
      <p:sp>
        <p:nvSpPr>
          <p:cNvPr id="313" name="Google Shape;313;p68"/>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400">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9pPr>
          </a:lstStyle>
          <a:p/>
        </p:txBody>
      </p:sp>
      <p:sp>
        <p:nvSpPr>
          <p:cNvPr id="314" name="Google Shape;314;p68"/>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sz="1400">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2800" u="none" cap="none" strike="noStrike">
                <a:solidFill>
                  <a:schemeClr val="dk1"/>
                </a:solidFill>
                <a:latin typeface="Times New Roman"/>
                <a:ea typeface="Times New Roman"/>
                <a:cs typeface="Times New Roman"/>
                <a:sym typeface="Times New Roman"/>
              </a:defRPr>
            </a:lvl9pPr>
          </a:lstStyle>
          <a:p/>
        </p:txBody>
      </p:sp>
      <p:sp>
        <p:nvSpPr>
          <p:cNvPr id="315" name="Google Shape;315;p68"/>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spcAft>
                <a:spcPts val="0"/>
              </a:spcAft>
              <a:buNone/>
              <a:defRPr b="1" sz="2400">
                <a:solidFill>
                  <a:srgbClr val="CC3300"/>
                </a:solidFill>
                <a:latin typeface="Tahoma"/>
                <a:ea typeface="Tahoma"/>
                <a:cs typeface="Tahoma"/>
                <a:sym typeface="Tahoma"/>
              </a:defRPr>
            </a:lvl1pPr>
            <a:lvl2pPr indent="0" lvl="1" marL="0" marR="0" rtl="0" algn="r">
              <a:spcBef>
                <a:spcPts val="0"/>
              </a:spcBef>
              <a:spcAft>
                <a:spcPts val="0"/>
              </a:spcAft>
              <a:buNone/>
              <a:defRPr b="1" sz="2400">
                <a:solidFill>
                  <a:srgbClr val="CC3300"/>
                </a:solidFill>
                <a:latin typeface="Tahoma"/>
                <a:ea typeface="Tahoma"/>
                <a:cs typeface="Tahoma"/>
                <a:sym typeface="Tahoma"/>
              </a:defRPr>
            </a:lvl2pPr>
            <a:lvl3pPr indent="0" lvl="2" marL="0" marR="0" rtl="0" algn="r">
              <a:spcBef>
                <a:spcPts val="0"/>
              </a:spcBef>
              <a:spcAft>
                <a:spcPts val="0"/>
              </a:spcAft>
              <a:buNone/>
              <a:defRPr b="1" sz="2400">
                <a:solidFill>
                  <a:srgbClr val="CC3300"/>
                </a:solidFill>
                <a:latin typeface="Tahoma"/>
                <a:ea typeface="Tahoma"/>
                <a:cs typeface="Tahoma"/>
                <a:sym typeface="Tahoma"/>
              </a:defRPr>
            </a:lvl3pPr>
            <a:lvl4pPr indent="0" lvl="3" marL="0" marR="0" rtl="0" algn="r">
              <a:spcBef>
                <a:spcPts val="0"/>
              </a:spcBef>
              <a:spcAft>
                <a:spcPts val="0"/>
              </a:spcAft>
              <a:buNone/>
              <a:defRPr b="1" sz="2400">
                <a:solidFill>
                  <a:srgbClr val="CC3300"/>
                </a:solidFill>
                <a:latin typeface="Tahoma"/>
                <a:ea typeface="Tahoma"/>
                <a:cs typeface="Tahoma"/>
                <a:sym typeface="Tahoma"/>
              </a:defRPr>
            </a:lvl4pPr>
            <a:lvl5pPr indent="0" lvl="4" marL="0" marR="0" rtl="0" algn="r">
              <a:spcBef>
                <a:spcPts val="0"/>
              </a:spcBef>
              <a:spcAft>
                <a:spcPts val="0"/>
              </a:spcAft>
              <a:buNone/>
              <a:defRPr b="1" sz="2400">
                <a:solidFill>
                  <a:srgbClr val="CC3300"/>
                </a:solidFill>
                <a:latin typeface="Tahoma"/>
                <a:ea typeface="Tahoma"/>
                <a:cs typeface="Tahoma"/>
                <a:sym typeface="Tahoma"/>
              </a:defRPr>
            </a:lvl5pPr>
            <a:lvl6pPr indent="0" lvl="5" marL="0" marR="0" rtl="0" algn="r">
              <a:spcBef>
                <a:spcPts val="0"/>
              </a:spcBef>
              <a:spcAft>
                <a:spcPts val="0"/>
              </a:spcAft>
              <a:buNone/>
              <a:defRPr b="1" sz="2400">
                <a:solidFill>
                  <a:srgbClr val="CC3300"/>
                </a:solidFill>
                <a:latin typeface="Tahoma"/>
                <a:ea typeface="Tahoma"/>
                <a:cs typeface="Tahoma"/>
                <a:sym typeface="Tahoma"/>
              </a:defRPr>
            </a:lvl6pPr>
            <a:lvl7pPr indent="0" lvl="6" marL="0" marR="0" rtl="0" algn="r">
              <a:spcBef>
                <a:spcPts val="0"/>
              </a:spcBef>
              <a:spcAft>
                <a:spcPts val="0"/>
              </a:spcAft>
              <a:buNone/>
              <a:defRPr b="1" sz="2400">
                <a:solidFill>
                  <a:srgbClr val="CC3300"/>
                </a:solidFill>
                <a:latin typeface="Tahoma"/>
                <a:ea typeface="Tahoma"/>
                <a:cs typeface="Tahoma"/>
                <a:sym typeface="Tahoma"/>
              </a:defRPr>
            </a:lvl7pPr>
            <a:lvl8pPr indent="0" lvl="7" marL="0" marR="0" rtl="0" algn="r">
              <a:spcBef>
                <a:spcPts val="0"/>
              </a:spcBef>
              <a:spcAft>
                <a:spcPts val="0"/>
              </a:spcAft>
              <a:buNone/>
              <a:defRPr b="1" sz="2400">
                <a:solidFill>
                  <a:srgbClr val="CC3300"/>
                </a:solidFill>
                <a:latin typeface="Tahoma"/>
                <a:ea typeface="Tahoma"/>
                <a:cs typeface="Tahoma"/>
                <a:sym typeface="Tahoma"/>
              </a:defRPr>
            </a:lvl8pPr>
            <a:lvl9pPr indent="0" lvl="8" marL="0" marR="0" rtl="0" algn="r">
              <a:spcBef>
                <a:spcPts val="0"/>
              </a:spcBef>
              <a:spcAft>
                <a:spcPts val="0"/>
              </a:spcAft>
              <a:buNone/>
              <a:defRPr b="1" sz="2400">
                <a:solidFill>
                  <a:srgbClr val="CC3300"/>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vmlDrawing" Target="../drawings/vmlDrawing1.vml"/><Relationship Id="rId4" Type="http://schemas.openxmlformats.org/officeDocument/2006/relationships/oleObject" Target="../embeddings/oleObject1.bin"/><Relationship Id="rId9" Type="http://schemas.openxmlformats.org/officeDocument/2006/relationships/image" Target="../media/image11.png"/><Relationship Id="rId5" Type="http://schemas.openxmlformats.org/officeDocument/2006/relationships/oleObject" Target="../embeddings/oleObject1.bin"/><Relationship Id="rId6" Type="http://schemas.openxmlformats.org/officeDocument/2006/relationships/image" Target="../media/image18.png"/><Relationship Id="rId7" Type="http://schemas.openxmlformats.org/officeDocument/2006/relationships/oleObject" Target="../embeddings/oleObject2.bin"/><Relationship Id="rId8" Type="http://schemas.openxmlformats.org/officeDocument/2006/relationships/oleObject" Target="../embeddings/oleObject2.bin"/></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vmlDrawing" Target="../drawings/vmlDrawing2.vml"/><Relationship Id="rId4" Type="http://schemas.openxmlformats.org/officeDocument/2006/relationships/oleObject" Target="../embeddings/oleObject3.bin"/><Relationship Id="rId9" Type="http://schemas.openxmlformats.org/officeDocument/2006/relationships/image" Target="../media/image9.png"/><Relationship Id="rId5" Type="http://schemas.openxmlformats.org/officeDocument/2006/relationships/oleObject" Target="../embeddings/oleObject3.bin"/><Relationship Id="rId6" Type="http://schemas.openxmlformats.org/officeDocument/2006/relationships/image" Target="../media/image17.png"/><Relationship Id="rId7" Type="http://schemas.openxmlformats.org/officeDocument/2006/relationships/oleObject" Target="../embeddings/oleObject4.bin"/><Relationship Id="rId8" Type="http://schemas.openxmlformats.org/officeDocument/2006/relationships/oleObject" Target="../embeddings/oleObject4.bin"/></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vmlDrawing" Target="../drawings/vmlDrawing3.vml"/><Relationship Id="rId4" Type="http://schemas.openxmlformats.org/officeDocument/2006/relationships/oleObject" Target="../embeddings/oleObject5.bin"/><Relationship Id="rId9" Type="http://schemas.openxmlformats.org/officeDocument/2006/relationships/image" Target="../media/image10.png"/><Relationship Id="rId5" Type="http://schemas.openxmlformats.org/officeDocument/2006/relationships/oleObject" Target="../embeddings/oleObject5.bin"/><Relationship Id="rId6" Type="http://schemas.openxmlformats.org/officeDocument/2006/relationships/image" Target="../media/image13.png"/><Relationship Id="rId7" Type="http://schemas.openxmlformats.org/officeDocument/2006/relationships/oleObject" Target="../embeddings/oleObject6.bin"/><Relationship Id="rId8" Type="http://schemas.openxmlformats.org/officeDocument/2006/relationships/oleObject" Target="../embeddings/oleObject6.bin"/></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2.xml"/><Relationship Id="rId3"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4.xml"/><Relationship Id="rId3" Type="http://schemas.openxmlformats.org/officeDocument/2006/relationships/image" Target="../media/image5.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5.xml"/><Relationship Id="rId3" Type="http://schemas.openxmlformats.org/officeDocument/2006/relationships/image" Target="../media/image2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6.xml"/><Relationship Id="rId3" Type="http://schemas.openxmlformats.org/officeDocument/2006/relationships/image" Target="../media/image12.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7.xml"/><Relationship Id="rId3" Type="http://schemas.openxmlformats.org/officeDocument/2006/relationships/image" Target="../media/image19.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8.xml"/><Relationship Id="rId3" Type="http://schemas.openxmlformats.org/officeDocument/2006/relationships/image" Target="../media/image14.jpg"/><Relationship Id="rId4" Type="http://schemas.openxmlformats.org/officeDocument/2006/relationships/image" Target="../media/image3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9.xml"/><Relationship Id="rId3" Type="http://schemas.openxmlformats.org/officeDocument/2006/relationships/image" Target="../media/image7.jpg"/><Relationship Id="rId4" Type="http://schemas.openxmlformats.org/officeDocument/2006/relationships/image" Target="../media/image14.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0.xml"/><Relationship Id="rId3" Type="http://schemas.openxmlformats.org/officeDocument/2006/relationships/image" Target="../media/image7.jpg"/><Relationship Id="rId4" Type="http://schemas.openxmlformats.org/officeDocument/2006/relationships/image" Target="../media/image14.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1.xml"/><Relationship Id="rId3" Type="http://schemas.openxmlformats.org/officeDocument/2006/relationships/image" Target="../media/image7.jpg"/><Relationship Id="rId4" Type="http://schemas.openxmlformats.org/officeDocument/2006/relationships/image" Target="../media/image14.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2.xml"/><Relationship Id="rId3" Type="http://schemas.openxmlformats.org/officeDocument/2006/relationships/image" Target="../media/image20.jpg"/><Relationship Id="rId4" Type="http://schemas.openxmlformats.org/officeDocument/2006/relationships/image" Target="../media/image27.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3.xml"/><Relationship Id="rId3" Type="http://schemas.openxmlformats.org/officeDocument/2006/relationships/image" Target="../media/image22.jpg"/><Relationship Id="rId4" Type="http://schemas.openxmlformats.org/officeDocument/2006/relationships/image" Target="../media/image14.jpg"/><Relationship Id="rId5" Type="http://schemas.openxmlformats.org/officeDocument/2006/relationships/image" Target="../media/image20.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4.xml"/><Relationship Id="rId3" Type="http://schemas.openxmlformats.org/officeDocument/2006/relationships/image" Target="../media/image16.jpg"/><Relationship Id="rId4" Type="http://schemas.openxmlformats.org/officeDocument/2006/relationships/image" Target="../media/image14.jpg"/><Relationship Id="rId5" Type="http://schemas.openxmlformats.org/officeDocument/2006/relationships/image" Target="../media/image20.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5.xml"/><Relationship Id="rId3" Type="http://schemas.openxmlformats.org/officeDocument/2006/relationships/image" Target="../media/image23.jpg"/><Relationship Id="rId4" Type="http://schemas.openxmlformats.org/officeDocument/2006/relationships/image" Target="../media/image14.jpg"/><Relationship Id="rId5" Type="http://schemas.openxmlformats.org/officeDocument/2006/relationships/image" Target="../media/image20.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6.xml"/><Relationship Id="rId3" Type="http://schemas.openxmlformats.org/officeDocument/2006/relationships/image" Target="../media/image26.jpg"/><Relationship Id="rId4" Type="http://schemas.openxmlformats.org/officeDocument/2006/relationships/image" Target="../media/image28.jpg"/><Relationship Id="rId5" Type="http://schemas.openxmlformats.org/officeDocument/2006/relationships/image" Target="../media/image20.jpg"/><Relationship Id="rId6" Type="http://schemas.openxmlformats.org/officeDocument/2006/relationships/image" Target="../media/image23.jpg"/><Relationship Id="rId7" Type="http://schemas.openxmlformats.org/officeDocument/2006/relationships/image" Target="../media/image22.jpg"/><Relationship Id="rId8" Type="http://schemas.openxmlformats.org/officeDocument/2006/relationships/image" Target="../media/image16.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7.xml"/><Relationship Id="rId3" Type="http://schemas.openxmlformats.org/officeDocument/2006/relationships/image" Target="../media/image26.jpg"/><Relationship Id="rId4" Type="http://schemas.openxmlformats.org/officeDocument/2006/relationships/image" Target="../media/image29.jpg"/><Relationship Id="rId5" Type="http://schemas.openxmlformats.org/officeDocument/2006/relationships/image" Target="../media/image14.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1"/>
          <p:cNvSpPr txBox="1"/>
          <p:nvPr>
            <p:ph type="ctrTitle"/>
          </p:nvPr>
        </p:nvSpPr>
        <p:spPr>
          <a:xfrm>
            <a:off x="457200" y="1447800"/>
            <a:ext cx="8534400" cy="5410200"/>
          </a:xfrm>
          <a:prstGeom prst="rect">
            <a:avLst/>
          </a:prstGeom>
          <a:noFill/>
          <a:ln>
            <a:noFill/>
          </a:ln>
        </p:spPr>
        <p:txBody>
          <a:bodyPr anchorCtr="0" anchor="ctr" bIns="46025" lIns="92075" spcFirstLastPara="1" rIns="92075" wrap="square" tIns="46025">
            <a:noAutofit/>
          </a:bodyPr>
          <a:lstStyle/>
          <a:p>
            <a:pPr indent="0" lvl="0" marL="0" rtl="0" algn="ctr">
              <a:spcBef>
                <a:spcPts val="0"/>
              </a:spcBef>
              <a:spcAft>
                <a:spcPts val="0"/>
              </a:spcAft>
              <a:buNone/>
            </a:pPr>
            <a:r>
              <a:rPr b="1" lang="en-US">
                <a:latin typeface="Helvetica Neue"/>
                <a:ea typeface="Helvetica Neue"/>
                <a:cs typeface="Helvetica Neue"/>
                <a:sym typeface="Helvetica Neue"/>
              </a:rPr>
              <a:t>Computer Graphics</a:t>
            </a:r>
            <a:br>
              <a:rPr b="1" lang="en-US" sz="3200">
                <a:latin typeface="Helvetica Neue"/>
                <a:ea typeface="Helvetica Neue"/>
                <a:cs typeface="Helvetica Neue"/>
                <a:sym typeface="Helvetica Neue"/>
              </a:rPr>
            </a:br>
            <a:br>
              <a:rPr lang="en-US" sz="4400"/>
            </a:br>
            <a:r>
              <a:rPr b="1" lang="en-US" sz="6600">
                <a:solidFill>
                  <a:srgbClr val="FF0000"/>
                </a:solidFill>
                <a:latin typeface="Helvetica Neue"/>
                <a:ea typeface="Helvetica Neue"/>
                <a:cs typeface="Helvetica Neue"/>
                <a:sym typeface="Helvetica Neue"/>
              </a:rPr>
              <a:t>Lecture  04</a:t>
            </a:r>
            <a:br>
              <a:rPr b="1" lang="en-US" sz="6600">
                <a:latin typeface="Helvetica Neue"/>
                <a:ea typeface="Helvetica Neue"/>
                <a:cs typeface="Helvetica Neue"/>
                <a:sym typeface="Helvetica Neue"/>
              </a:rPr>
            </a:br>
            <a:br>
              <a:rPr b="1" lang="en-US" sz="6600">
                <a:latin typeface="Helvetica Neue"/>
                <a:ea typeface="Helvetica Neue"/>
                <a:cs typeface="Helvetica Neue"/>
                <a:sym typeface="Helvetica Neue"/>
              </a:rPr>
            </a:br>
            <a:r>
              <a:rPr lang="en-US" sz="6600"/>
              <a:t>Filling  Area</a:t>
            </a:r>
            <a:br>
              <a:rPr b="1" lang="en-US" sz="6600">
                <a:latin typeface="Helvetica Neue"/>
                <a:ea typeface="Helvetica Neue"/>
                <a:cs typeface="Helvetica Neue"/>
                <a:sym typeface="Helvetica Neue"/>
              </a:rPr>
            </a:br>
            <a:br>
              <a:rPr b="1" lang="en-US">
                <a:latin typeface="Helvetica Neue"/>
                <a:ea typeface="Helvetica Neue"/>
                <a:cs typeface="Helvetica Neue"/>
                <a:sym typeface="Helvetica Neue"/>
              </a:rPr>
            </a:br>
            <a:br>
              <a:rPr b="1" lang="en-US" sz="4800">
                <a:latin typeface="Helvetica Neue"/>
                <a:ea typeface="Helvetica Neue"/>
                <a:cs typeface="Helvetica Neue"/>
                <a:sym typeface="Helvetica Neue"/>
              </a:rPr>
            </a:br>
            <a:br>
              <a:rPr b="1" lang="en-US" sz="5400">
                <a:latin typeface="Helvetica Neue"/>
                <a:ea typeface="Helvetica Neue"/>
                <a:cs typeface="Helvetica Neue"/>
                <a:sym typeface="Helvetica Neue"/>
              </a:rPr>
            </a:br>
            <a:endParaRPr b="1" sz="5400">
              <a:latin typeface="Helvetica Neue"/>
              <a:ea typeface="Helvetica Neue"/>
              <a:cs typeface="Helvetica Neue"/>
              <a:sym typeface="Helvetica Neue"/>
            </a:endParaRPr>
          </a:p>
        </p:txBody>
      </p:sp>
      <p:sp>
        <p:nvSpPr>
          <p:cNvPr id="390" name="Google Shape;390;p1"/>
          <p:cNvSpPr txBox="1"/>
          <p:nvPr>
            <p:ph idx="1" type="subTitle"/>
          </p:nvPr>
        </p:nvSpPr>
        <p:spPr>
          <a:xfrm>
            <a:off x="5181600" y="4038600"/>
            <a:ext cx="3960813" cy="1752600"/>
          </a:xfrm>
          <a:prstGeom prst="rect">
            <a:avLst/>
          </a:prstGeom>
          <a:noFill/>
          <a:ln>
            <a:noFill/>
          </a:ln>
        </p:spPr>
        <p:txBody>
          <a:bodyPr anchorCtr="0" anchor="ctr" bIns="46025" lIns="92075" spcFirstLastPara="1" rIns="92075" wrap="square" tIns="46025">
            <a:noAutofit/>
          </a:bodyPr>
          <a:lstStyle/>
          <a:p>
            <a:pPr indent="0" lvl="0" marL="0" rtl="0" algn="ctr">
              <a:spcBef>
                <a:spcPts val="0"/>
              </a:spcBef>
              <a:spcAft>
                <a:spcPts val="0"/>
              </a:spcAft>
              <a:buSzPts val="2800"/>
              <a:buFont typeface="Noto Sans Symbols"/>
              <a:buNone/>
            </a:pPr>
            <a:r>
              <a:t/>
            </a:r>
            <a:endParaRPr sz="2800"/>
          </a:p>
          <a:p>
            <a:pPr indent="0" lvl="0" marL="0" rtl="0" algn="ctr">
              <a:spcBef>
                <a:spcPts val="560"/>
              </a:spcBef>
              <a:spcAft>
                <a:spcPts val="0"/>
              </a:spcAft>
              <a:buSzPts val="2800"/>
              <a:buFont typeface="Noto Sans Symbols"/>
              <a:buNone/>
            </a:pPr>
            <a:r>
              <a:t/>
            </a:r>
            <a:endParaRPr sz="28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2"/>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96" name="Google Shape;396;p2"/>
          <p:cNvSpPr txBox="1"/>
          <p:nvPr/>
        </p:nvSpPr>
        <p:spPr>
          <a:xfrm>
            <a:off x="342900" y="228600"/>
            <a:ext cx="8458200" cy="64749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i="0" lang="en-US" sz="3200" u="none" cap="none" strike="noStrike">
                <a:solidFill>
                  <a:srgbClr val="1155CC"/>
                </a:solidFill>
                <a:latin typeface="Arial"/>
                <a:ea typeface="Arial"/>
                <a:cs typeface="Arial"/>
                <a:sym typeface="Arial"/>
              </a:rPr>
              <a:t>Polygon Representation </a:t>
            </a:r>
            <a:endParaRPr b="1" i="0" sz="3200" u="none" cap="none" strike="noStrike">
              <a:solidFill>
                <a:srgbClr val="1155CC"/>
              </a:solidFill>
              <a:latin typeface="Tahoma"/>
              <a:ea typeface="Tahoma"/>
              <a:cs typeface="Tahoma"/>
              <a:sym typeface="Tahoma"/>
            </a:endParaRPr>
          </a:p>
          <a:p>
            <a:pPr indent="0" lvl="0" marL="0" marR="0" rtl="0" algn="just">
              <a:spcBef>
                <a:spcPts val="1400"/>
              </a:spcBef>
              <a:spcAft>
                <a:spcPts val="0"/>
              </a:spcAft>
              <a:buNone/>
            </a:pPr>
            <a:r>
              <a:rPr b="0" i="0" lang="en-US" sz="2800" u="none" cap="none" strike="noStrike">
                <a:solidFill>
                  <a:srgbClr val="1155CC"/>
                </a:solidFill>
                <a:latin typeface="Arial"/>
                <a:ea typeface="Arial"/>
                <a:cs typeface="Arial"/>
                <a:sym typeface="Arial"/>
              </a:rPr>
              <a:t>The polygon can be represented by listing its n vertices in an ordered list.</a:t>
            </a:r>
            <a:endParaRPr>
              <a:solidFill>
                <a:srgbClr val="1155CC"/>
              </a:solidFill>
            </a:endParaRPr>
          </a:p>
          <a:p>
            <a:pPr indent="0" lvl="0" marL="0" marR="0" rtl="0" algn="ctr">
              <a:spcBef>
                <a:spcPts val="1400"/>
              </a:spcBef>
              <a:spcAft>
                <a:spcPts val="0"/>
              </a:spcAft>
              <a:buNone/>
            </a:pPr>
            <a:r>
              <a:rPr b="0" i="0" lang="en-US" sz="2800" u="none" cap="none" strike="noStrike">
                <a:solidFill>
                  <a:srgbClr val="1155CC"/>
                </a:solidFill>
                <a:latin typeface="Arial"/>
                <a:ea typeface="Arial"/>
                <a:cs typeface="Arial"/>
                <a:sym typeface="Arial"/>
              </a:rPr>
              <a:t> </a:t>
            </a:r>
            <a:r>
              <a:rPr b="1" i="0" lang="en-US" sz="2800" u="none" cap="none" strike="noStrike">
                <a:solidFill>
                  <a:srgbClr val="1155CC"/>
                </a:solidFill>
                <a:latin typeface="Arial"/>
                <a:ea typeface="Arial"/>
                <a:cs typeface="Arial"/>
                <a:sym typeface="Arial"/>
              </a:rPr>
              <a:t>P = {(x</a:t>
            </a:r>
            <a:r>
              <a:rPr b="1" baseline="-25000" i="0" lang="en-US" sz="2800" u="none" cap="none" strike="noStrike">
                <a:solidFill>
                  <a:srgbClr val="1155CC"/>
                </a:solidFill>
                <a:latin typeface="Arial"/>
                <a:ea typeface="Arial"/>
                <a:cs typeface="Arial"/>
                <a:sym typeface="Arial"/>
              </a:rPr>
              <a:t>1</a:t>
            </a:r>
            <a:r>
              <a:rPr b="1" i="0" lang="en-US" sz="2800" u="none" cap="none" strike="noStrike">
                <a:solidFill>
                  <a:srgbClr val="1155CC"/>
                </a:solidFill>
                <a:latin typeface="Arial"/>
                <a:ea typeface="Arial"/>
                <a:cs typeface="Arial"/>
                <a:sym typeface="Arial"/>
              </a:rPr>
              <a:t>, y</a:t>
            </a:r>
            <a:r>
              <a:rPr b="1" baseline="-25000" i="0" lang="en-US" sz="2800" u="none" cap="none" strike="noStrike">
                <a:solidFill>
                  <a:srgbClr val="1155CC"/>
                </a:solidFill>
                <a:latin typeface="Arial"/>
                <a:ea typeface="Arial"/>
                <a:cs typeface="Arial"/>
                <a:sym typeface="Arial"/>
              </a:rPr>
              <a:t>1</a:t>
            </a:r>
            <a:r>
              <a:rPr b="1" i="0" lang="en-US" sz="2800" u="none" cap="none" strike="noStrike">
                <a:solidFill>
                  <a:srgbClr val="1155CC"/>
                </a:solidFill>
                <a:latin typeface="Arial"/>
                <a:ea typeface="Arial"/>
                <a:cs typeface="Arial"/>
                <a:sym typeface="Arial"/>
              </a:rPr>
              <a:t>), (x</a:t>
            </a:r>
            <a:r>
              <a:rPr b="1" baseline="-25000" i="0" lang="en-US" sz="2800" u="none" cap="none" strike="noStrike">
                <a:solidFill>
                  <a:srgbClr val="1155CC"/>
                </a:solidFill>
                <a:latin typeface="Arial"/>
                <a:ea typeface="Arial"/>
                <a:cs typeface="Arial"/>
                <a:sym typeface="Arial"/>
              </a:rPr>
              <a:t>2</a:t>
            </a:r>
            <a:r>
              <a:rPr b="1" i="0" lang="en-US" sz="2800" u="none" cap="none" strike="noStrike">
                <a:solidFill>
                  <a:srgbClr val="1155CC"/>
                </a:solidFill>
                <a:latin typeface="Arial"/>
                <a:ea typeface="Arial"/>
                <a:cs typeface="Arial"/>
                <a:sym typeface="Arial"/>
              </a:rPr>
              <a:t>, y</a:t>
            </a:r>
            <a:r>
              <a:rPr b="1" baseline="-25000" i="0" lang="en-US" sz="2800" u="none" cap="none" strike="noStrike">
                <a:solidFill>
                  <a:srgbClr val="1155CC"/>
                </a:solidFill>
                <a:latin typeface="Arial"/>
                <a:ea typeface="Arial"/>
                <a:cs typeface="Arial"/>
                <a:sym typeface="Arial"/>
              </a:rPr>
              <a:t>2</a:t>
            </a:r>
            <a:r>
              <a:rPr b="1" i="0" lang="en-US" sz="2800" u="none" cap="none" strike="noStrike">
                <a:solidFill>
                  <a:srgbClr val="1155CC"/>
                </a:solidFill>
                <a:latin typeface="Arial"/>
                <a:ea typeface="Arial"/>
                <a:cs typeface="Arial"/>
                <a:sym typeface="Arial"/>
              </a:rPr>
              <a:t>), </a:t>
            </a:r>
            <a:r>
              <a:rPr b="1" i="0" lang="en-US" sz="2800" u="none" cap="none" strike="noStrike">
                <a:solidFill>
                  <a:srgbClr val="1155CC"/>
                </a:solidFill>
                <a:latin typeface="Tahoma"/>
                <a:ea typeface="Tahoma"/>
                <a:cs typeface="Tahoma"/>
                <a:sym typeface="Tahoma"/>
              </a:rPr>
              <a:t>……</a:t>
            </a:r>
            <a:r>
              <a:rPr b="1" i="0" lang="en-US" sz="2800" u="none" cap="none" strike="noStrike">
                <a:solidFill>
                  <a:srgbClr val="1155CC"/>
                </a:solidFill>
                <a:latin typeface="Arial"/>
                <a:ea typeface="Arial"/>
                <a:cs typeface="Arial"/>
                <a:sym typeface="Arial"/>
              </a:rPr>
              <a:t>., (x</a:t>
            </a:r>
            <a:r>
              <a:rPr b="1" baseline="-25000" i="0" lang="en-US" sz="2800" u="none" cap="none" strike="noStrike">
                <a:solidFill>
                  <a:srgbClr val="1155CC"/>
                </a:solidFill>
                <a:latin typeface="Arial"/>
                <a:ea typeface="Arial"/>
                <a:cs typeface="Arial"/>
                <a:sym typeface="Arial"/>
              </a:rPr>
              <a:t>n</a:t>
            </a:r>
            <a:r>
              <a:rPr b="1" i="0" lang="en-US" sz="2800" u="none" cap="none" strike="noStrike">
                <a:solidFill>
                  <a:srgbClr val="1155CC"/>
                </a:solidFill>
                <a:latin typeface="Arial"/>
                <a:ea typeface="Arial"/>
                <a:cs typeface="Arial"/>
                <a:sym typeface="Arial"/>
              </a:rPr>
              <a:t>, y</a:t>
            </a:r>
            <a:r>
              <a:rPr b="1" baseline="-25000" i="0" lang="en-US" sz="2800" u="none" cap="none" strike="noStrike">
                <a:solidFill>
                  <a:srgbClr val="1155CC"/>
                </a:solidFill>
                <a:latin typeface="Arial"/>
                <a:ea typeface="Arial"/>
                <a:cs typeface="Arial"/>
                <a:sym typeface="Arial"/>
              </a:rPr>
              <a:t>n</a:t>
            </a:r>
            <a:r>
              <a:rPr b="1" i="0" lang="en-US" sz="2800" u="none" cap="none" strike="noStrike">
                <a:solidFill>
                  <a:srgbClr val="1155CC"/>
                </a:solidFill>
                <a:latin typeface="Arial"/>
                <a:ea typeface="Arial"/>
                <a:cs typeface="Arial"/>
                <a:sym typeface="Arial"/>
              </a:rPr>
              <a:t>)}</a:t>
            </a:r>
            <a:r>
              <a:rPr b="0" i="0" lang="en-US" sz="2800" u="none" cap="none" strike="noStrike">
                <a:solidFill>
                  <a:srgbClr val="1155CC"/>
                </a:solidFill>
                <a:latin typeface="Arial"/>
                <a:ea typeface="Arial"/>
                <a:cs typeface="Arial"/>
                <a:sym typeface="Arial"/>
              </a:rPr>
              <a:t>. </a:t>
            </a:r>
            <a:endParaRPr>
              <a:solidFill>
                <a:srgbClr val="1155CC"/>
              </a:solidFill>
            </a:endParaRPr>
          </a:p>
          <a:p>
            <a:pPr indent="0" lvl="0" marL="0" marR="0" rtl="0" algn="just">
              <a:spcBef>
                <a:spcPts val="1400"/>
              </a:spcBef>
              <a:spcAft>
                <a:spcPts val="0"/>
              </a:spcAft>
              <a:buNone/>
            </a:pPr>
            <a:r>
              <a:rPr b="0" i="0" lang="en-US" sz="2800" u="none" cap="none" strike="noStrike">
                <a:solidFill>
                  <a:srgbClr val="1155CC"/>
                </a:solidFill>
                <a:latin typeface="Arial"/>
                <a:ea typeface="Arial"/>
                <a:cs typeface="Arial"/>
                <a:sym typeface="Arial"/>
              </a:rPr>
              <a:t>The polygon can be displayed by drawing a line between  </a:t>
            </a:r>
            <a:r>
              <a:rPr b="1" i="0" lang="en-US" sz="2800" u="none" cap="none" strike="noStrike">
                <a:solidFill>
                  <a:srgbClr val="1155CC"/>
                </a:solidFill>
                <a:latin typeface="Arial"/>
                <a:ea typeface="Arial"/>
                <a:cs typeface="Arial"/>
                <a:sym typeface="Arial"/>
              </a:rPr>
              <a:t>(x</a:t>
            </a:r>
            <a:r>
              <a:rPr b="1" baseline="-25000" i="0" lang="en-US" sz="2800" u="none" cap="none" strike="noStrike">
                <a:solidFill>
                  <a:srgbClr val="1155CC"/>
                </a:solidFill>
                <a:latin typeface="Arial"/>
                <a:ea typeface="Arial"/>
                <a:cs typeface="Arial"/>
                <a:sym typeface="Arial"/>
              </a:rPr>
              <a:t>1</a:t>
            </a:r>
            <a:r>
              <a:rPr b="1" i="0" lang="en-US" sz="2800" u="none" cap="none" strike="noStrike">
                <a:solidFill>
                  <a:srgbClr val="1155CC"/>
                </a:solidFill>
                <a:latin typeface="Arial"/>
                <a:ea typeface="Arial"/>
                <a:cs typeface="Arial"/>
                <a:sym typeface="Arial"/>
              </a:rPr>
              <a:t>, y</a:t>
            </a:r>
            <a:r>
              <a:rPr b="1" baseline="-25000" i="0" lang="en-US" sz="2800" u="none" cap="none" strike="noStrike">
                <a:solidFill>
                  <a:srgbClr val="1155CC"/>
                </a:solidFill>
                <a:latin typeface="Arial"/>
                <a:ea typeface="Arial"/>
                <a:cs typeface="Arial"/>
                <a:sym typeface="Arial"/>
              </a:rPr>
              <a:t>1</a:t>
            </a:r>
            <a:r>
              <a:rPr b="1" i="0" lang="en-US" sz="2800" u="none" cap="none" strike="noStrike">
                <a:solidFill>
                  <a:srgbClr val="1155CC"/>
                </a:solidFill>
                <a:latin typeface="Arial"/>
                <a:ea typeface="Arial"/>
                <a:cs typeface="Arial"/>
                <a:sym typeface="Arial"/>
              </a:rPr>
              <a:t>), </a:t>
            </a:r>
            <a:r>
              <a:rPr b="0" i="0" lang="en-US" sz="2800" u="none" cap="none" strike="noStrike">
                <a:solidFill>
                  <a:srgbClr val="1155CC"/>
                </a:solidFill>
                <a:latin typeface="Arial"/>
                <a:ea typeface="Arial"/>
                <a:cs typeface="Arial"/>
                <a:sym typeface="Arial"/>
              </a:rPr>
              <a:t>and </a:t>
            </a:r>
            <a:r>
              <a:rPr b="1" i="0" lang="en-US" sz="2800" u="none" cap="none" strike="noStrike">
                <a:solidFill>
                  <a:srgbClr val="1155CC"/>
                </a:solidFill>
                <a:latin typeface="Arial"/>
                <a:ea typeface="Arial"/>
                <a:cs typeface="Arial"/>
                <a:sym typeface="Arial"/>
              </a:rPr>
              <a:t>(x</a:t>
            </a:r>
            <a:r>
              <a:rPr b="1" baseline="-25000" i="0" lang="en-US" sz="2800" u="none" cap="none" strike="noStrike">
                <a:solidFill>
                  <a:srgbClr val="1155CC"/>
                </a:solidFill>
                <a:latin typeface="Arial"/>
                <a:ea typeface="Arial"/>
                <a:cs typeface="Arial"/>
                <a:sym typeface="Arial"/>
              </a:rPr>
              <a:t>2</a:t>
            </a:r>
            <a:r>
              <a:rPr b="1" i="0" lang="en-US" sz="2800" u="none" cap="none" strike="noStrike">
                <a:solidFill>
                  <a:srgbClr val="1155CC"/>
                </a:solidFill>
                <a:latin typeface="Arial"/>
                <a:ea typeface="Arial"/>
                <a:cs typeface="Arial"/>
                <a:sym typeface="Arial"/>
              </a:rPr>
              <a:t>, y</a:t>
            </a:r>
            <a:r>
              <a:rPr b="1" baseline="-25000" i="0" lang="en-US" sz="2800" u="none" cap="none" strike="noStrike">
                <a:solidFill>
                  <a:srgbClr val="1155CC"/>
                </a:solidFill>
                <a:latin typeface="Arial"/>
                <a:ea typeface="Arial"/>
                <a:cs typeface="Arial"/>
                <a:sym typeface="Arial"/>
              </a:rPr>
              <a:t>2</a:t>
            </a:r>
            <a:r>
              <a:rPr b="1" i="0" lang="en-US" sz="2800" u="none" cap="none" strike="noStrike">
                <a:solidFill>
                  <a:srgbClr val="1155CC"/>
                </a:solidFill>
                <a:latin typeface="Arial"/>
                <a:ea typeface="Arial"/>
                <a:cs typeface="Arial"/>
                <a:sym typeface="Arial"/>
              </a:rPr>
              <a:t>)</a:t>
            </a:r>
            <a:r>
              <a:rPr b="0" i="0" lang="en-US" sz="2800" u="none" cap="none" strike="noStrike">
                <a:solidFill>
                  <a:srgbClr val="1155CC"/>
                </a:solidFill>
                <a:latin typeface="Arial"/>
                <a:ea typeface="Arial"/>
                <a:cs typeface="Arial"/>
                <a:sym typeface="Arial"/>
              </a:rPr>
              <a:t>,</a:t>
            </a:r>
            <a:r>
              <a:rPr b="1" i="0" lang="en-US" sz="2800" u="none" cap="none" strike="noStrike">
                <a:solidFill>
                  <a:srgbClr val="1155CC"/>
                </a:solidFill>
                <a:latin typeface="Arial"/>
                <a:ea typeface="Arial"/>
                <a:cs typeface="Arial"/>
                <a:sym typeface="Arial"/>
              </a:rPr>
              <a:t> </a:t>
            </a:r>
            <a:r>
              <a:rPr b="0" i="0" lang="en-US" sz="2800" u="none" cap="none" strike="noStrike">
                <a:solidFill>
                  <a:srgbClr val="1155CC"/>
                </a:solidFill>
                <a:latin typeface="Arial"/>
                <a:ea typeface="Arial"/>
                <a:cs typeface="Arial"/>
                <a:sym typeface="Arial"/>
              </a:rPr>
              <a:t>then a line between </a:t>
            </a:r>
            <a:r>
              <a:rPr b="1" i="0" lang="en-US" sz="2800" u="none" cap="none" strike="noStrike">
                <a:solidFill>
                  <a:srgbClr val="1155CC"/>
                </a:solidFill>
                <a:latin typeface="Arial"/>
                <a:ea typeface="Arial"/>
                <a:cs typeface="Arial"/>
                <a:sym typeface="Arial"/>
              </a:rPr>
              <a:t>(x</a:t>
            </a:r>
            <a:r>
              <a:rPr b="1" baseline="-25000" i="0" lang="en-US" sz="2800" u="none" cap="none" strike="noStrike">
                <a:solidFill>
                  <a:srgbClr val="1155CC"/>
                </a:solidFill>
                <a:latin typeface="Arial"/>
                <a:ea typeface="Arial"/>
                <a:cs typeface="Arial"/>
                <a:sym typeface="Arial"/>
              </a:rPr>
              <a:t>2</a:t>
            </a:r>
            <a:r>
              <a:rPr b="1" i="0" lang="en-US" sz="2800" u="none" cap="none" strike="noStrike">
                <a:solidFill>
                  <a:srgbClr val="1155CC"/>
                </a:solidFill>
                <a:latin typeface="Arial"/>
                <a:ea typeface="Arial"/>
                <a:cs typeface="Arial"/>
                <a:sym typeface="Arial"/>
              </a:rPr>
              <a:t>, y</a:t>
            </a:r>
            <a:r>
              <a:rPr b="1" baseline="-25000" i="0" lang="en-US" sz="2800" u="none" cap="none" strike="noStrike">
                <a:solidFill>
                  <a:srgbClr val="1155CC"/>
                </a:solidFill>
                <a:latin typeface="Arial"/>
                <a:ea typeface="Arial"/>
                <a:cs typeface="Arial"/>
                <a:sym typeface="Arial"/>
              </a:rPr>
              <a:t>2</a:t>
            </a:r>
            <a:r>
              <a:rPr b="1" i="0" lang="en-US" sz="2800" u="none" cap="none" strike="noStrike">
                <a:solidFill>
                  <a:srgbClr val="1155CC"/>
                </a:solidFill>
                <a:latin typeface="Arial"/>
                <a:ea typeface="Arial"/>
                <a:cs typeface="Arial"/>
                <a:sym typeface="Arial"/>
              </a:rPr>
              <a:t>), </a:t>
            </a:r>
            <a:r>
              <a:rPr b="0" i="0" lang="en-US" sz="2800" u="none" cap="none" strike="noStrike">
                <a:solidFill>
                  <a:srgbClr val="1155CC"/>
                </a:solidFill>
                <a:latin typeface="Arial"/>
                <a:ea typeface="Arial"/>
                <a:cs typeface="Arial"/>
                <a:sym typeface="Arial"/>
              </a:rPr>
              <a:t>and </a:t>
            </a:r>
            <a:r>
              <a:rPr b="1" i="0" lang="en-US" sz="2800" u="none" cap="none" strike="noStrike">
                <a:solidFill>
                  <a:srgbClr val="1155CC"/>
                </a:solidFill>
                <a:latin typeface="Arial"/>
                <a:ea typeface="Arial"/>
                <a:cs typeface="Arial"/>
                <a:sym typeface="Arial"/>
              </a:rPr>
              <a:t>(x</a:t>
            </a:r>
            <a:r>
              <a:rPr b="1" baseline="-25000" i="0" lang="en-US" sz="2800" u="none" cap="none" strike="noStrike">
                <a:solidFill>
                  <a:srgbClr val="1155CC"/>
                </a:solidFill>
                <a:latin typeface="Arial"/>
                <a:ea typeface="Arial"/>
                <a:cs typeface="Arial"/>
                <a:sym typeface="Arial"/>
              </a:rPr>
              <a:t>3</a:t>
            </a:r>
            <a:r>
              <a:rPr b="1" i="0" lang="en-US" sz="2800" u="none" cap="none" strike="noStrike">
                <a:solidFill>
                  <a:srgbClr val="1155CC"/>
                </a:solidFill>
                <a:latin typeface="Arial"/>
                <a:ea typeface="Arial"/>
                <a:cs typeface="Arial"/>
                <a:sym typeface="Arial"/>
              </a:rPr>
              <a:t>, y</a:t>
            </a:r>
            <a:r>
              <a:rPr b="1" baseline="-25000" i="0" lang="en-US" sz="2800" u="none" cap="none" strike="noStrike">
                <a:solidFill>
                  <a:srgbClr val="1155CC"/>
                </a:solidFill>
                <a:latin typeface="Arial"/>
                <a:ea typeface="Arial"/>
                <a:cs typeface="Arial"/>
                <a:sym typeface="Arial"/>
              </a:rPr>
              <a:t>3</a:t>
            </a:r>
            <a:r>
              <a:rPr b="1" i="0" lang="en-US" sz="2800" u="none" cap="none" strike="noStrike">
                <a:solidFill>
                  <a:srgbClr val="1155CC"/>
                </a:solidFill>
                <a:latin typeface="Arial"/>
                <a:ea typeface="Arial"/>
                <a:cs typeface="Arial"/>
                <a:sym typeface="Arial"/>
              </a:rPr>
              <a:t>)</a:t>
            </a:r>
            <a:r>
              <a:rPr b="0" i="0" lang="en-US" sz="2800" u="none" cap="none" strike="noStrike">
                <a:solidFill>
                  <a:srgbClr val="1155CC"/>
                </a:solidFill>
                <a:latin typeface="Arial"/>
                <a:ea typeface="Arial"/>
                <a:cs typeface="Arial"/>
                <a:sym typeface="Arial"/>
              </a:rPr>
              <a:t>, and so on until the end vertex. In order to close up the polygon, a line between </a:t>
            </a:r>
            <a:r>
              <a:rPr b="1" i="0" lang="en-US" sz="2800" u="none" cap="none" strike="noStrike">
                <a:solidFill>
                  <a:srgbClr val="1155CC"/>
                </a:solidFill>
                <a:latin typeface="Arial"/>
                <a:ea typeface="Arial"/>
                <a:cs typeface="Arial"/>
                <a:sym typeface="Arial"/>
              </a:rPr>
              <a:t>(x</a:t>
            </a:r>
            <a:r>
              <a:rPr b="1" baseline="-25000" i="0" lang="en-US" sz="2800" u="none" cap="none" strike="noStrike">
                <a:solidFill>
                  <a:srgbClr val="1155CC"/>
                </a:solidFill>
                <a:latin typeface="Arial"/>
                <a:ea typeface="Arial"/>
                <a:cs typeface="Arial"/>
                <a:sym typeface="Arial"/>
              </a:rPr>
              <a:t>n</a:t>
            </a:r>
            <a:r>
              <a:rPr b="1" i="0" lang="en-US" sz="2800" u="none" cap="none" strike="noStrike">
                <a:solidFill>
                  <a:srgbClr val="1155CC"/>
                </a:solidFill>
                <a:latin typeface="Arial"/>
                <a:ea typeface="Arial"/>
                <a:cs typeface="Arial"/>
                <a:sym typeface="Arial"/>
              </a:rPr>
              <a:t>, y</a:t>
            </a:r>
            <a:r>
              <a:rPr b="1" baseline="-25000" i="0" lang="en-US" sz="2800" u="none" cap="none" strike="noStrike">
                <a:solidFill>
                  <a:srgbClr val="1155CC"/>
                </a:solidFill>
                <a:latin typeface="Arial"/>
                <a:ea typeface="Arial"/>
                <a:cs typeface="Arial"/>
                <a:sym typeface="Arial"/>
              </a:rPr>
              <a:t>n</a:t>
            </a:r>
            <a:r>
              <a:rPr b="1" i="0" lang="en-US" sz="2800" u="none" cap="none" strike="noStrike">
                <a:solidFill>
                  <a:srgbClr val="1155CC"/>
                </a:solidFill>
                <a:latin typeface="Arial"/>
                <a:ea typeface="Arial"/>
                <a:cs typeface="Arial"/>
                <a:sym typeface="Arial"/>
              </a:rPr>
              <a:t>), </a:t>
            </a:r>
            <a:r>
              <a:rPr b="0" i="0" lang="en-US" sz="2800" u="none" cap="none" strike="noStrike">
                <a:solidFill>
                  <a:srgbClr val="1155CC"/>
                </a:solidFill>
                <a:latin typeface="Arial"/>
                <a:ea typeface="Arial"/>
                <a:cs typeface="Arial"/>
                <a:sym typeface="Arial"/>
              </a:rPr>
              <a:t>and </a:t>
            </a:r>
            <a:r>
              <a:rPr b="1" i="0" lang="en-US" sz="2800" u="none" cap="none" strike="noStrike">
                <a:solidFill>
                  <a:srgbClr val="1155CC"/>
                </a:solidFill>
                <a:latin typeface="Arial"/>
                <a:ea typeface="Arial"/>
                <a:cs typeface="Arial"/>
                <a:sym typeface="Arial"/>
              </a:rPr>
              <a:t>(x</a:t>
            </a:r>
            <a:r>
              <a:rPr b="1" baseline="-25000" i="0" lang="en-US" sz="2800" u="none" cap="none" strike="noStrike">
                <a:solidFill>
                  <a:srgbClr val="1155CC"/>
                </a:solidFill>
                <a:latin typeface="Arial"/>
                <a:ea typeface="Arial"/>
                <a:cs typeface="Arial"/>
                <a:sym typeface="Arial"/>
              </a:rPr>
              <a:t>1</a:t>
            </a:r>
            <a:r>
              <a:rPr b="1" i="0" lang="en-US" sz="2800" u="none" cap="none" strike="noStrike">
                <a:solidFill>
                  <a:srgbClr val="1155CC"/>
                </a:solidFill>
                <a:latin typeface="Arial"/>
                <a:ea typeface="Arial"/>
                <a:cs typeface="Arial"/>
                <a:sym typeface="Arial"/>
              </a:rPr>
              <a:t>, y</a:t>
            </a:r>
            <a:r>
              <a:rPr b="1" baseline="-25000" i="0" lang="en-US" sz="2800" u="none" cap="none" strike="noStrike">
                <a:solidFill>
                  <a:srgbClr val="1155CC"/>
                </a:solidFill>
                <a:latin typeface="Arial"/>
                <a:ea typeface="Arial"/>
                <a:cs typeface="Arial"/>
                <a:sym typeface="Arial"/>
              </a:rPr>
              <a:t>1</a:t>
            </a:r>
            <a:r>
              <a:rPr b="1" i="0" lang="en-US" sz="2800" u="none" cap="none" strike="noStrike">
                <a:solidFill>
                  <a:srgbClr val="1155CC"/>
                </a:solidFill>
                <a:latin typeface="Arial"/>
                <a:ea typeface="Arial"/>
                <a:cs typeface="Arial"/>
                <a:sym typeface="Arial"/>
              </a:rPr>
              <a:t>)</a:t>
            </a:r>
            <a:r>
              <a:rPr b="0" i="0" lang="en-US" sz="2800" u="none" cap="none" strike="noStrike">
                <a:solidFill>
                  <a:srgbClr val="1155CC"/>
                </a:solidFill>
                <a:latin typeface="Arial"/>
                <a:ea typeface="Arial"/>
                <a:cs typeface="Arial"/>
                <a:sym typeface="Arial"/>
              </a:rPr>
              <a:t> must be drawn. </a:t>
            </a:r>
            <a:endParaRPr>
              <a:solidFill>
                <a:srgbClr val="1155CC"/>
              </a:solidFill>
            </a:endParaRPr>
          </a:p>
          <a:p>
            <a:pPr indent="0" lvl="0" marL="0" marR="0" rtl="0" algn="just">
              <a:spcBef>
                <a:spcPts val="1400"/>
              </a:spcBef>
              <a:spcAft>
                <a:spcPts val="0"/>
              </a:spcAft>
              <a:buNone/>
            </a:pPr>
            <a:r>
              <a:rPr b="0" i="0" lang="en-US" sz="2800" u="none" cap="none" strike="noStrike">
                <a:solidFill>
                  <a:srgbClr val="1155CC"/>
                </a:solidFill>
                <a:latin typeface="Arial"/>
                <a:ea typeface="Arial"/>
                <a:cs typeface="Arial"/>
                <a:sym typeface="Arial"/>
              </a:rPr>
              <a:t>One problem with this representation is that if we wish to translate the polygon, it is necessary to apply the translation transformation to each vertex in order to obtain the translated polygon.  </a:t>
            </a:r>
            <a:endParaRPr b="0" i="0" sz="2800" u="none" cap="none" strike="noStrike">
              <a:solidFill>
                <a:srgbClr val="1155CC"/>
              </a:solidFill>
              <a:latin typeface="Tahoma"/>
              <a:ea typeface="Tahoma"/>
              <a:cs typeface="Tahoma"/>
              <a:sym typeface="Tahom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3"/>
          <p:cNvSpPr txBox="1"/>
          <p:nvPr>
            <p:ph type="title"/>
          </p:nvPr>
        </p:nvSpPr>
        <p:spPr>
          <a:xfrm>
            <a:off x="0" y="685800"/>
            <a:ext cx="9144000" cy="914400"/>
          </a:xfrm>
          <a:prstGeom prst="rect">
            <a:avLst/>
          </a:prstGeom>
          <a:noFill/>
          <a:ln>
            <a:noFill/>
          </a:ln>
        </p:spPr>
        <p:txBody>
          <a:bodyPr anchorCtr="0" anchor="ctr" bIns="46025" lIns="92075" spcFirstLastPara="1" rIns="92075" wrap="square" tIns="46025">
            <a:noAutofit/>
          </a:bodyPr>
          <a:lstStyle/>
          <a:p>
            <a:pPr indent="0" lvl="0" marL="0" rtl="0" algn="ctr">
              <a:spcBef>
                <a:spcPts val="0"/>
              </a:spcBef>
              <a:spcAft>
                <a:spcPts val="0"/>
              </a:spcAft>
              <a:buNone/>
            </a:pPr>
            <a:r>
              <a:rPr lang="en-US"/>
              <a:t>Polygon Types</a:t>
            </a:r>
            <a:endParaRPr/>
          </a:p>
        </p:txBody>
      </p:sp>
      <p:sp>
        <p:nvSpPr>
          <p:cNvPr id="402" name="Google Shape;402;p3"/>
          <p:cNvSpPr txBox="1"/>
          <p:nvPr>
            <p:ph idx="1" type="body"/>
          </p:nvPr>
        </p:nvSpPr>
        <p:spPr>
          <a:xfrm>
            <a:off x="457200" y="2667000"/>
            <a:ext cx="8534400" cy="20574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SzPts val="2400"/>
              <a:buFont typeface="Noto Sans Symbols"/>
              <a:buNone/>
            </a:pPr>
            <a:r>
              <a:rPr lang="en-US"/>
              <a:t>	Polygons can be divided into three basic types: </a:t>
            </a:r>
            <a:r>
              <a:rPr b="1" lang="en-US"/>
              <a:t>convex</a:t>
            </a:r>
            <a:r>
              <a:rPr lang="en-US"/>
              <a:t>, </a:t>
            </a:r>
            <a:r>
              <a:rPr b="1" lang="en-US"/>
              <a:t>concave</a:t>
            </a:r>
            <a:r>
              <a:rPr lang="en-US"/>
              <a:t>, and </a:t>
            </a:r>
            <a:r>
              <a:rPr b="1" lang="en-US"/>
              <a:t>complex</a:t>
            </a:r>
            <a:r>
              <a:rPr lang="en-US"/>
              <a: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4"/>
          <p:cNvSpPr txBox="1"/>
          <p:nvPr>
            <p:ph type="title"/>
          </p:nvPr>
        </p:nvSpPr>
        <p:spPr>
          <a:xfrm>
            <a:off x="0" y="0"/>
            <a:ext cx="9144000" cy="1066800"/>
          </a:xfrm>
          <a:prstGeom prst="rect">
            <a:avLst/>
          </a:prstGeom>
          <a:noFill/>
          <a:ln>
            <a:noFill/>
          </a:ln>
        </p:spPr>
        <p:txBody>
          <a:bodyPr anchorCtr="0" anchor="ctr" bIns="46025" lIns="92075" spcFirstLastPara="1" rIns="92075" wrap="square" tIns="46025">
            <a:noAutofit/>
          </a:bodyPr>
          <a:lstStyle/>
          <a:p>
            <a:pPr indent="0" lvl="0" marL="0" rtl="0" algn="ctr">
              <a:spcBef>
                <a:spcPts val="0"/>
              </a:spcBef>
              <a:spcAft>
                <a:spcPts val="0"/>
              </a:spcAft>
              <a:buNone/>
            </a:pPr>
            <a:r>
              <a:rPr lang="en-US"/>
              <a:t>Concave</a:t>
            </a:r>
            <a:endParaRPr/>
          </a:p>
        </p:txBody>
      </p:sp>
      <p:sp>
        <p:nvSpPr>
          <p:cNvPr id="408" name="Google Shape;408;p4"/>
          <p:cNvSpPr txBox="1"/>
          <p:nvPr>
            <p:ph idx="1" type="body"/>
          </p:nvPr>
        </p:nvSpPr>
        <p:spPr>
          <a:xfrm>
            <a:off x="152400" y="1219200"/>
            <a:ext cx="8534400" cy="19812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SzPts val="2400"/>
              <a:buFont typeface="Noto Sans Symbols"/>
              <a:buNone/>
            </a:pPr>
            <a:r>
              <a:rPr lang="en-US"/>
              <a:t>	The polygon edges may also touch each other, but they may not cross one another.</a:t>
            </a:r>
            <a:endParaRPr/>
          </a:p>
          <a:p>
            <a:pPr indent="-342900" lvl="0" marL="342900" rtl="0" algn="just">
              <a:spcBef>
                <a:spcPts val="480"/>
              </a:spcBef>
              <a:spcAft>
                <a:spcPts val="0"/>
              </a:spcAft>
              <a:buSzPts val="2400"/>
              <a:buFont typeface="Noto Sans Symbols"/>
              <a:buNone/>
            </a:pPr>
            <a:r>
              <a:t/>
            </a:r>
            <a:endParaRPr/>
          </a:p>
        </p:txBody>
      </p:sp>
      <p:sp>
        <p:nvSpPr>
          <p:cNvPr id="409" name="Google Shape;409;p4"/>
          <p:cNvSpPr/>
          <p:nvPr/>
        </p:nvSpPr>
        <p:spPr>
          <a:xfrm>
            <a:off x="3952875" y="2790825"/>
            <a:ext cx="9144000" cy="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800">
              <a:solidFill>
                <a:srgbClr val="000000"/>
              </a:solidFill>
              <a:latin typeface="Times New Roman"/>
              <a:ea typeface="Times New Roman"/>
              <a:cs typeface="Times New Roman"/>
              <a:sym typeface="Times New Roman"/>
            </a:endParaRPr>
          </a:p>
        </p:txBody>
      </p:sp>
      <p:sp>
        <p:nvSpPr>
          <p:cNvPr id="410" name="Google Shape;410;p4"/>
          <p:cNvSpPr/>
          <p:nvPr/>
        </p:nvSpPr>
        <p:spPr>
          <a:xfrm>
            <a:off x="3771900" y="2843213"/>
            <a:ext cx="9144000" cy="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800">
              <a:solidFill>
                <a:srgbClr val="000000"/>
              </a:solidFill>
              <a:latin typeface="Times New Roman"/>
              <a:ea typeface="Times New Roman"/>
              <a:cs typeface="Times New Roman"/>
              <a:sym typeface="Times New Roman"/>
            </a:endParaRPr>
          </a:p>
        </p:txBody>
      </p:sp>
      <p:sp>
        <p:nvSpPr>
          <p:cNvPr id="411" name="Google Shape;411;p4"/>
          <p:cNvSpPr/>
          <p:nvPr/>
        </p:nvSpPr>
        <p:spPr>
          <a:xfrm>
            <a:off x="3910013" y="2847975"/>
            <a:ext cx="9144000" cy="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800">
              <a:solidFill>
                <a:srgbClr val="000000"/>
              </a:solidFill>
              <a:latin typeface="Times New Roman"/>
              <a:ea typeface="Times New Roman"/>
              <a:cs typeface="Times New Roman"/>
              <a:sym typeface="Times New Roman"/>
            </a:endParaRPr>
          </a:p>
        </p:txBody>
      </p:sp>
      <p:graphicFrame>
        <p:nvGraphicFramePr>
          <p:cNvPr id="412" name="Google Shape;412;p4"/>
          <p:cNvGraphicFramePr/>
          <p:nvPr/>
        </p:nvGraphicFramePr>
        <p:xfrm>
          <a:off x="1219200" y="3276600"/>
          <a:ext cx="2971800" cy="2608263"/>
        </p:xfrm>
        <a:graphic>
          <a:graphicData uri="http://schemas.openxmlformats.org/presentationml/2006/ole">
            <mc:AlternateContent>
              <mc:Choice Requires="v">
                <p:oleObj r:id="rId4" imgH="2608263" imgW="2971800" progId="Paint.Picture" spid="_x0000_s1">
                  <p:embed/>
                </p:oleObj>
              </mc:Choice>
              <mc:Fallback>
                <p:oleObj r:id="rId5" imgH="2608263" imgW="2971800" progId="Paint.Picture">
                  <p:embed/>
                  <p:pic>
                    <p:nvPicPr>
                      <p:cNvPr id="412" name="Google Shape;412;p4"/>
                      <p:cNvPicPr preferRelativeResize="0"/>
                      <p:nvPr/>
                    </p:nvPicPr>
                    <p:blipFill rotWithShape="1">
                      <a:blip r:embed="rId6">
                        <a:alphaModFix/>
                      </a:blip>
                      <a:srcRect b="0" l="0" r="0" t="0"/>
                      <a:stretch/>
                    </p:blipFill>
                    <p:spPr>
                      <a:xfrm>
                        <a:off x="1219200" y="3276600"/>
                        <a:ext cx="2971800" cy="2608263"/>
                      </a:xfrm>
                      <a:prstGeom prst="rect">
                        <a:avLst/>
                      </a:prstGeom>
                      <a:noFill/>
                      <a:ln>
                        <a:noFill/>
                      </a:ln>
                    </p:spPr>
                  </p:pic>
                </p:oleObj>
              </mc:Fallback>
            </mc:AlternateContent>
          </a:graphicData>
        </a:graphic>
      </p:graphicFrame>
      <p:sp>
        <p:nvSpPr>
          <p:cNvPr id="413" name="Google Shape;413;p4"/>
          <p:cNvSpPr/>
          <p:nvPr/>
        </p:nvSpPr>
        <p:spPr>
          <a:xfrm>
            <a:off x="3929063" y="2838450"/>
            <a:ext cx="9144000" cy="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800">
              <a:solidFill>
                <a:srgbClr val="000000"/>
              </a:solidFill>
              <a:latin typeface="Times New Roman"/>
              <a:ea typeface="Times New Roman"/>
              <a:cs typeface="Times New Roman"/>
              <a:sym typeface="Times New Roman"/>
            </a:endParaRPr>
          </a:p>
        </p:txBody>
      </p:sp>
      <p:graphicFrame>
        <p:nvGraphicFramePr>
          <p:cNvPr id="414" name="Google Shape;414;p4"/>
          <p:cNvGraphicFramePr/>
          <p:nvPr/>
        </p:nvGraphicFramePr>
        <p:xfrm>
          <a:off x="5181600" y="3303896"/>
          <a:ext cx="2819400" cy="2589213"/>
        </p:xfrm>
        <a:graphic>
          <a:graphicData uri="http://schemas.openxmlformats.org/presentationml/2006/ole">
            <mc:AlternateContent>
              <mc:Choice Requires="v">
                <p:oleObj r:id="rId7" imgH="2589213" imgW="2819400" progId="Paint.Picture" spid="_x0000_s2">
                  <p:embed/>
                </p:oleObj>
              </mc:Choice>
              <mc:Fallback>
                <p:oleObj r:id="rId8" imgH="2589213" imgW="2819400" progId="Paint.Picture">
                  <p:embed/>
                  <p:pic>
                    <p:nvPicPr>
                      <p:cNvPr id="414" name="Google Shape;414;p4"/>
                      <p:cNvPicPr preferRelativeResize="0"/>
                      <p:nvPr/>
                    </p:nvPicPr>
                    <p:blipFill rotWithShape="1">
                      <a:blip r:embed="rId9">
                        <a:alphaModFix/>
                      </a:blip>
                      <a:srcRect b="0" l="0" r="0" t="0"/>
                      <a:stretch/>
                    </p:blipFill>
                    <p:spPr>
                      <a:xfrm>
                        <a:off x="5181600" y="3303896"/>
                        <a:ext cx="2819400" cy="2589213"/>
                      </a:xfrm>
                      <a:prstGeom prst="rect">
                        <a:avLst/>
                      </a:prstGeom>
                      <a:noFill/>
                      <a:ln>
                        <a:noFill/>
                      </a:ln>
                    </p:spPr>
                  </p:pic>
                </p:oleObj>
              </mc:Fallback>
            </mc:AlternateContent>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5"/>
          <p:cNvSpPr txBox="1"/>
          <p:nvPr>
            <p:ph type="title"/>
          </p:nvPr>
        </p:nvSpPr>
        <p:spPr>
          <a:xfrm>
            <a:off x="-228600" y="304800"/>
            <a:ext cx="9372600" cy="1143000"/>
          </a:xfrm>
          <a:prstGeom prst="rect">
            <a:avLst/>
          </a:prstGeom>
          <a:noFill/>
          <a:ln>
            <a:noFill/>
          </a:ln>
        </p:spPr>
        <p:txBody>
          <a:bodyPr anchorCtr="0" anchor="ctr" bIns="46025" lIns="92075" spcFirstLastPara="1" rIns="92075" wrap="square" tIns="46025">
            <a:noAutofit/>
          </a:bodyPr>
          <a:lstStyle/>
          <a:p>
            <a:pPr indent="0" lvl="0" marL="0" rtl="0" algn="ctr">
              <a:spcBef>
                <a:spcPts val="0"/>
              </a:spcBef>
              <a:spcAft>
                <a:spcPts val="0"/>
              </a:spcAft>
              <a:buNone/>
            </a:pPr>
            <a:r>
              <a:rPr lang="en-US"/>
              <a:t>Convex</a:t>
            </a:r>
            <a:endParaRPr/>
          </a:p>
        </p:txBody>
      </p:sp>
      <p:sp>
        <p:nvSpPr>
          <p:cNvPr id="420" name="Google Shape;420;p5"/>
          <p:cNvSpPr txBox="1"/>
          <p:nvPr>
            <p:ph idx="1" type="body"/>
          </p:nvPr>
        </p:nvSpPr>
        <p:spPr>
          <a:xfrm>
            <a:off x="0" y="1600200"/>
            <a:ext cx="8534400" cy="1981200"/>
          </a:xfrm>
          <a:prstGeom prst="rect">
            <a:avLst/>
          </a:prstGeom>
          <a:noFill/>
          <a:ln>
            <a:noFill/>
          </a:ln>
        </p:spPr>
        <p:txBody>
          <a:bodyPr anchorCtr="0" anchor="t" bIns="45700" lIns="91425" spcFirstLastPara="1" rIns="91425" wrap="square" tIns="45700">
            <a:noAutofit/>
          </a:bodyPr>
          <a:lstStyle/>
          <a:p>
            <a:pPr indent="-342900" lvl="0" marL="342900" rtl="0" algn="just">
              <a:lnSpc>
                <a:spcPct val="90000"/>
              </a:lnSpc>
              <a:spcBef>
                <a:spcPts val="0"/>
              </a:spcBef>
              <a:spcAft>
                <a:spcPts val="0"/>
              </a:spcAft>
              <a:buSzPts val="2400"/>
              <a:buFont typeface="Noto Sans Symbols"/>
              <a:buNone/>
            </a:pPr>
            <a:r>
              <a:rPr lang="en-US"/>
              <a:t>	Does a straight line connecting ANY two points that are inside the polygon intersect any edges of the polygon?</a:t>
            </a:r>
            <a:endParaRPr/>
          </a:p>
          <a:p>
            <a:pPr indent="-342900" lvl="0" marL="342900" rtl="0" algn="just">
              <a:lnSpc>
                <a:spcPct val="90000"/>
              </a:lnSpc>
              <a:spcBef>
                <a:spcPts val="480"/>
              </a:spcBef>
              <a:spcAft>
                <a:spcPts val="0"/>
              </a:spcAft>
              <a:buSzPts val="2400"/>
              <a:buFont typeface="Noto Sans Symbols"/>
              <a:buNone/>
            </a:pPr>
            <a:r>
              <a:t/>
            </a:r>
            <a:endParaRPr/>
          </a:p>
        </p:txBody>
      </p:sp>
      <p:sp>
        <p:nvSpPr>
          <p:cNvPr id="421" name="Google Shape;421;p5"/>
          <p:cNvSpPr/>
          <p:nvPr/>
        </p:nvSpPr>
        <p:spPr>
          <a:xfrm>
            <a:off x="3952875" y="2790825"/>
            <a:ext cx="9144000" cy="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800">
              <a:solidFill>
                <a:srgbClr val="000000"/>
              </a:solidFill>
              <a:latin typeface="Times New Roman"/>
              <a:ea typeface="Times New Roman"/>
              <a:cs typeface="Times New Roman"/>
              <a:sym typeface="Times New Roman"/>
            </a:endParaRPr>
          </a:p>
        </p:txBody>
      </p:sp>
      <p:graphicFrame>
        <p:nvGraphicFramePr>
          <p:cNvPr id="422" name="Google Shape;422;p5"/>
          <p:cNvGraphicFramePr/>
          <p:nvPr/>
        </p:nvGraphicFramePr>
        <p:xfrm>
          <a:off x="914400" y="3908425"/>
          <a:ext cx="2417763" cy="2492375"/>
        </p:xfrm>
        <a:graphic>
          <a:graphicData uri="http://schemas.openxmlformats.org/presentationml/2006/ole">
            <mc:AlternateContent>
              <mc:Choice Requires="v">
                <p:oleObj r:id="rId4" imgH="2492375" imgW="2417763" progId="Paint.Picture" spid="_x0000_s1">
                  <p:embed/>
                </p:oleObj>
              </mc:Choice>
              <mc:Fallback>
                <p:oleObj r:id="rId5" imgH="2492375" imgW="2417763" progId="Paint.Picture">
                  <p:embed/>
                  <p:pic>
                    <p:nvPicPr>
                      <p:cNvPr id="422" name="Google Shape;422;p5"/>
                      <p:cNvPicPr preferRelativeResize="0"/>
                      <p:nvPr/>
                    </p:nvPicPr>
                    <p:blipFill rotWithShape="1">
                      <a:blip r:embed="rId6">
                        <a:alphaModFix/>
                      </a:blip>
                      <a:srcRect b="0" l="0" r="0" t="0"/>
                      <a:stretch/>
                    </p:blipFill>
                    <p:spPr>
                      <a:xfrm>
                        <a:off x="914400" y="3908425"/>
                        <a:ext cx="2417763" cy="2492375"/>
                      </a:xfrm>
                      <a:prstGeom prst="rect">
                        <a:avLst/>
                      </a:prstGeom>
                      <a:noFill/>
                      <a:ln>
                        <a:noFill/>
                      </a:ln>
                    </p:spPr>
                  </p:pic>
                </p:oleObj>
              </mc:Fallback>
            </mc:AlternateContent>
          </a:graphicData>
        </a:graphic>
      </p:graphicFrame>
      <p:sp>
        <p:nvSpPr>
          <p:cNvPr id="423" name="Google Shape;423;p5"/>
          <p:cNvSpPr/>
          <p:nvPr/>
        </p:nvSpPr>
        <p:spPr>
          <a:xfrm>
            <a:off x="3771900" y="2843213"/>
            <a:ext cx="9144000" cy="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800">
              <a:solidFill>
                <a:srgbClr val="000000"/>
              </a:solidFill>
              <a:latin typeface="Times New Roman"/>
              <a:ea typeface="Times New Roman"/>
              <a:cs typeface="Times New Roman"/>
              <a:sym typeface="Times New Roman"/>
            </a:endParaRPr>
          </a:p>
        </p:txBody>
      </p:sp>
      <p:graphicFrame>
        <p:nvGraphicFramePr>
          <p:cNvPr id="424" name="Google Shape;424;p5"/>
          <p:cNvGraphicFramePr/>
          <p:nvPr/>
        </p:nvGraphicFramePr>
        <p:xfrm>
          <a:off x="4724400" y="3908425"/>
          <a:ext cx="3124200" cy="2287588"/>
        </p:xfrm>
        <a:graphic>
          <a:graphicData uri="http://schemas.openxmlformats.org/presentationml/2006/ole">
            <mc:AlternateContent>
              <mc:Choice Requires="v">
                <p:oleObj r:id="rId7" imgH="2287588" imgW="3124200" progId="Paint.Picture" spid="_x0000_s2">
                  <p:embed/>
                </p:oleObj>
              </mc:Choice>
              <mc:Fallback>
                <p:oleObj r:id="rId8" imgH="2287588" imgW="3124200" progId="Paint.Picture">
                  <p:embed/>
                  <p:pic>
                    <p:nvPicPr>
                      <p:cNvPr id="424" name="Google Shape;424;p5"/>
                      <p:cNvPicPr preferRelativeResize="0"/>
                      <p:nvPr/>
                    </p:nvPicPr>
                    <p:blipFill rotWithShape="1">
                      <a:blip r:embed="rId9">
                        <a:alphaModFix/>
                      </a:blip>
                      <a:srcRect b="0" l="0" r="0" t="0"/>
                      <a:stretch/>
                    </p:blipFill>
                    <p:spPr>
                      <a:xfrm>
                        <a:off x="4724400" y="3908425"/>
                        <a:ext cx="3124200" cy="2287588"/>
                      </a:xfrm>
                      <a:prstGeom prst="rect">
                        <a:avLst/>
                      </a:prstGeom>
                      <a:noFill/>
                      <a:ln>
                        <a:noFill/>
                      </a:ln>
                    </p:spPr>
                  </p:pic>
                </p:oleObj>
              </mc:Fallback>
            </mc:AlternateContent>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6"/>
          <p:cNvSpPr txBox="1"/>
          <p:nvPr>
            <p:ph type="title"/>
          </p:nvPr>
        </p:nvSpPr>
        <p:spPr>
          <a:xfrm>
            <a:off x="0" y="0"/>
            <a:ext cx="9144000" cy="990600"/>
          </a:xfrm>
          <a:prstGeom prst="rect">
            <a:avLst/>
          </a:prstGeom>
          <a:noFill/>
          <a:ln>
            <a:noFill/>
          </a:ln>
        </p:spPr>
        <p:txBody>
          <a:bodyPr anchorCtr="0" anchor="ctr" bIns="46025" lIns="92075" spcFirstLastPara="1" rIns="92075" wrap="square" tIns="46025">
            <a:noAutofit/>
          </a:bodyPr>
          <a:lstStyle/>
          <a:p>
            <a:pPr indent="0" lvl="0" marL="0" rtl="0" algn="ctr">
              <a:spcBef>
                <a:spcPts val="0"/>
              </a:spcBef>
              <a:spcAft>
                <a:spcPts val="0"/>
              </a:spcAft>
              <a:buNone/>
            </a:pPr>
            <a:r>
              <a:rPr lang="en-US"/>
              <a:t>Complex</a:t>
            </a:r>
            <a:endParaRPr/>
          </a:p>
        </p:txBody>
      </p:sp>
      <p:sp>
        <p:nvSpPr>
          <p:cNvPr id="430" name="Google Shape;430;p6"/>
          <p:cNvSpPr txBox="1"/>
          <p:nvPr>
            <p:ph idx="1" type="body"/>
          </p:nvPr>
        </p:nvSpPr>
        <p:spPr>
          <a:xfrm>
            <a:off x="0" y="1371600"/>
            <a:ext cx="8534400" cy="27432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2400"/>
              <a:buFont typeface="Noto Sans Symbols"/>
              <a:buNone/>
            </a:pPr>
            <a:r>
              <a:rPr lang="en-US"/>
              <a:t>	Complex polygons are basically concave polygons that may have self-intersecting edges. The complexity arises while distinguishing which side is inside the polygon when filling it. </a:t>
            </a:r>
            <a:endParaRPr/>
          </a:p>
        </p:txBody>
      </p:sp>
      <p:sp>
        <p:nvSpPr>
          <p:cNvPr id="431" name="Google Shape;431;p6"/>
          <p:cNvSpPr/>
          <p:nvPr/>
        </p:nvSpPr>
        <p:spPr>
          <a:xfrm>
            <a:off x="3952875" y="2790825"/>
            <a:ext cx="9144000" cy="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800">
              <a:solidFill>
                <a:srgbClr val="000000"/>
              </a:solidFill>
              <a:latin typeface="Times New Roman"/>
              <a:ea typeface="Times New Roman"/>
              <a:cs typeface="Times New Roman"/>
              <a:sym typeface="Times New Roman"/>
            </a:endParaRPr>
          </a:p>
        </p:txBody>
      </p:sp>
      <p:sp>
        <p:nvSpPr>
          <p:cNvPr id="432" name="Google Shape;432;p6"/>
          <p:cNvSpPr/>
          <p:nvPr/>
        </p:nvSpPr>
        <p:spPr>
          <a:xfrm>
            <a:off x="3771900" y="2843213"/>
            <a:ext cx="9144000" cy="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800">
              <a:solidFill>
                <a:srgbClr val="000000"/>
              </a:solidFill>
              <a:latin typeface="Times New Roman"/>
              <a:ea typeface="Times New Roman"/>
              <a:cs typeface="Times New Roman"/>
              <a:sym typeface="Times New Roman"/>
            </a:endParaRPr>
          </a:p>
        </p:txBody>
      </p:sp>
      <p:sp>
        <p:nvSpPr>
          <p:cNvPr id="433" name="Google Shape;433;p6"/>
          <p:cNvSpPr/>
          <p:nvPr/>
        </p:nvSpPr>
        <p:spPr>
          <a:xfrm>
            <a:off x="3910013" y="2847975"/>
            <a:ext cx="9144000" cy="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800">
              <a:solidFill>
                <a:srgbClr val="000000"/>
              </a:solidFill>
              <a:latin typeface="Times New Roman"/>
              <a:ea typeface="Times New Roman"/>
              <a:cs typeface="Times New Roman"/>
              <a:sym typeface="Times New Roman"/>
            </a:endParaRPr>
          </a:p>
        </p:txBody>
      </p:sp>
      <p:sp>
        <p:nvSpPr>
          <p:cNvPr id="434" name="Google Shape;434;p6"/>
          <p:cNvSpPr/>
          <p:nvPr/>
        </p:nvSpPr>
        <p:spPr>
          <a:xfrm>
            <a:off x="3929063" y="2838450"/>
            <a:ext cx="9144000" cy="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800">
              <a:solidFill>
                <a:srgbClr val="000000"/>
              </a:solidFill>
              <a:latin typeface="Times New Roman"/>
              <a:ea typeface="Times New Roman"/>
              <a:cs typeface="Times New Roman"/>
              <a:sym typeface="Times New Roman"/>
            </a:endParaRPr>
          </a:p>
        </p:txBody>
      </p:sp>
      <p:sp>
        <p:nvSpPr>
          <p:cNvPr id="435" name="Google Shape;435;p6"/>
          <p:cNvSpPr/>
          <p:nvPr/>
        </p:nvSpPr>
        <p:spPr>
          <a:xfrm>
            <a:off x="3995738" y="2852738"/>
            <a:ext cx="9144000" cy="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800">
              <a:solidFill>
                <a:srgbClr val="000000"/>
              </a:solidFill>
              <a:latin typeface="Times New Roman"/>
              <a:ea typeface="Times New Roman"/>
              <a:cs typeface="Times New Roman"/>
              <a:sym typeface="Times New Roman"/>
            </a:endParaRPr>
          </a:p>
        </p:txBody>
      </p:sp>
      <p:graphicFrame>
        <p:nvGraphicFramePr>
          <p:cNvPr id="436" name="Google Shape;436;p6"/>
          <p:cNvGraphicFramePr/>
          <p:nvPr/>
        </p:nvGraphicFramePr>
        <p:xfrm>
          <a:off x="1714500" y="4152900"/>
          <a:ext cx="2781300" cy="2552700"/>
        </p:xfrm>
        <a:graphic>
          <a:graphicData uri="http://schemas.openxmlformats.org/presentationml/2006/ole">
            <mc:AlternateContent>
              <mc:Choice Requires="v">
                <p:oleObj r:id="rId4" imgH="2552700" imgW="2781300" progId="Paint.Picture" spid="_x0000_s1">
                  <p:embed/>
                </p:oleObj>
              </mc:Choice>
              <mc:Fallback>
                <p:oleObj r:id="rId5" imgH="2552700" imgW="2781300" progId="Paint.Picture">
                  <p:embed/>
                  <p:pic>
                    <p:nvPicPr>
                      <p:cNvPr id="436" name="Google Shape;436;p6"/>
                      <p:cNvPicPr preferRelativeResize="0"/>
                      <p:nvPr/>
                    </p:nvPicPr>
                    <p:blipFill rotWithShape="1">
                      <a:blip r:embed="rId6">
                        <a:alphaModFix/>
                      </a:blip>
                      <a:srcRect b="0" l="0" r="0" t="0"/>
                      <a:stretch/>
                    </p:blipFill>
                    <p:spPr>
                      <a:xfrm>
                        <a:off x="1714500" y="4152900"/>
                        <a:ext cx="2781300" cy="2552700"/>
                      </a:xfrm>
                      <a:prstGeom prst="rect">
                        <a:avLst/>
                      </a:prstGeom>
                      <a:noFill/>
                      <a:ln>
                        <a:noFill/>
                      </a:ln>
                    </p:spPr>
                  </p:pic>
                </p:oleObj>
              </mc:Fallback>
            </mc:AlternateContent>
          </a:graphicData>
        </a:graphic>
      </p:graphicFrame>
      <p:sp>
        <p:nvSpPr>
          <p:cNvPr id="437" name="Google Shape;437;p6"/>
          <p:cNvSpPr/>
          <p:nvPr/>
        </p:nvSpPr>
        <p:spPr>
          <a:xfrm>
            <a:off x="3729038" y="2862263"/>
            <a:ext cx="9144000" cy="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800">
              <a:solidFill>
                <a:srgbClr val="000000"/>
              </a:solidFill>
              <a:latin typeface="Times New Roman"/>
              <a:ea typeface="Times New Roman"/>
              <a:cs typeface="Times New Roman"/>
              <a:sym typeface="Times New Roman"/>
            </a:endParaRPr>
          </a:p>
        </p:txBody>
      </p:sp>
      <p:graphicFrame>
        <p:nvGraphicFramePr>
          <p:cNvPr id="438" name="Google Shape;438;p6"/>
          <p:cNvGraphicFramePr/>
          <p:nvPr/>
        </p:nvGraphicFramePr>
        <p:xfrm>
          <a:off x="4876800" y="4152900"/>
          <a:ext cx="3733800" cy="2509838"/>
        </p:xfrm>
        <a:graphic>
          <a:graphicData uri="http://schemas.openxmlformats.org/presentationml/2006/ole">
            <mc:AlternateContent>
              <mc:Choice Requires="v">
                <p:oleObj r:id="rId7" imgH="2509838" imgW="3733800" progId="Paint.Picture" spid="_x0000_s2">
                  <p:embed/>
                </p:oleObj>
              </mc:Choice>
              <mc:Fallback>
                <p:oleObj r:id="rId8" imgH="2509838" imgW="3733800" progId="Paint.Picture">
                  <p:embed/>
                  <p:pic>
                    <p:nvPicPr>
                      <p:cNvPr id="438" name="Google Shape;438;p6"/>
                      <p:cNvPicPr preferRelativeResize="0"/>
                      <p:nvPr/>
                    </p:nvPicPr>
                    <p:blipFill rotWithShape="1">
                      <a:blip r:embed="rId9">
                        <a:alphaModFix/>
                      </a:blip>
                      <a:srcRect b="0" l="0" r="0" t="0"/>
                      <a:stretch/>
                    </p:blipFill>
                    <p:spPr>
                      <a:xfrm>
                        <a:off x="4876800" y="4152900"/>
                        <a:ext cx="3733800" cy="2509838"/>
                      </a:xfrm>
                      <a:prstGeom prst="rect">
                        <a:avLst/>
                      </a:prstGeom>
                      <a:noFill/>
                      <a:ln>
                        <a:noFill/>
                      </a:ln>
                    </p:spPr>
                  </p:pic>
                </p:oleObj>
              </mc:Fallback>
            </mc:AlternateContent>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7"/>
          <p:cNvSpPr txBox="1"/>
          <p:nvPr>
            <p:ph type="title"/>
          </p:nvPr>
        </p:nvSpPr>
        <p:spPr>
          <a:xfrm>
            <a:off x="0" y="533400"/>
            <a:ext cx="9144000" cy="1143000"/>
          </a:xfrm>
          <a:prstGeom prst="rect">
            <a:avLst/>
          </a:prstGeom>
          <a:noFill/>
          <a:ln>
            <a:noFill/>
          </a:ln>
        </p:spPr>
        <p:txBody>
          <a:bodyPr anchorCtr="0" anchor="ctr" bIns="46025" lIns="92075" spcFirstLastPara="1" rIns="92075" wrap="square" tIns="46025">
            <a:noAutofit/>
          </a:bodyPr>
          <a:lstStyle/>
          <a:p>
            <a:pPr indent="0" lvl="0" marL="0" rtl="0" algn="ctr">
              <a:spcBef>
                <a:spcPts val="0"/>
              </a:spcBef>
              <a:spcAft>
                <a:spcPts val="0"/>
              </a:spcAft>
              <a:buNone/>
            </a:pPr>
            <a:r>
              <a:rPr lang="en-US"/>
              <a:t>Parity Requirement</a:t>
            </a:r>
            <a:endParaRPr/>
          </a:p>
        </p:txBody>
      </p:sp>
      <p:sp>
        <p:nvSpPr>
          <p:cNvPr id="444" name="Google Shape;444;p7"/>
          <p:cNvSpPr txBox="1"/>
          <p:nvPr>
            <p:ph idx="1" type="body"/>
          </p:nvPr>
        </p:nvSpPr>
        <p:spPr>
          <a:xfrm>
            <a:off x="0" y="2362200"/>
            <a:ext cx="8534400" cy="22098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SzPts val="2400"/>
              <a:buFont typeface="Noto Sans Symbols"/>
              <a:buNone/>
            </a:pPr>
            <a:r>
              <a:rPr lang="en-US"/>
              <a:t>	In order to determine which pixels are inside the polygon, the odd-parity rule is used within the scan-line polygon fill algorithm. </a:t>
            </a:r>
            <a:endParaRPr/>
          </a:p>
        </p:txBody>
      </p:sp>
      <p:sp>
        <p:nvSpPr>
          <p:cNvPr id="445" name="Google Shape;445;p7"/>
          <p:cNvSpPr/>
          <p:nvPr/>
        </p:nvSpPr>
        <p:spPr>
          <a:xfrm>
            <a:off x="3952875" y="2790825"/>
            <a:ext cx="9144000" cy="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800">
              <a:solidFill>
                <a:srgbClr val="000000"/>
              </a:solidFill>
              <a:latin typeface="Times New Roman"/>
              <a:ea typeface="Times New Roman"/>
              <a:cs typeface="Times New Roman"/>
              <a:sym typeface="Times New Roman"/>
            </a:endParaRPr>
          </a:p>
        </p:txBody>
      </p:sp>
      <p:sp>
        <p:nvSpPr>
          <p:cNvPr id="446" name="Google Shape;446;p7"/>
          <p:cNvSpPr/>
          <p:nvPr/>
        </p:nvSpPr>
        <p:spPr>
          <a:xfrm>
            <a:off x="3771900" y="2843213"/>
            <a:ext cx="9144000" cy="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800">
              <a:solidFill>
                <a:srgbClr val="000000"/>
              </a:solidFill>
              <a:latin typeface="Times New Roman"/>
              <a:ea typeface="Times New Roman"/>
              <a:cs typeface="Times New Roman"/>
              <a:sym typeface="Times New Roman"/>
            </a:endParaRPr>
          </a:p>
        </p:txBody>
      </p:sp>
      <p:sp>
        <p:nvSpPr>
          <p:cNvPr id="447" name="Google Shape;447;p7"/>
          <p:cNvSpPr/>
          <p:nvPr/>
        </p:nvSpPr>
        <p:spPr>
          <a:xfrm>
            <a:off x="3910013" y="2847975"/>
            <a:ext cx="9144000" cy="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800">
              <a:solidFill>
                <a:srgbClr val="000000"/>
              </a:solidFill>
              <a:latin typeface="Times New Roman"/>
              <a:ea typeface="Times New Roman"/>
              <a:cs typeface="Times New Roman"/>
              <a:sym typeface="Times New Roman"/>
            </a:endParaRPr>
          </a:p>
        </p:txBody>
      </p:sp>
      <p:sp>
        <p:nvSpPr>
          <p:cNvPr id="448" name="Google Shape;448;p7"/>
          <p:cNvSpPr/>
          <p:nvPr/>
        </p:nvSpPr>
        <p:spPr>
          <a:xfrm>
            <a:off x="3929063" y="2838450"/>
            <a:ext cx="9144000" cy="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800">
              <a:solidFill>
                <a:srgbClr val="000000"/>
              </a:solidFill>
              <a:latin typeface="Times New Roman"/>
              <a:ea typeface="Times New Roman"/>
              <a:cs typeface="Times New Roman"/>
              <a:sym typeface="Times New Roman"/>
            </a:endParaRPr>
          </a:p>
        </p:txBody>
      </p:sp>
      <p:sp>
        <p:nvSpPr>
          <p:cNvPr id="449" name="Google Shape;449;p7"/>
          <p:cNvSpPr/>
          <p:nvPr/>
        </p:nvSpPr>
        <p:spPr>
          <a:xfrm>
            <a:off x="3995738" y="2852738"/>
            <a:ext cx="9144000" cy="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800">
              <a:solidFill>
                <a:srgbClr val="000000"/>
              </a:solidFill>
              <a:latin typeface="Times New Roman"/>
              <a:ea typeface="Times New Roman"/>
              <a:cs typeface="Times New Roman"/>
              <a:sym typeface="Times New Roman"/>
            </a:endParaRPr>
          </a:p>
        </p:txBody>
      </p:sp>
      <p:sp>
        <p:nvSpPr>
          <p:cNvPr id="450" name="Google Shape;450;p7"/>
          <p:cNvSpPr/>
          <p:nvPr/>
        </p:nvSpPr>
        <p:spPr>
          <a:xfrm>
            <a:off x="3729038" y="2862263"/>
            <a:ext cx="9144000" cy="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800">
              <a:solidFill>
                <a:srgbClr val="000000"/>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8"/>
          <p:cNvSpPr txBox="1"/>
          <p:nvPr>
            <p:ph type="title"/>
          </p:nvPr>
        </p:nvSpPr>
        <p:spPr>
          <a:xfrm>
            <a:off x="0" y="228600"/>
            <a:ext cx="9144000" cy="1066800"/>
          </a:xfrm>
          <a:prstGeom prst="rect">
            <a:avLst/>
          </a:prstGeom>
          <a:noFill/>
          <a:ln>
            <a:noFill/>
          </a:ln>
        </p:spPr>
        <p:txBody>
          <a:bodyPr anchorCtr="0" anchor="ctr" bIns="46025" lIns="92075" spcFirstLastPara="1" rIns="92075" wrap="square" tIns="46025">
            <a:noAutofit/>
          </a:bodyPr>
          <a:lstStyle/>
          <a:p>
            <a:pPr indent="0" lvl="0" marL="0" rtl="0" algn="ctr">
              <a:spcBef>
                <a:spcPts val="0"/>
              </a:spcBef>
              <a:spcAft>
                <a:spcPts val="0"/>
              </a:spcAft>
              <a:buNone/>
            </a:pPr>
            <a:r>
              <a:rPr lang="en-US"/>
              <a:t>Parity</a:t>
            </a:r>
            <a:endParaRPr/>
          </a:p>
        </p:txBody>
      </p:sp>
      <p:sp>
        <p:nvSpPr>
          <p:cNvPr id="456" name="Google Shape;456;p8"/>
          <p:cNvSpPr txBox="1"/>
          <p:nvPr>
            <p:ph idx="1" type="body"/>
          </p:nvPr>
        </p:nvSpPr>
        <p:spPr>
          <a:xfrm>
            <a:off x="0" y="2133600"/>
            <a:ext cx="8534400" cy="3429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SzPts val="2400"/>
              <a:buFont typeface="Noto Sans Symbols"/>
              <a:buNone/>
            </a:pPr>
            <a:r>
              <a:rPr lang="en-US"/>
              <a:t>	Draw a line segment from any point that lies outside the polygon to a point P.</a:t>
            </a:r>
            <a:endParaRPr/>
          </a:p>
          <a:p>
            <a:pPr indent="-342900" lvl="0" marL="342900" rtl="0" algn="just">
              <a:spcBef>
                <a:spcPts val="480"/>
              </a:spcBef>
              <a:spcAft>
                <a:spcPts val="0"/>
              </a:spcAft>
              <a:buSzPts val="2400"/>
              <a:buFont typeface="Noto Sans Symbols"/>
              <a:buNone/>
            </a:pPr>
            <a:r>
              <a:t/>
            </a:r>
            <a:endParaRPr/>
          </a:p>
          <a:p>
            <a:pPr indent="-342900" lvl="0" marL="342900" rtl="0" algn="just">
              <a:spcBef>
                <a:spcPts val="480"/>
              </a:spcBef>
              <a:spcAft>
                <a:spcPts val="0"/>
              </a:spcAft>
              <a:buSzPts val="2400"/>
              <a:buFont typeface="Noto Sans Symbols"/>
              <a:buNone/>
            </a:pPr>
            <a:r>
              <a:rPr lang="en-US"/>
              <a:t>	Count the number of edges that the line crosses. If the number of polygon edges crossed is </a:t>
            </a:r>
            <a:r>
              <a:rPr b="1" lang="en-US"/>
              <a:t>odd</a:t>
            </a:r>
            <a:r>
              <a:rPr lang="en-US"/>
              <a:t>, then P lies within the polygon. Whereas, if the number of edges is even, then P lies outside the polygon.  </a:t>
            </a:r>
            <a:endParaRPr/>
          </a:p>
        </p:txBody>
      </p:sp>
      <p:sp>
        <p:nvSpPr>
          <p:cNvPr id="457" name="Google Shape;457;p8"/>
          <p:cNvSpPr/>
          <p:nvPr/>
        </p:nvSpPr>
        <p:spPr>
          <a:xfrm>
            <a:off x="3952875" y="2790825"/>
            <a:ext cx="9144000" cy="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800">
              <a:solidFill>
                <a:srgbClr val="000000"/>
              </a:solidFill>
              <a:latin typeface="Times New Roman"/>
              <a:ea typeface="Times New Roman"/>
              <a:cs typeface="Times New Roman"/>
              <a:sym typeface="Times New Roman"/>
            </a:endParaRPr>
          </a:p>
        </p:txBody>
      </p:sp>
      <p:sp>
        <p:nvSpPr>
          <p:cNvPr id="458" name="Google Shape;458;p8"/>
          <p:cNvSpPr/>
          <p:nvPr/>
        </p:nvSpPr>
        <p:spPr>
          <a:xfrm>
            <a:off x="3771900" y="2843213"/>
            <a:ext cx="9144000" cy="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800">
              <a:solidFill>
                <a:srgbClr val="000000"/>
              </a:solidFill>
              <a:latin typeface="Times New Roman"/>
              <a:ea typeface="Times New Roman"/>
              <a:cs typeface="Times New Roman"/>
              <a:sym typeface="Times New Roman"/>
            </a:endParaRPr>
          </a:p>
        </p:txBody>
      </p:sp>
      <p:sp>
        <p:nvSpPr>
          <p:cNvPr id="459" name="Google Shape;459;p8"/>
          <p:cNvSpPr/>
          <p:nvPr/>
        </p:nvSpPr>
        <p:spPr>
          <a:xfrm>
            <a:off x="3910013" y="2847975"/>
            <a:ext cx="9144000" cy="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800">
              <a:solidFill>
                <a:srgbClr val="000000"/>
              </a:solidFill>
              <a:latin typeface="Times New Roman"/>
              <a:ea typeface="Times New Roman"/>
              <a:cs typeface="Times New Roman"/>
              <a:sym typeface="Times New Roman"/>
            </a:endParaRPr>
          </a:p>
        </p:txBody>
      </p:sp>
      <p:sp>
        <p:nvSpPr>
          <p:cNvPr id="460" name="Google Shape;460;p8"/>
          <p:cNvSpPr/>
          <p:nvPr/>
        </p:nvSpPr>
        <p:spPr>
          <a:xfrm>
            <a:off x="3929063" y="2838450"/>
            <a:ext cx="9144000" cy="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800">
              <a:solidFill>
                <a:srgbClr val="000000"/>
              </a:solidFill>
              <a:latin typeface="Times New Roman"/>
              <a:ea typeface="Times New Roman"/>
              <a:cs typeface="Times New Roman"/>
              <a:sym typeface="Times New Roman"/>
            </a:endParaRPr>
          </a:p>
        </p:txBody>
      </p:sp>
      <p:sp>
        <p:nvSpPr>
          <p:cNvPr id="461" name="Google Shape;461;p8"/>
          <p:cNvSpPr/>
          <p:nvPr/>
        </p:nvSpPr>
        <p:spPr>
          <a:xfrm>
            <a:off x="3995738" y="2852738"/>
            <a:ext cx="9144000" cy="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800">
              <a:solidFill>
                <a:srgbClr val="000000"/>
              </a:solidFill>
              <a:latin typeface="Times New Roman"/>
              <a:ea typeface="Times New Roman"/>
              <a:cs typeface="Times New Roman"/>
              <a:sym typeface="Times New Roman"/>
            </a:endParaRPr>
          </a:p>
        </p:txBody>
      </p:sp>
      <p:sp>
        <p:nvSpPr>
          <p:cNvPr id="462" name="Google Shape;462;p8"/>
          <p:cNvSpPr/>
          <p:nvPr/>
        </p:nvSpPr>
        <p:spPr>
          <a:xfrm>
            <a:off x="3729038" y="2862263"/>
            <a:ext cx="9144000" cy="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800">
              <a:solidFill>
                <a:srgbClr val="000000"/>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9"/>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68" name="Google Shape;468;p9"/>
          <p:cNvSpPr txBox="1"/>
          <p:nvPr/>
        </p:nvSpPr>
        <p:spPr>
          <a:xfrm>
            <a:off x="342900" y="228600"/>
            <a:ext cx="8458200" cy="2074863"/>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3200">
                <a:solidFill>
                  <a:srgbClr val="3333CC"/>
                </a:solidFill>
                <a:latin typeface="Arial"/>
                <a:ea typeface="Arial"/>
                <a:cs typeface="Arial"/>
                <a:sym typeface="Arial"/>
              </a:rPr>
              <a:t>Inside-Outside Tests</a:t>
            </a:r>
            <a:endParaRPr b="1" sz="3200">
              <a:solidFill>
                <a:srgbClr val="3333CC"/>
              </a:solidFill>
              <a:latin typeface="Tahoma"/>
              <a:ea typeface="Tahoma"/>
              <a:cs typeface="Tahoma"/>
              <a:sym typeface="Tahoma"/>
            </a:endParaRPr>
          </a:p>
          <a:p>
            <a:pPr indent="0" lvl="0" marL="0" marR="0" rtl="0" algn="just">
              <a:spcBef>
                <a:spcPts val="1400"/>
              </a:spcBef>
              <a:spcAft>
                <a:spcPts val="0"/>
              </a:spcAft>
              <a:buNone/>
            </a:pPr>
            <a:r>
              <a:rPr lang="en-US" sz="2800">
                <a:solidFill>
                  <a:srgbClr val="000000"/>
                </a:solidFill>
                <a:latin typeface="Arial"/>
                <a:ea typeface="Arial"/>
                <a:cs typeface="Arial"/>
                <a:sym typeface="Arial"/>
              </a:rPr>
              <a:t>The point is considered to be </a:t>
            </a:r>
            <a:r>
              <a:rPr b="1" lang="en-US" sz="2800">
                <a:solidFill>
                  <a:srgbClr val="CC3300"/>
                </a:solidFill>
                <a:latin typeface="Arial"/>
                <a:ea typeface="Arial"/>
                <a:cs typeface="Arial"/>
                <a:sym typeface="Arial"/>
              </a:rPr>
              <a:t>interior</a:t>
            </a:r>
            <a:r>
              <a:rPr lang="en-US" sz="2800">
                <a:solidFill>
                  <a:srgbClr val="000000"/>
                </a:solidFill>
                <a:latin typeface="Arial"/>
                <a:ea typeface="Arial"/>
                <a:cs typeface="Arial"/>
                <a:sym typeface="Arial"/>
              </a:rPr>
              <a:t> if the number of intersections between the line and the polygon edges is </a:t>
            </a:r>
            <a:r>
              <a:rPr b="1" lang="en-US" sz="2800">
                <a:solidFill>
                  <a:srgbClr val="CC3300"/>
                </a:solidFill>
                <a:latin typeface="Arial"/>
                <a:ea typeface="Arial"/>
                <a:cs typeface="Arial"/>
                <a:sym typeface="Arial"/>
              </a:rPr>
              <a:t>odd</a:t>
            </a:r>
            <a:r>
              <a:rPr lang="en-US" sz="2800">
                <a:solidFill>
                  <a:srgbClr val="000000"/>
                </a:solidFill>
                <a:latin typeface="Arial"/>
                <a:ea typeface="Arial"/>
                <a:cs typeface="Arial"/>
                <a:sym typeface="Arial"/>
              </a:rPr>
              <a:t>. Otherwise, The point is exterior point.</a:t>
            </a:r>
            <a:endParaRPr/>
          </a:p>
        </p:txBody>
      </p:sp>
      <p:sp>
        <p:nvSpPr>
          <p:cNvPr id="469" name="Google Shape;469;p9"/>
          <p:cNvSpPr/>
          <p:nvPr/>
        </p:nvSpPr>
        <p:spPr>
          <a:xfrm>
            <a:off x="2362200" y="2849563"/>
            <a:ext cx="274638" cy="274637"/>
          </a:xfrm>
          <a:prstGeom prst="ellipse">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8</a:t>
            </a:r>
            <a:endParaRPr/>
          </a:p>
        </p:txBody>
      </p:sp>
      <p:sp>
        <p:nvSpPr>
          <p:cNvPr id="470" name="Google Shape;470;p9"/>
          <p:cNvSpPr/>
          <p:nvPr/>
        </p:nvSpPr>
        <p:spPr>
          <a:xfrm>
            <a:off x="2667000" y="2849563"/>
            <a:ext cx="274638"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471" name="Google Shape;471;p9"/>
          <p:cNvSpPr/>
          <p:nvPr/>
        </p:nvSpPr>
        <p:spPr>
          <a:xfrm>
            <a:off x="2971800" y="2849563"/>
            <a:ext cx="274638"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472" name="Google Shape;472;p9"/>
          <p:cNvSpPr/>
          <p:nvPr/>
        </p:nvSpPr>
        <p:spPr>
          <a:xfrm>
            <a:off x="3276600" y="2849563"/>
            <a:ext cx="274638"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473" name="Google Shape;473;p9"/>
          <p:cNvSpPr/>
          <p:nvPr/>
        </p:nvSpPr>
        <p:spPr>
          <a:xfrm>
            <a:off x="3581400" y="2849563"/>
            <a:ext cx="274638"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474" name="Google Shape;474;p9"/>
          <p:cNvSpPr/>
          <p:nvPr/>
        </p:nvSpPr>
        <p:spPr>
          <a:xfrm>
            <a:off x="3886200" y="2849563"/>
            <a:ext cx="274638"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475" name="Google Shape;475;p9"/>
          <p:cNvSpPr/>
          <p:nvPr/>
        </p:nvSpPr>
        <p:spPr>
          <a:xfrm>
            <a:off x="4191000" y="2849563"/>
            <a:ext cx="274638"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476" name="Google Shape;476;p9"/>
          <p:cNvSpPr/>
          <p:nvPr/>
        </p:nvSpPr>
        <p:spPr>
          <a:xfrm>
            <a:off x="4495800" y="2849563"/>
            <a:ext cx="274638"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477" name="Google Shape;477;p9"/>
          <p:cNvSpPr/>
          <p:nvPr/>
        </p:nvSpPr>
        <p:spPr>
          <a:xfrm>
            <a:off x="4800600" y="2849563"/>
            <a:ext cx="274638"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478" name="Google Shape;478;p9"/>
          <p:cNvSpPr/>
          <p:nvPr/>
        </p:nvSpPr>
        <p:spPr>
          <a:xfrm>
            <a:off x="5105400" y="2849563"/>
            <a:ext cx="274638"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479" name="Google Shape;479;p9"/>
          <p:cNvSpPr/>
          <p:nvPr/>
        </p:nvSpPr>
        <p:spPr>
          <a:xfrm>
            <a:off x="5410200" y="2849563"/>
            <a:ext cx="274638"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480" name="Google Shape;480;p9"/>
          <p:cNvSpPr/>
          <p:nvPr/>
        </p:nvSpPr>
        <p:spPr>
          <a:xfrm>
            <a:off x="5715000" y="2849563"/>
            <a:ext cx="274638"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481" name="Google Shape;481;p9"/>
          <p:cNvSpPr/>
          <p:nvPr/>
        </p:nvSpPr>
        <p:spPr>
          <a:xfrm>
            <a:off x="6019800" y="2849563"/>
            <a:ext cx="274638"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482" name="Google Shape;482;p9"/>
          <p:cNvSpPr/>
          <p:nvPr/>
        </p:nvSpPr>
        <p:spPr>
          <a:xfrm>
            <a:off x="2362200" y="3154363"/>
            <a:ext cx="274638" cy="274637"/>
          </a:xfrm>
          <a:prstGeom prst="ellipse">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7</a:t>
            </a:r>
            <a:endParaRPr/>
          </a:p>
        </p:txBody>
      </p:sp>
      <p:sp>
        <p:nvSpPr>
          <p:cNvPr id="483" name="Google Shape;483;p9"/>
          <p:cNvSpPr/>
          <p:nvPr/>
        </p:nvSpPr>
        <p:spPr>
          <a:xfrm>
            <a:off x="2667000" y="3154363"/>
            <a:ext cx="274638"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484" name="Google Shape;484;p9"/>
          <p:cNvSpPr/>
          <p:nvPr/>
        </p:nvSpPr>
        <p:spPr>
          <a:xfrm>
            <a:off x="2971800" y="3154363"/>
            <a:ext cx="274638"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485" name="Google Shape;485;p9"/>
          <p:cNvSpPr/>
          <p:nvPr/>
        </p:nvSpPr>
        <p:spPr>
          <a:xfrm>
            <a:off x="3276600" y="3154363"/>
            <a:ext cx="274638"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486" name="Google Shape;486;p9"/>
          <p:cNvSpPr/>
          <p:nvPr/>
        </p:nvSpPr>
        <p:spPr>
          <a:xfrm>
            <a:off x="3581400" y="3154363"/>
            <a:ext cx="274638"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487" name="Google Shape;487;p9"/>
          <p:cNvSpPr/>
          <p:nvPr/>
        </p:nvSpPr>
        <p:spPr>
          <a:xfrm>
            <a:off x="3886200" y="3154363"/>
            <a:ext cx="274638"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488" name="Google Shape;488;p9"/>
          <p:cNvSpPr/>
          <p:nvPr/>
        </p:nvSpPr>
        <p:spPr>
          <a:xfrm>
            <a:off x="4191000" y="3154363"/>
            <a:ext cx="274638"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489" name="Google Shape;489;p9"/>
          <p:cNvSpPr/>
          <p:nvPr/>
        </p:nvSpPr>
        <p:spPr>
          <a:xfrm>
            <a:off x="4495800" y="3154363"/>
            <a:ext cx="274638"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490" name="Google Shape;490;p9"/>
          <p:cNvSpPr/>
          <p:nvPr/>
        </p:nvSpPr>
        <p:spPr>
          <a:xfrm>
            <a:off x="4800600" y="3154363"/>
            <a:ext cx="274638"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491" name="Google Shape;491;p9"/>
          <p:cNvSpPr/>
          <p:nvPr/>
        </p:nvSpPr>
        <p:spPr>
          <a:xfrm>
            <a:off x="5105400" y="3154363"/>
            <a:ext cx="274638" cy="274637"/>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492" name="Google Shape;492;p9"/>
          <p:cNvSpPr/>
          <p:nvPr/>
        </p:nvSpPr>
        <p:spPr>
          <a:xfrm>
            <a:off x="5410200" y="3154363"/>
            <a:ext cx="274638"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493" name="Google Shape;493;p9"/>
          <p:cNvSpPr/>
          <p:nvPr/>
        </p:nvSpPr>
        <p:spPr>
          <a:xfrm>
            <a:off x="5715000" y="3154363"/>
            <a:ext cx="274638"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494" name="Google Shape;494;p9"/>
          <p:cNvSpPr/>
          <p:nvPr/>
        </p:nvSpPr>
        <p:spPr>
          <a:xfrm>
            <a:off x="6019800" y="3154363"/>
            <a:ext cx="274638"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495" name="Google Shape;495;p9"/>
          <p:cNvSpPr/>
          <p:nvPr/>
        </p:nvSpPr>
        <p:spPr>
          <a:xfrm>
            <a:off x="2392363" y="3459163"/>
            <a:ext cx="274637" cy="274637"/>
          </a:xfrm>
          <a:prstGeom prst="ellipse">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6</a:t>
            </a:r>
            <a:endParaRPr/>
          </a:p>
        </p:txBody>
      </p:sp>
      <p:sp>
        <p:nvSpPr>
          <p:cNvPr id="496" name="Google Shape;496;p9"/>
          <p:cNvSpPr/>
          <p:nvPr/>
        </p:nvSpPr>
        <p:spPr>
          <a:xfrm>
            <a:off x="2697163" y="3459163"/>
            <a:ext cx="274637"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497" name="Google Shape;497;p9"/>
          <p:cNvSpPr/>
          <p:nvPr/>
        </p:nvSpPr>
        <p:spPr>
          <a:xfrm>
            <a:off x="3001963" y="3459163"/>
            <a:ext cx="274637"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498" name="Google Shape;498;p9"/>
          <p:cNvSpPr/>
          <p:nvPr/>
        </p:nvSpPr>
        <p:spPr>
          <a:xfrm>
            <a:off x="3306763" y="3459163"/>
            <a:ext cx="274637"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499" name="Google Shape;499;p9"/>
          <p:cNvSpPr/>
          <p:nvPr/>
        </p:nvSpPr>
        <p:spPr>
          <a:xfrm>
            <a:off x="3611563" y="3459163"/>
            <a:ext cx="274637" cy="274637"/>
          </a:xfrm>
          <a:prstGeom prst="ellipse">
            <a:avLst/>
          </a:prstGeom>
          <a:solidFill>
            <a:schemeClr val="accen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500" name="Google Shape;500;p9"/>
          <p:cNvSpPr/>
          <p:nvPr/>
        </p:nvSpPr>
        <p:spPr>
          <a:xfrm>
            <a:off x="3916363" y="3459163"/>
            <a:ext cx="274637"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501" name="Google Shape;501;p9"/>
          <p:cNvSpPr/>
          <p:nvPr/>
        </p:nvSpPr>
        <p:spPr>
          <a:xfrm>
            <a:off x="4221163" y="3459163"/>
            <a:ext cx="274637"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502" name="Google Shape;502;p9"/>
          <p:cNvSpPr/>
          <p:nvPr/>
        </p:nvSpPr>
        <p:spPr>
          <a:xfrm>
            <a:off x="4525963" y="3459163"/>
            <a:ext cx="274637"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503" name="Google Shape;503;p9"/>
          <p:cNvSpPr/>
          <p:nvPr/>
        </p:nvSpPr>
        <p:spPr>
          <a:xfrm>
            <a:off x="4830763" y="3459163"/>
            <a:ext cx="274637"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504" name="Google Shape;504;p9"/>
          <p:cNvSpPr/>
          <p:nvPr/>
        </p:nvSpPr>
        <p:spPr>
          <a:xfrm>
            <a:off x="5135563" y="3459163"/>
            <a:ext cx="274637"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505" name="Google Shape;505;p9"/>
          <p:cNvSpPr/>
          <p:nvPr/>
        </p:nvSpPr>
        <p:spPr>
          <a:xfrm>
            <a:off x="5440363" y="3459163"/>
            <a:ext cx="274637"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506" name="Google Shape;506;p9"/>
          <p:cNvSpPr/>
          <p:nvPr/>
        </p:nvSpPr>
        <p:spPr>
          <a:xfrm>
            <a:off x="5745163" y="3459163"/>
            <a:ext cx="274637"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507" name="Google Shape;507;p9"/>
          <p:cNvSpPr/>
          <p:nvPr/>
        </p:nvSpPr>
        <p:spPr>
          <a:xfrm>
            <a:off x="6049963" y="3459163"/>
            <a:ext cx="274637"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508" name="Google Shape;508;p9"/>
          <p:cNvSpPr/>
          <p:nvPr/>
        </p:nvSpPr>
        <p:spPr>
          <a:xfrm>
            <a:off x="2392363" y="3763963"/>
            <a:ext cx="274637" cy="274637"/>
          </a:xfrm>
          <a:prstGeom prst="ellipse">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5</a:t>
            </a:r>
            <a:endParaRPr/>
          </a:p>
        </p:txBody>
      </p:sp>
      <p:sp>
        <p:nvSpPr>
          <p:cNvPr id="509" name="Google Shape;509;p9"/>
          <p:cNvSpPr/>
          <p:nvPr/>
        </p:nvSpPr>
        <p:spPr>
          <a:xfrm>
            <a:off x="2697163" y="3763963"/>
            <a:ext cx="274637"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510" name="Google Shape;510;p9"/>
          <p:cNvSpPr/>
          <p:nvPr/>
        </p:nvSpPr>
        <p:spPr>
          <a:xfrm>
            <a:off x="3001963" y="3763963"/>
            <a:ext cx="274637"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511" name="Google Shape;511;p9"/>
          <p:cNvSpPr/>
          <p:nvPr/>
        </p:nvSpPr>
        <p:spPr>
          <a:xfrm>
            <a:off x="3306763" y="3763963"/>
            <a:ext cx="274637" cy="274637"/>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512" name="Google Shape;512;p9"/>
          <p:cNvSpPr/>
          <p:nvPr/>
        </p:nvSpPr>
        <p:spPr>
          <a:xfrm>
            <a:off x="3611563" y="3763963"/>
            <a:ext cx="274637"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513" name="Google Shape;513;p9"/>
          <p:cNvSpPr/>
          <p:nvPr/>
        </p:nvSpPr>
        <p:spPr>
          <a:xfrm>
            <a:off x="3916363" y="3763963"/>
            <a:ext cx="274637"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514" name="Google Shape;514;p9"/>
          <p:cNvSpPr/>
          <p:nvPr/>
        </p:nvSpPr>
        <p:spPr>
          <a:xfrm>
            <a:off x="4221163" y="3763963"/>
            <a:ext cx="274637"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515" name="Google Shape;515;p9"/>
          <p:cNvSpPr/>
          <p:nvPr/>
        </p:nvSpPr>
        <p:spPr>
          <a:xfrm>
            <a:off x="4525963" y="3763963"/>
            <a:ext cx="274637"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516" name="Google Shape;516;p9"/>
          <p:cNvSpPr/>
          <p:nvPr/>
        </p:nvSpPr>
        <p:spPr>
          <a:xfrm>
            <a:off x="4830763" y="3763963"/>
            <a:ext cx="274637"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517" name="Google Shape;517;p9"/>
          <p:cNvSpPr/>
          <p:nvPr/>
        </p:nvSpPr>
        <p:spPr>
          <a:xfrm>
            <a:off x="5135563" y="3763963"/>
            <a:ext cx="274637"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518" name="Google Shape;518;p9"/>
          <p:cNvSpPr/>
          <p:nvPr/>
        </p:nvSpPr>
        <p:spPr>
          <a:xfrm>
            <a:off x="5440363" y="3763963"/>
            <a:ext cx="274637"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519" name="Google Shape;519;p9"/>
          <p:cNvSpPr/>
          <p:nvPr/>
        </p:nvSpPr>
        <p:spPr>
          <a:xfrm>
            <a:off x="5745163" y="3763963"/>
            <a:ext cx="274637"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520" name="Google Shape;520;p9"/>
          <p:cNvSpPr/>
          <p:nvPr/>
        </p:nvSpPr>
        <p:spPr>
          <a:xfrm>
            <a:off x="6049963" y="3763963"/>
            <a:ext cx="274637"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521" name="Google Shape;521;p9"/>
          <p:cNvSpPr/>
          <p:nvPr/>
        </p:nvSpPr>
        <p:spPr>
          <a:xfrm>
            <a:off x="2392363" y="4068763"/>
            <a:ext cx="274637" cy="274637"/>
          </a:xfrm>
          <a:prstGeom prst="ellipse">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4</a:t>
            </a:r>
            <a:endParaRPr/>
          </a:p>
        </p:txBody>
      </p:sp>
      <p:sp>
        <p:nvSpPr>
          <p:cNvPr id="522" name="Google Shape;522;p9"/>
          <p:cNvSpPr/>
          <p:nvPr/>
        </p:nvSpPr>
        <p:spPr>
          <a:xfrm>
            <a:off x="2697163" y="4068763"/>
            <a:ext cx="274637"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523" name="Google Shape;523;p9"/>
          <p:cNvSpPr/>
          <p:nvPr/>
        </p:nvSpPr>
        <p:spPr>
          <a:xfrm>
            <a:off x="3001963" y="4068763"/>
            <a:ext cx="274637"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524" name="Google Shape;524;p9"/>
          <p:cNvSpPr/>
          <p:nvPr/>
        </p:nvSpPr>
        <p:spPr>
          <a:xfrm>
            <a:off x="3306763" y="4068763"/>
            <a:ext cx="274637"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525" name="Google Shape;525;p9"/>
          <p:cNvSpPr/>
          <p:nvPr/>
        </p:nvSpPr>
        <p:spPr>
          <a:xfrm>
            <a:off x="3611563" y="4068763"/>
            <a:ext cx="274637"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526" name="Google Shape;526;p9"/>
          <p:cNvSpPr/>
          <p:nvPr/>
        </p:nvSpPr>
        <p:spPr>
          <a:xfrm>
            <a:off x="3916363" y="4068763"/>
            <a:ext cx="274637"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527" name="Google Shape;527;p9"/>
          <p:cNvSpPr/>
          <p:nvPr/>
        </p:nvSpPr>
        <p:spPr>
          <a:xfrm>
            <a:off x="4221163" y="4068763"/>
            <a:ext cx="274637" cy="274637"/>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528" name="Google Shape;528;p9"/>
          <p:cNvSpPr/>
          <p:nvPr/>
        </p:nvSpPr>
        <p:spPr>
          <a:xfrm>
            <a:off x="4525963" y="4068763"/>
            <a:ext cx="274637"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529" name="Google Shape;529;p9"/>
          <p:cNvSpPr/>
          <p:nvPr/>
        </p:nvSpPr>
        <p:spPr>
          <a:xfrm>
            <a:off x="4830763" y="4068763"/>
            <a:ext cx="274637"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530" name="Google Shape;530;p9"/>
          <p:cNvSpPr/>
          <p:nvPr/>
        </p:nvSpPr>
        <p:spPr>
          <a:xfrm>
            <a:off x="5135563" y="4068763"/>
            <a:ext cx="274637"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531" name="Google Shape;531;p9"/>
          <p:cNvSpPr/>
          <p:nvPr/>
        </p:nvSpPr>
        <p:spPr>
          <a:xfrm>
            <a:off x="5440363" y="4068763"/>
            <a:ext cx="274637"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532" name="Google Shape;532;p9"/>
          <p:cNvSpPr/>
          <p:nvPr/>
        </p:nvSpPr>
        <p:spPr>
          <a:xfrm>
            <a:off x="5745163" y="4068763"/>
            <a:ext cx="274637" cy="274637"/>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533" name="Google Shape;533;p9"/>
          <p:cNvSpPr/>
          <p:nvPr/>
        </p:nvSpPr>
        <p:spPr>
          <a:xfrm>
            <a:off x="6049963" y="4068763"/>
            <a:ext cx="274637"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534" name="Google Shape;534;p9"/>
          <p:cNvSpPr/>
          <p:nvPr/>
        </p:nvSpPr>
        <p:spPr>
          <a:xfrm>
            <a:off x="2392363" y="4373563"/>
            <a:ext cx="274637" cy="274637"/>
          </a:xfrm>
          <a:prstGeom prst="ellipse">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3</a:t>
            </a:r>
            <a:endParaRPr/>
          </a:p>
        </p:txBody>
      </p:sp>
      <p:sp>
        <p:nvSpPr>
          <p:cNvPr id="535" name="Google Shape;535;p9"/>
          <p:cNvSpPr/>
          <p:nvPr/>
        </p:nvSpPr>
        <p:spPr>
          <a:xfrm>
            <a:off x="2697163" y="4373563"/>
            <a:ext cx="274637"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536" name="Google Shape;536;p9"/>
          <p:cNvSpPr/>
          <p:nvPr/>
        </p:nvSpPr>
        <p:spPr>
          <a:xfrm>
            <a:off x="3001963" y="4373563"/>
            <a:ext cx="274637"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537" name="Google Shape;537;p9"/>
          <p:cNvSpPr/>
          <p:nvPr/>
        </p:nvSpPr>
        <p:spPr>
          <a:xfrm>
            <a:off x="3306763" y="4373563"/>
            <a:ext cx="274637"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538" name="Google Shape;538;p9"/>
          <p:cNvSpPr/>
          <p:nvPr/>
        </p:nvSpPr>
        <p:spPr>
          <a:xfrm>
            <a:off x="3611563" y="4373563"/>
            <a:ext cx="274637"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539" name="Google Shape;539;p9"/>
          <p:cNvSpPr/>
          <p:nvPr/>
        </p:nvSpPr>
        <p:spPr>
          <a:xfrm>
            <a:off x="3916363" y="4373563"/>
            <a:ext cx="274637"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540" name="Google Shape;540;p9"/>
          <p:cNvSpPr/>
          <p:nvPr/>
        </p:nvSpPr>
        <p:spPr>
          <a:xfrm>
            <a:off x="4221163" y="4373563"/>
            <a:ext cx="274637"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541" name="Google Shape;541;p9"/>
          <p:cNvSpPr/>
          <p:nvPr/>
        </p:nvSpPr>
        <p:spPr>
          <a:xfrm>
            <a:off x="4525963" y="4373563"/>
            <a:ext cx="274637"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542" name="Google Shape;542;p9"/>
          <p:cNvSpPr/>
          <p:nvPr/>
        </p:nvSpPr>
        <p:spPr>
          <a:xfrm>
            <a:off x="4830763" y="4373563"/>
            <a:ext cx="274637" cy="274637"/>
          </a:xfrm>
          <a:prstGeom prst="ellipse">
            <a:avLst/>
          </a:prstGeom>
          <a:solidFill>
            <a:srgbClr val="FF00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543" name="Google Shape;543;p9"/>
          <p:cNvSpPr/>
          <p:nvPr/>
        </p:nvSpPr>
        <p:spPr>
          <a:xfrm>
            <a:off x="5135563" y="4373563"/>
            <a:ext cx="274637"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544" name="Google Shape;544;p9"/>
          <p:cNvSpPr/>
          <p:nvPr/>
        </p:nvSpPr>
        <p:spPr>
          <a:xfrm>
            <a:off x="5440363" y="4373563"/>
            <a:ext cx="274637"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545" name="Google Shape;545;p9"/>
          <p:cNvSpPr/>
          <p:nvPr/>
        </p:nvSpPr>
        <p:spPr>
          <a:xfrm>
            <a:off x="5745163" y="4373563"/>
            <a:ext cx="274637"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546" name="Google Shape;546;p9"/>
          <p:cNvSpPr/>
          <p:nvPr/>
        </p:nvSpPr>
        <p:spPr>
          <a:xfrm>
            <a:off x="6049963" y="4373563"/>
            <a:ext cx="274637"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547" name="Google Shape;547;p9"/>
          <p:cNvSpPr/>
          <p:nvPr/>
        </p:nvSpPr>
        <p:spPr>
          <a:xfrm>
            <a:off x="2392363" y="4678363"/>
            <a:ext cx="274637" cy="274637"/>
          </a:xfrm>
          <a:prstGeom prst="ellipse">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2</a:t>
            </a:r>
            <a:endParaRPr/>
          </a:p>
        </p:txBody>
      </p:sp>
      <p:sp>
        <p:nvSpPr>
          <p:cNvPr id="548" name="Google Shape;548;p9"/>
          <p:cNvSpPr/>
          <p:nvPr/>
        </p:nvSpPr>
        <p:spPr>
          <a:xfrm>
            <a:off x="2697163" y="4678363"/>
            <a:ext cx="274637"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549" name="Google Shape;549;p9"/>
          <p:cNvSpPr/>
          <p:nvPr/>
        </p:nvSpPr>
        <p:spPr>
          <a:xfrm>
            <a:off x="3001963" y="4678363"/>
            <a:ext cx="274637"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550" name="Google Shape;550;p9"/>
          <p:cNvSpPr/>
          <p:nvPr/>
        </p:nvSpPr>
        <p:spPr>
          <a:xfrm>
            <a:off x="3306763" y="4678363"/>
            <a:ext cx="274637"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551" name="Google Shape;551;p9"/>
          <p:cNvSpPr/>
          <p:nvPr/>
        </p:nvSpPr>
        <p:spPr>
          <a:xfrm>
            <a:off x="3611563" y="4678363"/>
            <a:ext cx="274637"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552" name="Google Shape;552;p9"/>
          <p:cNvSpPr/>
          <p:nvPr/>
        </p:nvSpPr>
        <p:spPr>
          <a:xfrm>
            <a:off x="3916363" y="4678363"/>
            <a:ext cx="274637"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553" name="Google Shape;553;p9"/>
          <p:cNvSpPr/>
          <p:nvPr/>
        </p:nvSpPr>
        <p:spPr>
          <a:xfrm>
            <a:off x="4221163" y="4678363"/>
            <a:ext cx="274637"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554" name="Google Shape;554;p9"/>
          <p:cNvSpPr/>
          <p:nvPr/>
        </p:nvSpPr>
        <p:spPr>
          <a:xfrm>
            <a:off x="4525963" y="4678363"/>
            <a:ext cx="274637"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555" name="Google Shape;555;p9"/>
          <p:cNvSpPr/>
          <p:nvPr/>
        </p:nvSpPr>
        <p:spPr>
          <a:xfrm>
            <a:off x="4830763" y="4678363"/>
            <a:ext cx="274637"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556" name="Google Shape;556;p9"/>
          <p:cNvSpPr/>
          <p:nvPr/>
        </p:nvSpPr>
        <p:spPr>
          <a:xfrm>
            <a:off x="5135563" y="4678363"/>
            <a:ext cx="274637"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557" name="Google Shape;557;p9"/>
          <p:cNvSpPr/>
          <p:nvPr/>
        </p:nvSpPr>
        <p:spPr>
          <a:xfrm>
            <a:off x="5440363" y="4678363"/>
            <a:ext cx="274637"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558" name="Google Shape;558;p9"/>
          <p:cNvSpPr/>
          <p:nvPr/>
        </p:nvSpPr>
        <p:spPr>
          <a:xfrm>
            <a:off x="5745163" y="4678363"/>
            <a:ext cx="274637" cy="274637"/>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559" name="Google Shape;559;p9"/>
          <p:cNvSpPr/>
          <p:nvPr/>
        </p:nvSpPr>
        <p:spPr>
          <a:xfrm>
            <a:off x="6049963" y="4678363"/>
            <a:ext cx="274637"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560" name="Google Shape;560;p9"/>
          <p:cNvSpPr/>
          <p:nvPr/>
        </p:nvSpPr>
        <p:spPr>
          <a:xfrm>
            <a:off x="2392363" y="4983163"/>
            <a:ext cx="274637" cy="274637"/>
          </a:xfrm>
          <a:prstGeom prst="ellipse">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1</a:t>
            </a:r>
            <a:endParaRPr/>
          </a:p>
        </p:txBody>
      </p:sp>
      <p:sp>
        <p:nvSpPr>
          <p:cNvPr id="561" name="Google Shape;561;p9"/>
          <p:cNvSpPr/>
          <p:nvPr/>
        </p:nvSpPr>
        <p:spPr>
          <a:xfrm>
            <a:off x="2697163" y="4983163"/>
            <a:ext cx="274637"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562" name="Google Shape;562;p9"/>
          <p:cNvSpPr/>
          <p:nvPr/>
        </p:nvSpPr>
        <p:spPr>
          <a:xfrm>
            <a:off x="3001963" y="4983163"/>
            <a:ext cx="274637" cy="274637"/>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563" name="Google Shape;563;p9"/>
          <p:cNvSpPr/>
          <p:nvPr/>
        </p:nvSpPr>
        <p:spPr>
          <a:xfrm>
            <a:off x="3306763" y="4983163"/>
            <a:ext cx="274637"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564" name="Google Shape;564;p9"/>
          <p:cNvSpPr/>
          <p:nvPr/>
        </p:nvSpPr>
        <p:spPr>
          <a:xfrm>
            <a:off x="3611563" y="4983163"/>
            <a:ext cx="274637"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565" name="Google Shape;565;p9"/>
          <p:cNvSpPr/>
          <p:nvPr/>
        </p:nvSpPr>
        <p:spPr>
          <a:xfrm>
            <a:off x="3916363" y="4983163"/>
            <a:ext cx="274637"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566" name="Google Shape;566;p9"/>
          <p:cNvSpPr/>
          <p:nvPr/>
        </p:nvSpPr>
        <p:spPr>
          <a:xfrm>
            <a:off x="4221163" y="4983163"/>
            <a:ext cx="274637"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567" name="Google Shape;567;p9"/>
          <p:cNvSpPr/>
          <p:nvPr/>
        </p:nvSpPr>
        <p:spPr>
          <a:xfrm>
            <a:off x="4525963" y="4983163"/>
            <a:ext cx="274637"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568" name="Google Shape;568;p9"/>
          <p:cNvSpPr/>
          <p:nvPr/>
        </p:nvSpPr>
        <p:spPr>
          <a:xfrm>
            <a:off x="4830763" y="4983163"/>
            <a:ext cx="274637"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569" name="Google Shape;569;p9"/>
          <p:cNvSpPr/>
          <p:nvPr/>
        </p:nvSpPr>
        <p:spPr>
          <a:xfrm>
            <a:off x="5135563" y="4983163"/>
            <a:ext cx="274637"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570" name="Google Shape;570;p9"/>
          <p:cNvSpPr/>
          <p:nvPr/>
        </p:nvSpPr>
        <p:spPr>
          <a:xfrm>
            <a:off x="5440363" y="4983163"/>
            <a:ext cx="274637"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571" name="Google Shape;571;p9"/>
          <p:cNvSpPr/>
          <p:nvPr/>
        </p:nvSpPr>
        <p:spPr>
          <a:xfrm>
            <a:off x="5745163" y="4983163"/>
            <a:ext cx="274637"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572" name="Google Shape;572;p9"/>
          <p:cNvSpPr/>
          <p:nvPr/>
        </p:nvSpPr>
        <p:spPr>
          <a:xfrm>
            <a:off x="6049963" y="4983163"/>
            <a:ext cx="274637"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573" name="Google Shape;573;p9"/>
          <p:cNvSpPr/>
          <p:nvPr/>
        </p:nvSpPr>
        <p:spPr>
          <a:xfrm>
            <a:off x="2392363" y="5287963"/>
            <a:ext cx="274637" cy="274637"/>
          </a:xfrm>
          <a:prstGeom prst="ellipse">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0</a:t>
            </a:r>
            <a:endParaRPr/>
          </a:p>
        </p:txBody>
      </p:sp>
      <p:sp>
        <p:nvSpPr>
          <p:cNvPr id="574" name="Google Shape;574;p9"/>
          <p:cNvSpPr/>
          <p:nvPr/>
        </p:nvSpPr>
        <p:spPr>
          <a:xfrm>
            <a:off x="2697163" y="5287963"/>
            <a:ext cx="274637"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575" name="Google Shape;575;p9"/>
          <p:cNvSpPr/>
          <p:nvPr/>
        </p:nvSpPr>
        <p:spPr>
          <a:xfrm>
            <a:off x="3001963" y="5287963"/>
            <a:ext cx="274637"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576" name="Google Shape;576;p9"/>
          <p:cNvSpPr/>
          <p:nvPr/>
        </p:nvSpPr>
        <p:spPr>
          <a:xfrm>
            <a:off x="3306763" y="5287963"/>
            <a:ext cx="274637"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577" name="Google Shape;577;p9"/>
          <p:cNvSpPr/>
          <p:nvPr/>
        </p:nvSpPr>
        <p:spPr>
          <a:xfrm>
            <a:off x="3611563" y="5287963"/>
            <a:ext cx="274637"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578" name="Google Shape;578;p9"/>
          <p:cNvSpPr/>
          <p:nvPr/>
        </p:nvSpPr>
        <p:spPr>
          <a:xfrm>
            <a:off x="3916363" y="5287963"/>
            <a:ext cx="274637"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579" name="Google Shape;579;p9"/>
          <p:cNvSpPr/>
          <p:nvPr/>
        </p:nvSpPr>
        <p:spPr>
          <a:xfrm>
            <a:off x="4221163" y="5287963"/>
            <a:ext cx="274637"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580" name="Google Shape;580;p9"/>
          <p:cNvSpPr/>
          <p:nvPr/>
        </p:nvSpPr>
        <p:spPr>
          <a:xfrm>
            <a:off x="4525963" y="5287963"/>
            <a:ext cx="274637"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581" name="Google Shape;581;p9"/>
          <p:cNvSpPr/>
          <p:nvPr/>
        </p:nvSpPr>
        <p:spPr>
          <a:xfrm>
            <a:off x="4830763" y="5287963"/>
            <a:ext cx="274637"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582" name="Google Shape;582;p9"/>
          <p:cNvSpPr/>
          <p:nvPr/>
        </p:nvSpPr>
        <p:spPr>
          <a:xfrm>
            <a:off x="5135563" y="5287963"/>
            <a:ext cx="274637"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583" name="Google Shape;583;p9"/>
          <p:cNvSpPr/>
          <p:nvPr/>
        </p:nvSpPr>
        <p:spPr>
          <a:xfrm>
            <a:off x="5440363" y="5287963"/>
            <a:ext cx="274637"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584" name="Google Shape;584;p9"/>
          <p:cNvSpPr/>
          <p:nvPr/>
        </p:nvSpPr>
        <p:spPr>
          <a:xfrm>
            <a:off x="5745163" y="5287963"/>
            <a:ext cx="274637"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585" name="Google Shape;585;p9"/>
          <p:cNvSpPr/>
          <p:nvPr/>
        </p:nvSpPr>
        <p:spPr>
          <a:xfrm>
            <a:off x="6049963" y="5287963"/>
            <a:ext cx="274637" cy="274637"/>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586" name="Google Shape;586;p9"/>
          <p:cNvSpPr/>
          <p:nvPr/>
        </p:nvSpPr>
        <p:spPr>
          <a:xfrm>
            <a:off x="2392363" y="5592763"/>
            <a:ext cx="274637" cy="274637"/>
          </a:xfrm>
          <a:prstGeom prst="ellipse">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587" name="Google Shape;587;p9"/>
          <p:cNvSpPr/>
          <p:nvPr/>
        </p:nvSpPr>
        <p:spPr>
          <a:xfrm>
            <a:off x="2697163" y="5592763"/>
            <a:ext cx="274637" cy="274637"/>
          </a:xfrm>
          <a:prstGeom prst="ellipse">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0</a:t>
            </a:r>
            <a:endParaRPr/>
          </a:p>
        </p:txBody>
      </p:sp>
      <p:sp>
        <p:nvSpPr>
          <p:cNvPr id="588" name="Google Shape;588;p9"/>
          <p:cNvSpPr/>
          <p:nvPr/>
        </p:nvSpPr>
        <p:spPr>
          <a:xfrm>
            <a:off x="3001963" y="5592763"/>
            <a:ext cx="274637" cy="274637"/>
          </a:xfrm>
          <a:prstGeom prst="ellipse">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1</a:t>
            </a:r>
            <a:endParaRPr/>
          </a:p>
        </p:txBody>
      </p:sp>
      <p:sp>
        <p:nvSpPr>
          <p:cNvPr id="589" name="Google Shape;589;p9"/>
          <p:cNvSpPr/>
          <p:nvPr/>
        </p:nvSpPr>
        <p:spPr>
          <a:xfrm>
            <a:off x="3306763" y="5592763"/>
            <a:ext cx="274637" cy="274637"/>
          </a:xfrm>
          <a:prstGeom prst="ellipse">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2</a:t>
            </a:r>
            <a:endParaRPr/>
          </a:p>
        </p:txBody>
      </p:sp>
      <p:sp>
        <p:nvSpPr>
          <p:cNvPr id="590" name="Google Shape;590;p9"/>
          <p:cNvSpPr/>
          <p:nvPr/>
        </p:nvSpPr>
        <p:spPr>
          <a:xfrm>
            <a:off x="3611563" y="5592763"/>
            <a:ext cx="274637" cy="274637"/>
          </a:xfrm>
          <a:prstGeom prst="ellipse">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3</a:t>
            </a:r>
            <a:endParaRPr/>
          </a:p>
        </p:txBody>
      </p:sp>
      <p:sp>
        <p:nvSpPr>
          <p:cNvPr id="591" name="Google Shape;591;p9"/>
          <p:cNvSpPr/>
          <p:nvPr/>
        </p:nvSpPr>
        <p:spPr>
          <a:xfrm>
            <a:off x="3916363" y="5592763"/>
            <a:ext cx="274637" cy="274637"/>
          </a:xfrm>
          <a:prstGeom prst="ellipse">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4</a:t>
            </a:r>
            <a:endParaRPr/>
          </a:p>
        </p:txBody>
      </p:sp>
      <p:sp>
        <p:nvSpPr>
          <p:cNvPr id="592" name="Google Shape;592;p9"/>
          <p:cNvSpPr/>
          <p:nvPr/>
        </p:nvSpPr>
        <p:spPr>
          <a:xfrm>
            <a:off x="4221163" y="5592763"/>
            <a:ext cx="274637" cy="274637"/>
          </a:xfrm>
          <a:prstGeom prst="ellipse">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5</a:t>
            </a:r>
            <a:endParaRPr/>
          </a:p>
        </p:txBody>
      </p:sp>
      <p:sp>
        <p:nvSpPr>
          <p:cNvPr id="593" name="Google Shape;593;p9"/>
          <p:cNvSpPr/>
          <p:nvPr/>
        </p:nvSpPr>
        <p:spPr>
          <a:xfrm>
            <a:off x="4525963" y="5592763"/>
            <a:ext cx="274637" cy="274637"/>
          </a:xfrm>
          <a:prstGeom prst="ellipse">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6</a:t>
            </a:r>
            <a:endParaRPr/>
          </a:p>
        </p:txBody>
      </p:sp>
      <p:sp>
        <p:nvSpPr>
          <p:cNvPr id="594" name="Google Shape;594;p9"/>
          <p:cNvSpPr/>
          <p:nvPr/>
        </p:nvSpPr>
        <p:spPr>
          <a:xfrm>
            <a:off x="4830763" y="5592763"/>
            <a:ext cx="274637" cy="274637"/>
          </a:xfrm>
          <a:prstGeom prst="ellipse">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7</a:t>
            </a:r>
            <a:endParaRPr/>
          </a:p>
        </p:txBody>
      </p:sp>
      <p:sp>
        <p:nvSpPr>
          <p:cNvPr id="595" name="Google Shape;595;p9"/>
          <p:cNvSpPr/>
          <p:nvPr/>
        </p:nvSpPr>
        <p:spPr>
          <a:xfrm>
            <a:off x="5135563" y="5592763"/>
            <a:ext cx="274637" cy="274637"/>
          </a:xfrm>
          <a:prstGeom prst="ellipse">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8</a:t>
            </a:r>
            <a:endParaRPr/>
          </a:p>
        </p:txBody>
      </p:sp>
      <p:sp>
        <p:nvSpPr>
          <p:cNvPr id="596" name="Google Shape;596;p9"/>
          <p:cNvSpPr/>
          <p:nvPr/>
        </p:nvSpPr>
        <p:spPr>
          <a:xfrm>
            <a:off x="5440363" y="5592763"/>
            <a:ext cx="274637" cy="274637"/>
          </a:xfrm>
          <a:prstGeom prst="ellipse">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9</a:t>
            </a:r>
            <a:endParaRPr/>
          </a:p>
        </p:txBody>
      </p:sp>
      <p:sp>
        <p:nvSpPr>
          <p:cNvPr id="597" name="Google Shape;597;p9"/>
          <p:cNvSpPr/>
          <p:nvPr/>
        </p:nvSpPr>
        <p:spPr>
          <a:xfrm>
            <a:off x="5745163" y="5592763"/>
            <a:ext cx="274637" cy="274637"/>
          </a:xfrm>
          <a:prstGeom prst="ellipse">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10</a:t>
            </a:r>
            <a:endParaRPr/>
          </a:p>
        </p:txBody>
      </p:sp>
      <p:sp>
        <p:nvSpPr>
          <p:cNvPr id="598" name="Google Shape;598;p9"/>
          <p:cNvSpPr/>
          <p:nvPr/>
        </p:nvSpPr>
        <p:spPr>
          <a:xfrm>
            <a:off x="6049963" y="5592763"/>
            <a:ext cx="274637" cy="274637"/>
          </a:xfrm>
          <a:prstGeom prst="ellipse">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11</a:t>
            </a:r>
            <a:endParaRPr/>
          </a:p>
        </p:txBody>
      </p:sp>
      <p:cxnSp>
        <p:nvCxnSpPr>
          <p:cNvPr id="599" name="Google Shape;599;p9"/>
          <p:cNvCxnSpPr/>
          <p:nvPr/>
        </p:nvCxnSpPr>
        <p:spPr>
          <a:xfrm flipH="1" rot="10800000">
            <a:off x="3124200" y="3886200"/>
            <a:ext cx="304800" cy="1216025"/>
          </a:xfrm>
          <a:prstGeom prst="straightConnector1">
            <a:avLst/>
          </a:prstGeom>
          <a:noFill/>
          <a:ln cap="flat" cmpd="sng" w="22225">
            <a:solidFill>
              <a:schemeClr val="dk1"/>
            </a:solidFill>
            <a:prstDash val="solid"/>
            <a:round/>
            <a:headEnd len="med" w="med" type="none"/>
            <a:tailEnd len="med" w="med" type="none"/>
          </a:ln>
        </p:spPr>
      </p:cxnSp>
      <p:cxnSp>
        <p:nvCxnSpPr>
          <p:cNvPr id="600" name="Google Shape;600;p9"/>
          <p:cNvCxnSpPr/>
          <p:nvPr/>
        </p:nvCxnSpPr>
        <p:spPr>
          <a:xfrm>
            <a:off x="3429000" y="3886200"/>
            <a:ext cx="914400" cy="304800"/>
          </a:xfrm>
          <a:prstGeom prst="straightConnector1">
            <a:avLst/>
          </a:prstGeom>
          <a:noFill/>
          <a:ln cap="flat" cmpd="sng" w="22225">
            <a:solidFill>
              <a:schemeClr val="dk1"/>
            </a:solidFill>
            <a:prstDash val="solid"/>
            <a:round/>
            <a:headEnd len="med" w="med" type="none"/>
            <a:tailEnd len="med" w="med" type="none"/>
          </a:ln>
        </p:spPr>
      </p:cxnSp>
      <p:cxnSp>
        <p:nvCxnSpPr>
          <p:cNvPr id="601" name="Google Shape;601;p9"/>
          <p:cNvCxnSpPr/>
          <p:nvPr/>
        </p:nvCxnSpPr>
        <p:spPr>
          <a:xfrm flipH="1" rot="10800000">
            <a:off x="4343400" y="3276600"/>
            <a:ext cx="914400" cy="914400"/>
          </a:xfrm>
          <a:prstGeom prst="straightConnector1">
            <a:avLst/>
          </a:prstGeom>
          <a:noFill/>
          <a:ln cap="flat" cmpd="sng" w="22225">
            <a:solidFill>
              <a:schemeClr val="dk1"/>
            </a:solidFill>
            <a:prstDash val="solid"/>
            <a:round/>
            <a:headEnd len="med" w="med" type="none"/>
            <a:tailEnd len="med" w="med" type="none"/>
          </a:ln>
        </p:spPr>
      </p:cxnSp>
      <p:cxnSp>
        <p:nvCxnSpPr>
          <p:cNvPr id="602" name="Google Shape;602;p9"/>
          <p:cNvCxnSpPr/>
          <p:nvPr/>
        </p:nvCxnSpPr>
        <p:spPr>
          <a:xfrm>
            <a:off x="5257800" y="3276600"/>
            <a:ext cx="685800" cy="990600"/>
          </a:xfrm>
          <a:prstGeom prst="straightConnector1">
            <a:avLst/>
          </a:prstGeom>
          <a:noFill/>
          <a:ln cap="flat" cmpd="sng" w="22225">
            <a:solidFill>
              <a:schemeClr val="dk1"/>
            </a:solidFill>
            <a:prstDash val="solid"/>
            <a:round/>
            <a:headEnd len="med" w="med" type="none"/>
            <a:tailEnd len="med" w="med" type="none"/>
          </a:ln>
        </p:spPr>
      </p:cxnSp>
      <p:cxnSp>
        <p:nvCxnSpPr>
          <p:cNvPr id="603" name="Google Shape;603;p9"/>
          <p:cNvCxnSpPr/>
          <p:nvPr/>
        </p:nvCxnSpPr>
        <p:spPr>
          <a:xfrm>
            <a:off x="5867400" y="4191000"/>
            <a:ext cx="0" cy="609600"/>
          </a:xfrm>
          <a:prstGeom prst="straightConnector1">
            <a:avLst/>
          </a:prstGeom>
          <a:noFill/>
          <a:ln cap="flat" cmpd="sng" w="22225">
            <a:solidFill>
              <a:schemeClr val="dk1"/>
            </a:solidFill>
            <a:prstDash val="solid"/>
            <a:round/>
            <a:headEnd len="med" w="med" type="none"/>
            <a:tailEnd len="med" w="med" type="none"/>
          </a:ln>
        </p:spPr>
      </p:cxnSp>
      <p:cxnSp>
        <p:nvCxnSpPr>
          <p:cNvPr id="604" name="Google Shape;604;p9"/>
          <p:cNvCxnSpPr/>
          <p:nvPr/>
        </p:nvCxnSpPr>
        <p:spPr>
          <a:xfrm flipH="1">
            <a:off x="3124200" y="4800600"/>
            <a:ext cx="2819400" cy="304800"/>
          </a:xfrm>
          <a:prstGeom prst="straightConnector1">
            <a:avLst/>
          </a:prstGeom>
          <a:noFill/>
          <a:ln cap="flat" cmpd="sng" w="22225">
            <a:solidFill>
              <a:schemeClr val="dk1"/>
            </a:solidFill>
            <a:prstDash val="solid"/>
            <a:round/>
            <a:headEnd len="med" w="med" type="none"/>
            <a:tailEnd len="med" w="med" type="none"/>
          </a:ln>
        </p:spPr>
      </p:cxnSp>
      <p:cxnSp>
        <p:nvCxnSpPr>
          <p:cNvPr id="605" name="Google Shape;605;p9"/>
          <p:cNvCxnSpPr/>
          <p:nvPr/>
        </p:nvCxnSpPr>
        <p:spPr>
          <a:xfrm>
            <a:off x="3733800" y="2514600"/>
            <a:ext cx="0" cy="3505200"/>
          </a:xfrm>
          <a:prstGeom prst="straightConnector1">
            <a:avLst/>
          </a:prstGeom>
          <a:noFill/>
          <a:ln cap="flat" cmpd="sng" w="25400">
            <a:solidFill>
              <a:schemeClr val="accent2"/>
            </a:solidFill>
            <a:prstDash val="dot"/>
            <a:round/>
            <a:headEnd len="med" w="med" type="none"/>
            <a:tailEnd len="med" w="med" type="none"/>
          </a:ln>
        </p:spPr>
      </p:cxnSp>
      <p:cxnSp>
        <p:nvCxnSpPr>
          <p:cNvPr id="606" name="Google Shape;606;p9"/>
          <p:cNvCxnSpPr/>
          <p:nvPr/>
        </p:nvCxnSpPr>
        <p:spPr>
          <a:xfrm rot="10800000">
            <a:off x="2247900" y="3581400"/>
            <a:ext cx="4648200" cy="0"/>
          </a:xfrm>
          <a:prstGeom prst="straightConnector1">
            <a:avLst/>
          </a:prstGeom>
          <a:noFill/>
          <a:ln cap="flat" cmpd="sng" w="25400">
            <a:solidFill>
              <a:schemeClr val="accent2"/>
            </a:solidFill>
            <a:prstDash val="dot"/>
            <a:round/>
            <a:headEnd len="med" w="med" type="none"/>
            <a:tailEnd len="med" w="med" type="none"/>
          </a:ln>
        </p:spPr>
      </p:cxnSp>
      <p:cxnSp>
        <p:nvCxnSpPr>
          <p:cNvPr id="607" name="Google Shape;607;p9"/>
          <p:cNvCxnSpPr/>
          <p:nvPr/>
        </p:nvCxnSpPr>
        <p:spPr>
          <a:xfrm>
            <a:off x="4953000" y="2514600"/>
            <a:ext cx="0" cy="3657600"/>
          </a:xfrm>
          <a:prstGeom prst="straightConnector1">
            <a:avLst/>
          </a:prstGeom>
          <a:noFill/>
          <a:ln cap="flat" cmpd="sng" w="25400">
            <a:solidFill>
              <a:srgbClr val="FF0000"/>
            </a:solidFill>
            <a:prstDash val="dot"/>
            <a:round/>
            <a:headEnd len="med" w="med" type="none"/>
            <a:tailEnd len="med" w="med" type="none"/>
          </a:ln>
        </p:spPr>
      </p:cxnSp>
      <p:cxnSp>
        <p:nvCxnSpPr>
          <p:cNvPr id="608" name="Google Shape;608;p9"/>
          <p:cNvCxnSpPr/>
          <p:nvPr/>
        </p:nvCxnSpPr>
        <p:spPr>
          <a:xfrm rot="10800000">
            <a:off x="2019300" y="4495800"/>
            <a:ext cx="5105400" cy="0"/>
          </a:xfrm>
          <a:prstGeom prst="straightConnector1">
            <a:avLst/>
          </a:prstGeom>
          <a:noFill/>
          <a:ln cap="flat" cmpd="sng" w="25400">
            <a:solidFill>
              <a:srgbClr val="FF0000"/>
            </a:solidFill>
            <a:prstDash val="dot"/>
            <a:round/>
            <a:headEnd len="med" w="med" type="none"/>
            <a:tailEnd len="med" w="med" type="none"/>
          </a:ln>
        </p:spPr>
      </p:cxnSp>
      <p:sp>
        <p:nvSpPr>
          <p:cNvPr id="609" name="Google Shape;609;p9"/>
          <p:cNvSpPr txBox="1"/>
          <p:nvPr/>
        </p:nvSpPr>
        <p:spPr>
          <a:xfrm>
            <a:off x="609600" y="2667000"/>
            <a:ext cx="14478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3333CC"/>
                </a:solidFill>
                <a:latin typeface="Arial"/>
                <a:ea typeface="Arial"/>
                <a:cs typeface="Arial"/>
                <a:sym typeface="Arial"/>
              </a:rPr>
              <a:t>Outside</a:t>
            </a:r>
            <a:endParaRPr/>
          </a:p>
        </p:txBody>
      </p:sp>
      <p:sp>
        <p:nvSpPr>
          <p:cNvPr id="610" name="Google Shape;610;p9"/>
          <p:cNvSpPr txBox="1"/>
          <p:nvPr/>
        </p:nvSpPr>
        <p:spPr>
          <a:xfrm>
            <a:off x="6858000" y="5562600"/>
            <a:ext cx="12954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FF0000"/>
                </a:solidFill>
                <a:latin typeface="Arial"/>
                <a:ea typeface="Arial"/>
                <a:cs typeface="Arial"/>
                <a:sym typeface="Arial"/>
              </a:rPr>
              <a:t>Inside</a:t>
            </a:r>
            <a:endParaRPr b="1" sz="2400">
              <a:solidFill>
                <a:srgbClr val="3333CC"/>
              </a:solidFill>
              <a:latin typeface="Arial"/>
              <a:ea typeface="Arial"/>
              <a:cs typeface="Arial"/>
              <a:sym typeface="Arial"/>
            </a:endParaRPr>
          </a:p>
        </p:txBody>
      </p:sp>
      <p:cxnSp>
        <p:nvCxnSpPr>
          <p:cNvPr id="611" name="Google Shape;611;p9"/>
          <p:cNvCxnSpPr/>
          <p:nvPr/>
        </p:nvCxnSpPr>
        <p:spPr>
          <a:xfrm>
            <a:off x="1905000" y="2895600"/>
            <a:ext cx="1828800" cy="685800"/>
          </a:xfrm>
          <a:prstGeom prst="straightConnector1">
            <a:avLst/>
          </a:prstGeom>
          <a:noFill/>
          <a:ln cap="flat" cmpd="sng" w="22225">
            <a:solidFill>
              <a:srgbClr val="FF0000"/>
            </a:solidFill>
            <a:prstDash val="solid"/>
            <a:round/>
            <a:headEnd len="med" w="med" type="none"/>
            <a:tailEnd len="med" w="med" type="triangle"/>
          </a:ln>
        </p:spPr>
      </p:cxnSp>
      <p:cxnSp>
        <p:nvCxnSpPr>
          <p:cNvPr id="612" name="Google Shape;612;p9"/>
          <p:cNvCxnSpPr/>
          <p:nvPr/>
        </p:nvCxnSpPr>
        <p:spPr>
          <a:xfrm rot="10800000">
            <a:off x="4953000" y="4495800"/>
            <a:ext cx="1981200" cy="1371600"/>
          </a:xfrm>
          <a:prstGeom prst="straightConnector1">
            <a:avLst/>
          </a:prstGeom>
          <a:noFill/>
          <a:ln cap="flat" cmpd="sng" w="22225">
            <a:solidFill>
              <a:schemeClr val="accent2"/>
            </a:solidFill>
            <a:prstDash val="solid"/>
            <a:round/>
            <a:headEnd len="med" w="med" type="none"/>
            <a:tailEnd len="med" w="med" type="triangl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616" name="Shape 616"/>
        <p:cNvGrpSpPr/>
        <p:nvPr/>
      </p:nvGrpSpPr>
      <p:grpSpPr>
        <a:xfrm>
          <a:off x="0" y="0"/>
          <a:ext cx="0" cy="0"/>
          <a:chOff x="0" y="0"/>
          <a:chExt cx="0" cy="0"/>
        </a:xfrm>
      </p:grpSpPr>
      <p:sp>
        <p:nvSpPr>
          <p:cNvPr id="617" name="Google Shape;617;p10"/>
          <p:cNvSpPr txBox="1"/>
          <p:nvPr>
            <p:ph type="title"/>
          </p:nvPr>
        </p:nvSpPr>
        <p:spPr>
          <a:xfrm>
            <a:off x="0" y="76200"/>
            <a:ext cx="9144000" cy="1143000"/>
          </a:xfrm>
          <a:prstGeom prst="rect">
            <a:avLst/>
          </a:prstGeom>
          <a:noFill/>
          <a:ln>
            <a:noFill/>
          </a:ln>
        </p:spPr>
        <p:txBody>
          <a:bodyPr anchorCtr="0" anchor="ctr" bIns="46025" lIns="92075" spcFirstLastPara="1" rIns="92075" wrap="square" tIns="46025">
            <a:noAutofit/>
          </a:bodyPr>
          <a:lstStyle/>
          <a:p>
            <a:pPr indent="0" lvl="0" marL="0" rtl="0" algn="ctr">
              <a:spcBef>
                <a:spcPts val="0"/>
              </a:spcBef>
              <a:spcAft>
                <a:spcPts val="0"/>
              </a:spcAft>
              <a:buNone/>
            </a:pPr>
            <a:r>
              <a:rPr lang="en-US"/>
              <a:t>Polygon Filling</a:t>
            </a:r>
            <a:br>
              <a:rPr lang="en-US"/>
            </a:br>
            <a:endParaRPr/>
          </a:p>
        </p:txBody>
      </p:sp>
      <p:sp>
        <p:nvSpPr>
          <p:cNvPr id="618" name="Google Shape;618;p10"/>
          <p:cNvSpPr txBox="1"/>
          <p:nvPr>
            <p:ph idx="1" type="body"/>
          </p:nvPr>
        </p:nvSpPr>
        <p:spPr>
          <a:xfrm>
            <a:off x="332509" y="3390405"/>
            <a:ext cx="8839200" cy="16764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400"/>
              <a:buChar char="⬥"/>
            </a:pPr>
            <a:r>
              <a:rPr b="1" lang="en-US">
                <a:solidFill>
                  <a:srgbClr val="FFFF00"/>
                </a:solidFill>
              </a:rPr>
              <a:t>Types of Polygon filling ( 2 approaches)</a:t>
            </a:r>
            <a:endParaRPr b="1"/>
          </a:p>
          <a:p>
            <a:pPr indent="-342900" lvl="0" marL="342900" rtl="0" algn="l">
              <a:spcBef>
                <a:spcPts val="480"/>
              </a:spcBef>
              <a:spcAft>
                <a:spcPts val="0"/>
              </a:spcAft>
              <a:buSzPts val="2400"/>
              <a:buChar char="⬥"/>
            </a:pPr>
            <a:r>
              <a:rPr b="1" lang="en-US"/>
              <a:t>Seed Fill</a:t>
            </a:r>
            <a:r>
              <a:rPr lang="en-US"/>
              <a:t>: </a:t>
            </a:r>
            <a:endParaRPr/>
          </a:p>
          <a:p>
            <a:pPr indent="-285750" lvl="1" marL="742950" rtl="0" algn="l">
              <a:spcBef>
                <a:spcPts val="480"/>
              </a:spcBef>
              <a:spcAft>
                <a:spcPts val="0"/>
              </a:spcAft>
              <a:buClr>
                <a:srgbClr val="E5948C"/>
              </a:buClr>
              <a:buSzPts val="2280"/>
              <a:buFont typeface="Arial"/>
              <a:buChar char="–"/>
            </a:pPr>
            <a:r>
              <a:rPr lang="en-US">
                <a:solidFill>
                  <a:srgbClr val="E5948C"/>
                </a:solidFill>
              </a:rPr>
              <a:t>Boundary Filling</a:t>
            </a:r>
            <a:r>
              <a:rPr lang="en-US"/>
              <a:t>:</a:t>
            </a:r>
            <a:endParaRPr/>
          </a:p>
          <a:p>
            <a:pPr indent="-285750" lvl="1" marL="742950" rtl="0" algn="l">
              <a:spcBef>
                <a:spcPts val="480"/>
              </a:spcBef>
              <a:spcAft>
                <a:spcPts val="0"/>
              </a:spcAft>
              <a:buClr>
                <a:srgbClr val="E5948C"/>
              </a:buClr>
              <a:buSzPts val="2280"/>
              <a:buFont typeface="Arial"/>
              <a:buChar char="–"/>
            </a:pPr>
            <a:r>
              <a:rPr lang="en-US">
                <a:solidFill>
                  <a:srgbClr val="E5948C"/>
                </a:solidFill>
              </a:rPr>
              <a:t>Flood Filling</a:t>
            </a:r>
            <a:r>
              <a:rPr lang="en-US"/>
              <a:t>: Select interior point - Paint outwards</a:t>
            </a:r>
            <a:endParaRPr/>
          </a:p>
          <a:p>
            <a:pPr indent="-342900" lvl="0" marL="342900" rtl="0" algn="l">
              <a:spcBef>
                <a:spcPts val="480"/>
              </a:spcBef>
              <a:spcAft>
                <a:spcPts val="0"/>
              </a:spcAft>
              <a:buSzPts val="2400"/>
              <a:buChar char="⬥"/>
            </a:pPr>
            <a:r>
              <a:rPr b="1" lang="en-US"/>
              <a:t>Scan-line</a:t>
            </a:r>
            <a:r>
              <a:rPr lang="en-US"/>
              <a:t> : Scan lines between Boundaries and color the pixels that lies inside the polygon.</a:t>
            </a:r>
            <a:endParaRPr/>
          </a:p>
          <a:p>
            <a:pPr indent="0" lvl="0" marL="0" rtl="0" algn="l">
              <a:spcBef>
                <a:spcPts val="480"/>
              </a:spcBef>
              <a:spcAft>
                <a:spcPts val="0"/>
              </a:spcAft>
              <a:buSzPts val="2400"/>
              <a:buNone/>
            </a:pPr>
            <a:r>
              <a:t/>
            </a:r>
            <a:endParaRPr/>
          </a:p>
        </p:txBody>
      </p:sp>
      <p:sp>
        <p:nvSpPr>
          <p:cNvPr id="619" name="Google Shape;619;p10"/>
          <p:cNvSpPr txBox="1"/>
          <p:nvPr/>
        </p:nvSpPr>
        <p:spPr>
          <a:xfrm>
            <a:off x="110836" y="1447800"/>
            <a:ext cx="9033164" cy="1906979"/>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chemeClr val="dk2"/>
              </a:buClr>
              <a:buSzPts val="2400"/>
              <a:buFont typeface="Noto Sans Symbols"/>
              <a:buChar char="⬥"/>
            </a:pPr>
            <a:r>
              <a:rPr b="1" lang="en-US" sz="2400">
                <a:solidFill>
                  <a:srgbClr val="FFFF00"/>
                </a:solidFill>
                <a:latin typeface="Arial"/>
                <a:ea typeface="Arial"/>
                <a:cs typeface="Arial"/>
                <a:sym typeface="Arial"/>
              </a:rPr>
              <a:t>What  is Polygon  filling?</a:t>
            </a:r>
            <a:endParaRPr sz="2400">
              <a:solidFill>
                <a:srgbClr val="FFFF00"/>
              </a:solidFill>
              <a:latin typeface="Arial"/>
              <a:ea typeface="Arial"/>
              <a:cs typeface="Arial"/>
              <a:sym typeface="Arial"/>
            </a:endParaRPr>
          </a:p>
          <a:p>
            <a:pPr indent="0" lvl="0" marL="0" marR="0" rtl="0" algn="l">
              <a:spcBef>
                <a:spcPts val="480"/>
              </a:spcBef>
              <a:spcAft>
                <a:spcPts val="0"/>
              </a:spcAft>
              <a:buClr>
                <a:schemeClr val="dk2"/>
              </a:buClr>
              <a:buSzPts val="2400"/>
              <a:buFont typeface="Noto Sans Symbols"/>
              <a:buNone/>
            </a:pPr>
            <a:r>
              <a:rPr lang="en-US" sz="2400">
                <a:solidFill>
                  <a:srgbClr val="FFFFFF"/>
                </a:solidFill>
                <a:latin typeface="Arial"/>
                <a:ea typeface="Arial"/>
                <a:cs typeface="Arial"/>
                <a:sym typeface="Arial"/>
              </a:rPr>
              <a:t>    🡺 Highlight all the pixels in the polygon with any color other  </a:t>
            </a:r>
            <a:endParaRPr/>
          </a:p>
          <a:p>
            <a:pPr indent="0" lvl="0" marL="0" marR="0" rtl="0" algn="l">
              <a:spcBef>
                <a:spcPts val="480"/>
              </a:spcBef>
              <a:spcAft>
                <a:spcPts val="0"/>
              </a:spcAft>
              <a:buClr>
                <a:schemeClr val="dk2"/>
              </a:buClr>
              <a:buSzPts val="2400"/>
              <a:buFont typeface="Noto Sans Symbols"/>
              <a:buNone/>
            </a:pPr>
            <a:r>
              <a:rPr lang="en-US" sz="2400">
                <a:solidFill>
                  <a:srgbClr val="FFFFFF"/>
                </a:solidFill>
                <a:latin typeface="Arial"/>
                <a:ea typeface="Arial"/>
                <a:cs typeface="Arial"/>
                <a:sym typeface="Arial"/>
              </a:rPr>
              <a:t>         than the background.</a:t>
            </a:r>
            <a:endParaRPr sz="2400">
              <a:solidFill>
                <a:srgbClr val="FFFFFF"/>
              </a:solidFill>
              <a:latin typeface="Arial"/>
              <a:ea typeface="Arial"/>
              <a:cs typeface="Arial"/>
              <a:sym typeface="Arial"/>
            </a:endParaRPr>
          </a:p>
        </p:txBody>
      </p:sp>
      <p:sp>
        <p:nvSpPr>
          <p:cNvPr id="620" name="Google Shape;620;p10"/>
          <p:cNvSpPr/>
          <p:nvPr/>
        </p:nvSpPr>
        <p:spPr>
          <a:xfrm>
            <a:off x="7010400" y="2668979"/>
            <a:ext cx="1600200" cy="1151907"/>
          </a:xfrm>
          <a:prstGeom prst="rect">
            <a:avLst/>
          </a:prstGeom>
          <a:solidFill>
            <a:schemeClr val="dk1"/>
          </a:solidFill>
          <a:ln cap="sq" cmpd="sng" w="12700">
            <a:solidFill>
              <a:srgbClr val="FFC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Times New Roman"/>
              <a:buNone/>
            </a:pPr>
            <a:r>
              <a:t/>
            </a:r>
            <a:endParaRPr b="0" i="0" sz="2800" u="none" cap="none" strike="noStrike">
              <a:solidFill>
                <a:schemeClr val="dk1"/>
              </a:solidFill>
              <a:latin typeface="Times New Roman"/>
              <a:ea typeface="Times New Roman"/>
              <a:cs typeface="Times New Roman"/>
              <a:sym typeface="Times New Roman"/>
            </a:endParaRPr>
          </a:p>
        </p:txBody>
      </p:sp>
      <p:sp>
        <p:nvSpPr>
          <p:cNvPr id="621" name="Google Shape;621;p10"/>
          <p:cNvSpPr/>
          <p:nvPr/>
        </p:nvSpPr>
        <p:spPr>
          <a:xfrm>
            <a:off x="7024750" y="2668978"/>
            <a:ext cx="381000" cy="379021"/>
          </a:xfrm>
          <a:prstGeom prst="ellipse">
            <a:avLst/>
          </a:prstGeom>
          <a:solidFill>
            <a:srgbClr val="FFB827"/>
          </a:solidFill>
          <a:ln cap="sq"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Times New Roman"/>
              <a:buNone/>
            </a:pPr>
            <a:r>
              <a:t/>
            </a:r>
            <a:endParaRPr b="0" i="0" sz="2800" u="none" cap="none" strike="noStrike">
              <a:solidFill>
                <a:schemeClr val="dk1"/>
              </a:solidFill>
              <a:latin typeface="Times New Roman"/>
              <a:ea typeface="Times New Roman"/>
              <a:cs typeface="Times New Roman"/>
              <a:sym typeface="Times New Roman"/>
            </a:endParaRPr>
          </a:p>
        </p:txBody>
      </p:sp>
      <p:sp>
        <p:nvSpPr>
          <p:cNvPr id="622" name="Google Shape;622;p10"/>
          <p:cNvSpPr/>
          <p:nvPr/>
        </p:nvSpPr>
        <p:spPr>
          <a:xfrm>
            <a:off x="7405750" y="2668979"/>
            <a:ext cx="381000" cy="379021"/>
          </a:xfrm>
          <a:prstGeom prst="ellipse">
            <a:avLst/>
          </a:prstGeom>
          <a:solidFill>
            <a:srgbClr val="FFB827"/>
          </a:solidFill>
          <a:ln cap="sq"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Times New Roman"/>
              <a:buNone/>
            </a:pPr>
            <a:r>
              <a:t/>
            </a:r>
            <a:endParaRPr b="0" i="0" sz="2800" u="none" cap="none" strike="noStrike">
              <a:solidFill>
                <a:schemeClr val="dk1"/>
              </a:solidFill>
              <a:latin typeface="Times New Roman"/>
              <a:ea typeface="Times New Roman"/>
              <a:cs typeface="Times New Roman"/>
              <a:sym typeface="Times New Roman"/>
            </a:endParaRPr>
          </a:p>
        </p:txBody>
      </p:sp>
      <p:sp>
        <p:nvSpPr>
          <p:cNvPr id="623" name="Google Shape;623;p10"/>
          <p:cNvSpPr/>
          <p:nvPr/>
        </p:nvSpPr>
        <p:spPr>
          <a:xfrm>
            <a:off x="7810500" y="2668979"/>
            <a:ext cx="381000" cy="379021"/>
          </a:xfrm>
          <a:prstGeom prst="ellipse">
            <a:avLst/>
          </a:prstGeom>
          <a:solidFill>
            <a:srgbClr val="FFB827"/>
          </a:solidFill>
          <a:ln cap="sq"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Times New Roman"/>
              <a:buNone/>
            </a:pPr>
            <a:r>
              <a:t/>
            </a:r>
            <a:endParaRPr b="0" i="0" sz="2800" u="none" cap="none" strike="noStrike">
              <a:solidFill>
                <a:schemeClr val="dk1"/>
              </a:solidFill>
              <a:latin typeface="Times New Roman"/>
              <a:ea typeface="Times New Roman"/>
              <a:cs typeface="Times New Roman"/>
              <a:sym typeface="Times New Roman"/>
            </a:endParaRPr>
          </a:p>
        </p:txBody>
      </p:sp>
      <p:sp>
        <p:nvSpPr>
          <p:cNvPr id="624" name="Google Shape;624;p10"/>
          <p:cNvSpPr/>
          <p:nvPr/>
        </p:nvSpPr>
        <p:spPr>
          <a:xfrm>
            <a:off x="8214754" y="2683823"/>
            <a:ext cx="381000" cy="379021"/>
          </a:xfrm>
          <a:prstGeom prst="ellipse">
            <a:avLst/>
          </a:prstGeom>
          <a:solidFill>
            <a:srgbClr val="FFB827"/>
          </a:solidFill>
          <a:ln cap="sq"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Times New Roman"/>
              <a:buNone/>
            </a:pPr>
            <a:r>
              <a:t/>
            </a:r>
            <a:endParaRPr b="0" i="0" sz="2800" u="none" cap="none" strike="noStrike">
              <a:solidFill>
                <a:schemeClr val="dk1"/>
              </a:solidFill>
              <a:latin typeface="Times New Roman"/>
              <a:ea typeface="Times New Roman"/>
              <a:cs typeface="Times New Roman"/>
              <a:sym typeface="Times New Roman"/>
            </a:endParaRPr>
          </a:p>
        </p:txBody>
      </p:sp>
      <p:sp>
        <p:nvSpPr>
          <p:cNvPr id="625" name="Google Shape;625;p10"/>
          <p:cNvSpPr/>
          <p:nvPr/>
        </p:nvSpPr>
        <p:spPr>
          <a:xfrm>
            <a:off x="7024750" y="3047999"/>
            <a:ext cx="381000" cy="379021"/>
          </a:xfrm>
          <a:prstGeom prst="ellipse">
            <a:avLst/>
          </a:prstGeom>
          <a:solidFill>
            <a:srgbClr val="FFB827"/>
          </a:solidFill>
          <a:ln cap="sq"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Times New Roman"/>
              <a:buNone/>
            </a:pPr>
            <a:r>
              <a:t/>
            </a:r>
            <a:endParaRPr b="0" i="0" sz="2800" u="none" cap="none" strike="noStrike">
              <a:solidFill>
                <a:schemeClr val="dk1"/>
              </a:solidFill>
              <a:latin typeface="Times New Roman"/>
              <a:ea typeface="Times New Roman"/>
              <a:cs typeface="Times New Roman"/>
              <a:sym typeface="Times New Roman"/>
            </a:endParaRPr>
          </a:p>
        </p:txBody>
      </p:sp>
      <p:sp>
        <p:nvSpPr>
          <p:cNvPr id="626" name="Google Shape;626;p10"/>
          <p:cNvSpPr/>
          <p:nvPr/>
        </p:nvSpPr>
        <p:spPr>
          <a:xfrm>
            <a:off x="7405750" y="3048000"/>
            <a:ext cx="381000" cy="379021"/>
          </a:xfrm>
          <a:prstGeom prst="ellipse">
            <a:avLst/>
          </a:prstGeom>
          <a:solidFill>
            <a:srgbClr val="FFB827"/>
          </a:solidFill>
          <a:ln cap="sq"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Times New Roman"/>
              <a:buNone/>
            </a:pPr>
            <a:r>
              <a:t/>
            </a:r>
            <a:endParaRPr b="0" i="0" sz="2800" u="none" cap="none" strike="noStrike">
              <a:solidFill>
                <a:schemeClr val="dk1"/>
              </a:solidFill>
              <a:latin typeface="Times New Roman"/>
              <a:ea typeface="Times New Roman"/>
              <a:cs typeface="Times New Roman"/>
              <a:sym typeface="Times New Roman"/>
            </a:endParaRPr>
          </a:p>
        </p:txBody>
      </p:sp>
      <p:sp>
        <p:nvSpPr>
          <p:cNvPr id="627" name="Google Shape;627;p10"/>
          <p:cNvSpPr/>
          <p:nvPr/>
        </p:nvSpPr>
        <p:spPr>
          <a:xfrm>
            <a:off x="7810500" y="3048000"/>
            <a:ext cx="381000" cy="379021"/>
          </a:xfrm>
          <a:prstGeom prst="ellipse">
            <a:avLst/>
          </a:prstGeom>
          <a:solidFill>
            <a:srgbClr val="FFB827"/>
          </a:solidFill>
          <a:ln cap="sq"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Times New Roman"/>
              <a:buNone/>
            </a:pPr>
            <a:r>
              <a:t/>
            </a:r>
            <a:endParaRPr b="0" i="0" sz="2800" u="none" cap="none" strike="noStrike">
              <a:solidFill>
                <a:schemeClr val="dk1"/>
              </a:solidFill>
              <a:latin typeface="Times New Roman"/>
              <a:ea typeface="Times New Roman"/>
              <a:cs typeface="Times New Roman"/>
              <a:sym typeface="Times New Roman"/>
            </a:endParaRPr>
          </a:p>
        </p:txBody>
      </p:sp>
      <p:sp>
        <p:nvSpPr>
          <p:cNvPr id="628" name="Google Shape;628;p10"/>
          <p:cNvSpPr/>
          <p:nvPr/>
        </p:nvSpPr>
        <p:spPr>
          <a:xfrm>
            <a:off x="8214754" y="3062844"/>
            <a:ext cx="381000" cy="379021"/>
          </a:xfrm>
          <a:prstGeom prst="ellipse">
            <a:avLst/>
          </a:prstGeom>
          <a:solidFill>
            <a:srgbClr val="FFB827"/>
          </a:solidFill>
          <a:ln cap="sq"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Times New Roman"/>
              <a:buNone/>
            </a:pPr>
            <a:r>
              <a:t/>
            </a:r>
            <a:endParaRPr b="0" i="0" sz="2800" u="none" cap="none" strike="noStrike">
              <a:solidFill>
                <a:schemeClr val="dk1"/>
              </a:solidFill>
              <a:latin typeface="Times New Roman"/>
              <a:ea typeface="Times New Roman"/>
              <a:cs typeface="Times New Roman"/>
              <a:sym typeface="Times New Roman"/>
            </a:endParaRPr>
          </a:p>
        </p:txBody>
      </p:sp>
      <p:sp>
        <p:nvSpPr>
          <p:cNvPr id="629" name="Google Shape;629;p10"/>
          <p:cNvSpPr/>
          <p:nvPr/>
        </p:nvSpPr>
        <p:spPr>
          <a:xfrm>
            <a:off x="7039596" y="3427020"/>
            <a:ext cx="381000" cy="379021"/>
          </a:xfrm>
          <a:prstGeom prst="ellipse">
            <a:avLst/>
          </a:prstGeom>
          <a:solidFill>
            <a:srgbClr val="FFB827"/>
          </a:solidFill>
          <a:ln cap="sq"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Times New Roman"/>
              <a:buNone/>
            </a:pPr>
            <a:r>
              <a:t/>
            </a:r>
            <a:endParaRPr b="0" i="0" sz="2800" u="none" cap="none" strike="noStrike">
              <a:solidFill>
                <a:schemeClr val="dk1"/>
              </a:solidFill>
              <a:latin typeface="Times New Roman"/>
              <a:ea typeface="Times New Roman"/>
              <a:cs typeface="Times New Roman"/>
              <a:sym typeface="Times New Roman"/>
            </a:endParaRPr>
          </a:p>
        </p:txBody>
      </p:sp>
      <p:sp>
        <p:nvSpPr>
          <p:cNvPr id="630" name="Google Shape;630;p10"/>
          <p:cNvSpPr/>
          <p:nvPr/>
        </p:nvSpPr>
        <p:spPr>
          <a:xfrm>
            <a:off x="7420596" y="3427021"/>
            <a:ext cx="381000" cy="379021"/>
          </a:xfrm>
          <a:prstGeom prst="ellipse">
            <a:avLst/>
          </a:prstGeom>
          <a:solidFill>
            <a:srgbClr val="FFB827"/>
          </a:solidFill>
          <a:ln cap="sq"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Times New Roman"/>
              <a:buNone/>
            </a:pPr>
            <a:r>
              <a:t/>
            </a:r>
            <a:endParaRPr b="0" i="0" sz="2800" u="none" cap="none" strike="noStrike">
              <a:solidFill>
                <a:schemeClr val="dk1"/>
              </a:solidFill>
              <a:latin typeface="Times New Roman"/>
              <a:ea typeface="Times New Roman"/>
              <a:cs typeface="Times New Roman"/>
              <a:sym typeface="Times New Roman"/>
            </a:endParaRPr>
          </a:p>
        </p:txBody>
      </p:sp>
      <p:sp>
        <p:nvSpPr>
          <p:cNvPr id="631" name="Google Shape;631;p10"/>
          <p:cNvSpPr/>
          <p:nvPr/>
        </p:nvSpPr>
        <p:spPr>
          <a:xfrm>
            <a:off x="7825346" y="3427021"/>
            <a:ext cx="381000" cy="379021"/>
          </a:xfrm>
          <a:prstGeom prst="ellipse">
            <a:avLst/>
          </a:prstGeom>
          <a:solidFill>
            <a:srgbClr val="FFB827"/>
          </a:solidFill>
          <a:ln cap="sq"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Times New Roman"/>
              <a:buNone/>
            </a:pPr>
            <a:r>
              <a:t/>
            </a:r>
            <a:endParaRPr b="0" i="0" sz="2800" u="none" cap="none" strike="noStrike">
              <a:solidFill>
                <a:schemeClr val="dk1"/>
              </a:solidFill>
              <a:latin typeface="Times New Roman"/>
              <a:ea typeface="Times New Roman"/>
              <a:cs typeface="Times New Roman"/>
              <a:sym typeface="Times New Roman"/>
            </a:endParaRPr>
          </a:p>
        </p:txBody>
      </p:sp>
      <p:sp>
        <p:nvSpPr>
          <p:cNvPr id="632" name="Google Shape;632;p10"/>
          <p:cNvSpPr/>
          <p:nvPr/>
        </p:nvSpPr>
        <p:spPr>
          <a:xfrm>
            <a:off x="8229600" y="3441865"/>
            <a:ext cx="381000" cy="379021"/>
          </a:xfrm>
          <a:prstGeom prst="ellipse">
            <a:avLst/>
          </a:prstGeom>
          <a:solidFill>
            <a:srgbClr val="FFB827"/>
          </a:solidFill>
          <a:ln cap="sq"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Times New Roman"/>
              <a:buNone/>
            </a:pPr>
            <a:r>
              <a:t/>
            </a:r>
            <a:endParaRPr b="0" i="0" sz="28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p11"/>
          <p:cNvSpPr txBox="1"/>
          <p:nvPr>
            <p:ph idx="12" type="sldNum"/>
          </p:nvPr>
        </p:nvSpPr>
        <p:spPr>
          <a:xfrm>
            <a:off x="6553200" y="6400800"/>
            <a:ext cx="1905000" cy="3048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
        <p:nvSpPr>
          <p:cNvPr id="638" name="Google Shape;638;p11"/>
          <p:cNvSpPr txBox="1"/>
          <p:nvPr>
            <p:ph type="title"/>
          </p:nvPr>
        </p:nvSpPr>
        <p:spPr>
          <a:xfrm>
            <a:off x="685800" y="228600"/>
            <a:ext cx="7772400" cy="914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Scanline Fill Algorithm</a:t>
            </a:r>
            <a:endParaRPr/>
          </a:p>
        </p:txBody>
      </p:sp>
      <p:sp>
        <p:nvSpPr>
          <p:cNvPr id="639" name="Google Shape;639;p11"/>
          <p:cNvSpPr txBox="1"/>
          <p:nvPr>
            <p:ph idx="1" type="body"/>
          </p:nvPr>
        </p:nvSpPr>
        <p:spPr>
          <a:xfrm>
            <a:off x="685800" y="1295400"/>
            <a:ext cx="7772400" cy="28956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0000"/>
              </a:buClr>
              <a:buSzPts val="2400"/>
              <a:buFont typeface="Tahoma"/>
              <a:buChar char="•"/>
            </a:pPr>
            <a:r>
              <a:rPr lang="en-US"/>
              <a:t>Intersect scanline with polygon edges</a:t>
            </a:r>
            <a:endParaRPr/>
          </a:p>
          <a:p>
            <a:pPr indent="-342900" lvl="0" marL="342900" rtl="0" algn="l">
              <a:spcBef>
                <a:spcPts val="480"/>
              </a:spcBef>
              <a:spcAft>
                <a:spcPts val="0"/>
              </a:spcAft>
              <a:buClr>
                <a:srgbClr val="000000"/>
              </a:buClr>
              <a:buSzPts val="2400"/>
              <a:buFont typeface="Tahoma"/>
              <a:buChar char="•"/>
            </a:pPr>
            <a:r>
              <a:rPr lang="en-US"/>
              <a:t>Fill between pairs of intersections</a:t>
            </a:r>
            <a:endParaRPr/>
          </a:p>
          <a:p>
            <a:pPr indent="-342900" lvl="0" marL="342900" rtl="0" algn="l">
              <a:spcBef>
                <a:spcPts val="480"/>
              </a:spcBef>
              <a:spcAft>
                <a:spcPts val="0"/>
              </a:spcAft>
              <a:buClr>
                <a:srgbClr val="000000"/>
              </a:buClr>
              <a:buSzPts val="2400"/>
              <a:buFont typeface="Tahoma"/>
              <a:buChar char="•"/>
            </a:pPr>
            <a:r>
              <a:rPr lang="en-US"/>
              <a:t>Basic algorithm:</a:t>
            </a:r>
            <a:br>
              <a:rPr lang="en-US"/>
            </a:br>
            <a:r>
              <a:rPr lang="en-US"/>
              <a:t>For y = ymin to ymax</a:t>
            </a:r>
            <a:br>
              <a:rPr lang="en-US"/>
            </a:br>
            <a:r>
              <a:rPr lang="en-US"/>
              <a:t>1) intersect scanline y with each edge</a:t>
            </a:r>
            <a:br>
              <a:rPr lang="en-US"/>
            </a:br>
            <a:r>
              <a:rPr lang="en-US"/>
              <a:t>2) sort intersections by increasing x [p0,p1,p2,p3]</a:t>
            </a:r>
            <a:br>
              <a:rPr lang="en-US"/>
            </a:br>
            <a:r>
              <a:rPr lang="en-US"/>
              <a:t>3) fill pairwise (p0-&gt;p1, p2-&gt;p3, </a:t>
            </a:r>
            <a:r>
              <a:rPr lang="en-US">
                <a:latin typeface="Times New Roman"/>
                <a:ea typeface="Times New Roman"/>
                <a:cs typeface="Times New Roman"/>
                <a:sym typeface="Times New Roman"/>
              </a:rPr>
              <a:t>…</a:t>
            </a:r>
            <a:r>
              <a:rPr lang="en-US"/>
              <a:t>)</a:t>
            </a:r>
            <a:endParaRPr/>
          </a:p>
        </p:txBody>
      </p:sp>
      <p:pic>
        <p:nvPicPr>
          <p:cNvPr id="640" name="Google Shape;640;p11"/>
          <p:cNvPicPr preferRelativeResize="0"/>
          <p:nvPr/>
        </p:nvPicPr>
        <p:blipFill rotWithShape="1">
          <a:blip r:embed="rId3">
            <a:alphaModFix/>
          </a:blip>
          <a:srcRect b="0" l="0" r="0" t="0"/>
          <a:stretch/>
        </p:blipFill>
        <p:spPr>
          <a:xfrm>
            <a:off x="1828800" y="4114800"/>
            <a:ext cx="4724400" cy="22733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sp>
        <p:nvSpPr>
          <p:cNvPr id="645" name="Google Shape;645;p12"/>
          <p:cNvSpPr txBox="1"/>
          <p:nvPr>
            <p:ph idx="11" type="ftr"/>
          </p:nvPr>
        </p:nvSpPr>
        <p:spPr>
          <a:xfrm>
            <a:off x="3124200" y="6400800"/>
            <a:ext cx="2895600" cy="3048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solidFill>
                  <a:srgbClr val="000000"/>
                </a:solidFill>
              </a:rPr>
              <a:t>168 471 Computer Graphics, KKU. Lecture 7</a:t>
            </a:r>
            <a:endParaRPr/>
          </a:p>
        </p:txBody>
      </p:sp>
      <p:sp>
        <p:nvSpPr>
          <p:cNvPr id="646" name="Google Shape;646;p12"/>
          <p:cNvSpPr txBox="1"/>
          <p:nvPr>
            <p:ph idx="12" type="sldNum"/>
          </p:nvPr>
        </p:nvSpPr>
        <p:spPr>
          <a:xfrm>
            <a:off x="6553200" y="6400800"/>
            <a:ext cx="1905000" cy="3048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
        <p:nvSpPr>
          <p:cNvPr id="647" name="Google Shape;647;p12"/>
          <p:cNvSpPr txBox="1"/>
          <p:nvPr>
            <p:ph type="title"/>
          </p:nvPr>
        </p:nvSpPr>
        <p:spPr>
          <a:xfrm>
            <a:off x="685800" y="228600"/>
            <a:ext cx="7772400" cy="914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Spacial Handling (cont.)</a:t>
            </a:r>
            <a:endParaRPr/>
          </a:p>
        </p:txBody>
      </p:sp>
      <p:sp>
        <p:nvSpPr>
          <p:cNvPr id="648" name="Google Shape;648;p12"/>
          <p:cNvSpPr txBox="1"/>
          <p:nvPr>
            <p:ph idx="1" type="body"/>
          </p:nvPr>
        </p:nvSpPr>
        <p:spPr>
          <a:xfrm>
            <a:off x="685800" y="1447800"/>
            <a:ext cx="7772400" cy="5334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0000"/>
              </a:buClr>
              <a:buSzPts val="2400"/>
              <a:buFont typeface="Tahoma"/>
              <a:buChar char="•"/>
            </a:pPr>
            <a:r>
              <a:rPr lang="en-US"/>
              <a:t>Intersection is an edge end point</a:t>
            </a:r>
            <a:endParaRPr/>
          </a:p>
        </p:txBody>
      </p:sp>
      <p:pic>
        <p:nvPicPr>
          <p:cNvPr id="649" name="Google Shape;649;p12"/>
          <p:cNvPicPr preferRelativeResize="0"/>
          <p:nvPr/>
        </p:nvPicPr>
        <p:blipFill rotWithShape="1">
          <a:blip r:embed="rId3">
            <a:alphaModFix/>
          </a:blip>
          <a:srcRect b="0" l="0" r="0" t="0"/>
          <a:stretch/>
        </p:blipFill>
        <p:spPr>
          <a:xfrm>
            <a:off x="2133600" y="1981200"/>
            <a:ext cx="4038600" cy="2185988"/>
          </a:xfrm>
          <a:prstGeom prst="rect">
            <a:avLst/>
          </a:prstGeom>
          <a:noFill/>
          <a:ln>
            <a:noFill/>
          </a:ln>
        </p:spPr>
      </p:pic>
      <p:sp>
        <p:nvSpPr>
          <p:cNvPr id="650" name="Google Shape;650;p12"/>
          <p:cNvSpPr txBox="1"/>
          <p:nvPr/>
        </p:nvSpPr>
        <p:spPr>
          <a:xfrm>
            <a:off x="838200" y="4038600"/>
            <a:ext cx="7102475" cy="22256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000000"/>
                </a:solidFill>
                <a:latin typeface="Tahoma"/>
                <a:ea typeface="Tahoma"/>
                <a:cs typeface="Tahoma"/>
                <a:sym typeface="Tahoma"/>
              </a:rPr>
              <a:t>Intersection points: (p0, p1, p2) ???</a:t>
            </a:r>
            <a:endParaRPr/>
          </a:p>
          <a:p>
            <a:pPr indent="0" lvl="0" marL="0" marR="0" rtl="0" algn="l">
              <a:spcBef>
                <a:spcPts val="0"/>
              </a:spcBef>
              <a:spcAft>
                <a:spcPts val="0"/>
              </a:spcAft>
              <a:buNone/>
            </a:pPr>
            <a:r>
              <a:t/>
            </a:r>
            <a:endParaRPr sz="2000">
              <a:solidFill>
                <a:srgbClr val="000000"/>
              </a:solidFill>
              <a:latin typeface="Tahoma"/>
              <a:ea typeface="Tahoma"/>
              <a:cs typeface="Tahoma"/>
              <a:sym typeface="Tahoma"/>
            </a:endParaRPr>
          </a:p>
          <a:p>
            <a:pPr indent="0" lvl="0" marL="0" marR="0" rtl="0" algn="l">
              <a:spcBef>
                <a:spcPts val="0"/>
              </a:spcBef>
              <a:spcAft>
                <a:spcPts val="0"/>
              </a:spcAft>
              <a:buNone/>
            </a:pPr>
            <a:r>
              <a:rPr lang="en-US" sz="2000">
                <a:solidFill>
                  <a:srgbClr val="000000"/>
                </a:solidFill>
                <a:latin typeface="Tahoma"/>
                <a:ea typeface="Tahoma"/>
                <a:cs typeface="Tahoma"/>
                <a:sym typeface="Tahoma"/>
              </a:rPr>
              <a:t>-&gt;(p0,p1,p1,p2) so we can still fill pairwise</a:t>
            </a:r>
            <a:endParaRPr/>
          </a:p>
          <a:p>
            <a:pPr indent="0" lvl="0" marL="0" marR="0" rtl="0" algn="l">
              <a:spcBef>
                <a:spcPts val="0"/>
              </a:spcBef>
              <a:spcAft>
                <a:spcPts val="0"/>
              </a:spcAft>
              <a:buNone/>
            </a:pPr>
            <a:r>
              <a:t/>
            </a:r>
            <a:endParaRPr sz="2000">
              <a:solidFill>
                <a:srgbClr val="000000"/>
              </a:solidFill>
              <a:latin typeface="Tahoma"/>
              <a:ea typeface="Tahoma"/>
              <a:cs typeface="Tahoma"/>
              <a:sym typeface="Tahoma"/>
            </a:endParaRPr>
          </a:p>
          <a:p>
            <a:pPr indent="0" lvl="0" marL="0" marR="0" rtl="0" algn="l">
              <a:spcBef>
                <a:spcPts val="0"/>
              </a:spcBef>
              <a:spcAft>
                <a:spcPts val="0"/>
              </a:spcAft>
              <a:buNone/>
            </a:pPr>
            <a:r>
              <a:rPr lang="en-US" sz="2000">
                <a:solidFill>
                  <a:srgbClr val="000000"/>
                </a:solidFill>
                <a:latin typeface="Tahoma"/>
                <a:ea typeface="Tahoma"/>
                <a:cs typeface="Tahoma"/>
                <a:sym typeface="Tahoma"/>
              </a:rPr>
              <a:t>-&gt;In fact, if we compute the intersection of the scanline with edge e1 and e2 separately, we will get the intersection point p1 twice. Keep both of the p1.</a:t>
            </a:r>
            <a:endParaRPr sz="2000">
              <a:solidFill>
                <a:srgbClr val="000000"/>
              </a:solidFill>
              <a:latin typeface="Tahoma"/>
              <a:ea typeface="Tahoma"/>
              <a:cs typeface="Tahoma"/>
              <a:sym typeface="Tahoma"/>
            </a:endParaRPr>
          </a:p>
        </p:txBody>
      </p:sp>
      <p:sp>
        <p:nvSpPr>
          <p:cNvPr id="651" name="Google Shape;651;p12"/>
          <p:cNvSpPr txBox="1"/>
          <p:nvPr/>
        </p:nvSpPr>
        <p:spPr>
          <a:xfrm>
            <a:off x="1219200" y="2895600"/>
            <a:ext cx="942975" cy="406400"/>
          </a:xfrm>
          <a:prstGeom prst="rect">
            <a:avLst/>
          </a:prstGeom>
          <a:no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000000"/>
                </a:solidFill>
                <a:latin typeface="Tahoma"/>
                <a:ea typeface="Tahoma"/>
                <a:cs typeface="Tahoma"/>
                <a:sym typeface="Tahoma"/>
              </a:rPr>
              <a:t>Case 1</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5" name="Shape 655"/>
        <p:cNvGrpSpPr/>
        <p:nvPr/>
      </p:nvGrpSpPr>
      <p:grpSpPr>
        <a:xfrm>
          <a:off x="0" y="0"/>
          <a:ext cx="0" cy="0"/>
          <a:chOff x="0" y="0"/>
          <a:chExt cx="0" cy="0"/>
        </a:xfrm>
      </p:grpSpPr>
      <p:sp>
        <p:nvSpPr>
          <p:cNvPr id="656" name="Google Shape;656;p13"/>
          <p:cNvSpPr txBox="1"/>
          <p:nvPr>
            <p:ph idx="12" type="sldNum"/>
          </p:nvPr>
        </p:nvSpPr>
        <p:spPr>
          <a:xfrm>
            <a:off x="6553200" y="6400800"/>
            <a:ext cx="1905000" cy="3048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
        <p:nvSpPr>
          <p:cNvPr id="657" name="Google Shape;657;p13"/>
          <p:cNvSpPr txBox="1"/>
          <p:nvPr>
            <p:ph type="title"/>
          </p:nvPr>
        </p:nvSpPr>
        <p:spPr>
          <a:xfrm>
            <a:off x="685800" y="228600"/>
            <a:ext cx="7772400" cy="914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Spacial Handling (cont.)</a:t>
            </a:r>
            <a:endParaRPr/>
          </a:p>
        </p:txBody>
      </p:sp>
      <p:sp>
        <p:nvSpPr>
          <p:cNvPr id="658" name="Google Shape;658;p13"/>
          <p:cNvSpPr txBox="1"/>
          <p:nvPr/>
        </p:nvSpPr>
        <p:spPr>
          <a:xfrm>
            <a:off x="838200" y="4038600"/>
            <a:ext cx="7102475" cy="10064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000000"/>
                </a:solidFill>
                <a:latin typeface="Tahoma"/>
                <a:ea typeface="Tahoma"/>
                <a:cs typeface="Tahoma"/>
                <a:sym typeface="Tahoma"/>
              </a:rPr>
              <a:t>However, in this case we don’t want to count p1 twice (p0,p1,p1,p2,p3), otherwise we will fill pixels between p1 and p2, which is wrong.</a:t>
            </a:r>
            <a:endParaRPr/>
          </a:p>
        </p:txBody>
      </p:sp>
      <p:sp>
        <p:nvSpPr>
          <p:cNvPr id="659" name="Google Shape;659;p13"/>
          <p:cNvSpPr txBox="1"/>
          <p:nvPr/>
        </p:nvSpPr>
        <p:spPr>
          <a:xfrm>
            <a:off x="1219200" y="1524000"/>
            <a:ext cx="942975" cy="406400"/>
          </a:xfrm>
          <a:prstGeom prst="rect">
            <a:avLst/>
          </a:prstGeom>
          <a:no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000000"/>
                </a:solidFill>
                <a:latin typeface="Tahoma"/>
                <a:ea typeface="Tahoma"/>
                <a:cs typeface="Tahoma"/>
                <a:sym typeface="Tahoma"/>
              </a:rPr>
              <a:t>Case 2</a:t>
            </a:r>
            <a:endParaRPr/>
          </a:p>
        </p:txBody>
      </p:sp>
      <p:pic>
        <p:nvPicPr>
          <p:cNvPr id="660" name="Google Shape;660;p13"/>
          <p:cNvPicPr preferRelativeResize="0"/>
          <p:nvPr/>
        </p:nvPicPr>
        <p:blipFill rotWithShape="1">
          <a:blip r:embed="rId3">
            <a:alphaModFix/>
          </a:blip>
          <a:srcRect b="0" l="0" r="0" t="0"/>
          <a:stretch/>
        </p:blipFill>
        <p:spPr>
          <a:xfrm>
            <a:off x="2438400" y="1676400"/>
            <a:ext cx="3552825" cy="22002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sp>
        <p:nvSpPr>
          <p:cNvPr id="665" name="Google Shape;665;p14"/>
          <p:cNvSpPr txBox="1"/>
          <p:nvPr>
            <p:ph idx="12" type="sldNum"/>
          </p:nvPr>
        </p:nvSpPr>
        <p:spPr>
          <a:xfrm>
            <a:off x="6553200" y="6400800"/>
            <a:ext cx="1905000" cy="3048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
        <p:nvSpPr>
          <p:cNvPr id="666" name="Google Shape;666;p14"/>
          <p:cNvSpPr txBox="1"/>
          <p:nvPr>
            <p:ph type="title"/>
          </p:nvPr>
        </p:nvSpPr>
        <p:spPr>
          <a:xfrm>
            <a:off x="685800" y="228600"/>
            <a:ext cx="7772400" cy="914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Spacial Handling (cont.)</a:t>
            </a:r>
            <a:endParaRPr/>
          </a:p>
        </p:txBody>
      </p:sp>
      <p:sp>
        <p:nvSpPr>
          <p:cNvPr id="667" name="Google Shape;667;p14"/>
          <p:cNvSpPr txBox="1"/>
          <p:nvPr/>
        </p:nvSpPr>
        <p:spPr>
          <a:xfrm>
            <a:off x="914400" y="1524000"/>
            <a:ext cx="7239000" cy="7016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000000"/>
                </a:solidFill>
                <a:latin typeface="Tahoma"/>
                <a:ea typeface="Tahoma"/>
                <a:cs typeface="Tahoma"/>
                <a:sym typeface="Tahoma"/>
              </a:rPr>
              <a:t>Summary: If the intersection is the ymin of the edge’s endpoint, count it. Otherwise, don’t.</a:t>
            </a:r>
            <a:endParaRPr/>
          </a:p>
        </p:txBody>
      </p:sp>
      <p:pic>
        <p:nvPicPr>
          <p:cNvPr id="668" name="Google Shape;668;p14"/>
          <p:cNvPicPr preferRelativeResize="0"/>
          <p:nvPr/>
        </p:nvPicPr>
        <p:blipFill rotWithShape="1">
          <a:blip r:embed="rId3">
            <a:alphaModFix/>
          </a:blip>
          <a:srcRect b="0" l="0" r="0" t="0"/>
          <a:stretch/>
        </p:blipFill>
        <p:spPr>
          <a:xfrm>
            <a:off x="2209800" y="2438400"/>
            <a:ext cx="4572000" cy="1778000"/>
          </a:xfrm>
          <a:prstGeom prst="rect">
            <a:avLst/>
          </a:prstGeom>
          <a:noFill/>
          <a:ln>
            <a:noFill/>
          </a:ln>
        </p:spPr>
      </p:pic>
      <p:pic>
        <p:nvPicPr>
          <p:cNvPr id="669" name="Google Shape;669;p14"/>
          <p:cNvPicPr preferRelativeResize="0"/>
          <p:nvPr/>
        </p:nvPicPr>
        <p:blipFill rotWithShape="1">
          <a:blip r:embed="rId4">
            <a:alphaModFix/>
          </a:blip>
          <a:srcRect b="0" l="0" r="0" t="0"/>
          <a:stretch/>
        </p:blipFill>
        <p:spPr>
          <a:xfrm>
            <a:off x="2057400" y="4267200"/>
            <a:ext cx="4838700" cy="2124075"/>
          </a:xfrm>
          <a:prstGeom prst="rect">
            <a:avLst/>
          </a:prstGeom>
          <a:noFill/>
          <a:ln>
            <a:noFill/>
          </a:ln>
        </p:spPr>
      </p:pic>
      <p:cxnSp>
        <p:nvCxnSpPr>
          <p:cNvPr id="670" name="Google Shape;670;p14"/>
          <p:cNvCxnSpPr/>
          <p:nvPr/>
        </p:nvCxnSpPr>
        <p:spPr>
          <a:xfrm>
            <a:off x="1371600" y="4267200"/>
            <a:ext cx="6324600" cy="0"/>
          </a:xfrm>
          <a:prstGeom prst="straightConnector1">
            <a:avLst/>
          </a:prstGeom>
          <a:noFill/>
          <a:ln cap="flat" cmpd="sng" w="9525">
            <a:solidFill>
              <a:schemeClr val="dk1"/>
            </a:solidFill>
            <a:prstDash val="solid"/>
            <a:round/>
            <a:headEnd len="med" w="med" type="none"/>
            <a:tailEnd len="med" w="med" type="none"/>
          </a:ln>
        </p:spPr>
      </p:cxnSp>
      <p:sp>
        <p:nvSpPr>
          <p:cNvPr id="671" name="Google Shape;671;p14"/>
          <p:cNvSpPr txBox="1"/>
          <p:nvPr/>
        </p:nvSpPr>
        <p:spPr>
          <a:xfrm>
            <a:off x="6781800" y="2159294"/>
            <a:ext cx="2362200" cy="1200329"/>
          </a:xfrm>
          <a:prstGeom prst="rect">
            <a:avLst/>
          </a:prstGeom>
          <a:solidFill>
            <a:srgbClr val="47FFD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Times New Roman"/>
                <a:ea typeface="Times New Roman"/>
                <a:cs typeface="Times New Roman"/>
                <a:sym typeface="Times New Roman"/>
              </a:rPr>
              <a:t>Both edges are in the same side of the scan line</a:t>
            </a:r>
            <a:endParaRPr/>
          </a:p>
        </p:txBody>
      </p:sp>
      <p:sp>
        <p:nvSpPr>
          <p:cNvPr id="672" name="Google Shape;672;p14"/>
          <p:cNvSpPr txBox="1"/>
          <p:nvPr/>
        </p:nvSpPr>
        <p:spPr>
          <a:xfrm>
            <a:off x="6820469" y="4729072"/>
            <a:ext cx="2362200" cy="1200329"/>
          </a:xfrm>
          <a:prstGeom prst="rect">
            <a:avLst/>
          </a:prstGeom>
          <a:solidFill>
            <a:srgbClr val="47FFD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Times New Roman"/>
                <a:ea typeface="Times New Roman"/>
                <a:cs typeface="Times New Roman"/>
                <a:sym typeface="Times New Roman"/>
              </a:rPr>
              <a:t>Both edges are in the opposite side of the scan line</a:t>
            </a:r>
            <a:endParaRPr/>
          </a:p>
        </p:txBody>
      </p:sp>
      <p:sp>
        <p:nvSpPr>
          <p:cNvPr id="673" name="Google Shape;673;p14"/>
          <p:cNvSpPr txBox="1"/>
          <p:nvPr/>
        </p:nvSpPr>
        <p:spPr>
          <a:xfrm>
            <a:off x="4201886" y="6248400"/>
            <a:ext cx="4724400" cy="461665"/>
          </a:xfrm>
          <a:prstGeom prst="rect">
            <a:avLst/>
          </a:prstGeom>
          <a:solidFill>
            <a:srgbClr val="47FFD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Times New Roman"/>
                <a:ea typeface="Times New Roman"/>
                <a:cs typeface="Times New Roman"/>
                <a:sym typeface="Times New Roman"/>
              </a:rPr>
              <a:t>Fix a new start point for e2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p15"/>
          <p:cNvSpPr txBox="1"/>
          <p:nvPr/>
        </p:nvSpPr>
        <p:spPr>
          <a:xfrm>
            <a:off x="342900" y="228600"/>
            <a:ext cx="8458200" cy="1220788"/>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3200">
                <a:solidFill>
                  <a:srgbClr val="3333CC"/>
                </a:solidFill>
                <a:latin typeface="Arial"/>
                <a:ea typeface="Arial"/>
                <a:cs typeface="Arial"/>
                <a:sym typeface="Arial"/>
              </a:rPr>
              <a:t>The Scan-Line Polygon Fill Algorithm</a:t>
            </a:r>
            <a:endParaRPr b="1" sz="3200">
              <a:solidFill>
                <a:srgbClr val="3333CC"/>
              </a:solidFill>
              <a:latin typeface="Tahoma"/>
              <a:ea typeface="Tahoma"/>
              <a:cs typeface="Tahoma"/>
              <a:sym typeface="Tahoma"/>
            </a:endParaRPr>
          </a:p>
          <a:p>
            <a:pPr indent="0" lvl="0" marL="0" marR="0" rtl="0" algn="just">
              <a:spcBef>
                <a:spcPts val="1400"/>
              </a:spcBef>
              <a:spcAft>
                <a:spcPts val="0"/>
              </a:spcAft>
              <a:buNone/>
            </a:pPr>
            <a:r>
              <a:rPr b="1" lang="en-US" sz="2800">
                <a:solidFill>
                  <a:srgbClr val="FF0000"/>
                </a:solidFill>
                <a:latin typeface="Arial"/>
                <a:ea typeface="Arial"/>
                <a:cs typeface="Arial"/>
                <a:sym typeface="Arial"/>
              </a:rPr>
              <a:t>Dealing with vertices</a:t>
            </a:r>
            <a:endParaRPr/>
          </a:p>
        </p:txBody>
      </p:sp>
      <p:pic>
        <p:nvPicPr>
          <p:cNvPr descr="E:\454 computer graphics\chapter 5\chapter5 Figures\fig003.jpg" id="679" name="Google Shape;679;p15"/>
          <p:cNvPicPr preferRelativeResize="0"/>
          <p:nvPr/>
        </p:nvPicPr>
        <p:blipFill rotWithShape="1">
          <a:blip r:embed="rId3">
            <a:alphaModFix/>
          </a:blip>
          <a:srcRect b="0" l="0" r="0" t="0"/>
          <a:stretch/>
        </p:blipFill>
        <p:spPr>
          <a:xfrm>
            <a:off x="1363663" y="4191000"/>
            <a:ext cx="6416675" cy="2301875"/>
          </a:xfrm>
          <a:prstGeom prst="rect">
            <a:avLst/>
          </a:prstGeom>
          <a:noFill/>
          <a:ln>
            <a:noFill/>
          </a:ln>
        </p:spPr>
      </p:pic>
      <p:sp>
        <p:nvSpPr>
          <p:cNvPr id="680" name="Google Shape;680;p15"/>
          <p:cNvSpPr txBox="1"/>
          <p:nvPr/>
        </p:nvSpPr>
        <p:spPr>
          <a:xfrm>
            <a:off x="533400" y="1600200"/>
            <a:ext cx="8305800" cy="2492990"/>
          </a:xfrm>
          <a:prstGeom prst="rect">
            <a:avLst/>
          </a:prstGeom>
          <a:noFill/>
          <a:ln>
            <a:noFill/>
          </a:ln>
        </p:spPr>
        <p:txBody>
          <a:bodyPr anchorCtr="0" anchor="t" bIns="45700" lIns="91425" spcFirstLastPara="1" rIns="91425" wrap="square" tIns="45700">
            <a:spAutoFit/>
          </a:bodyPr>
          <a:lstStyle/>
          <a:p>
            <a:pPr indent="-152400" lvl="0" marL="0" marR="0" rtl="0" algn="l">
              <a:spcBef>
                <a:spcPts val="0"/>
              </a:spcBef>
              <a:spcAft>
                <a:spcPts val="0"/>
              </a:spcAft>
              <a:buClr>
                <a:srgbClr val="FF0000"/>
              </a:buClr>
              <a:buSzPts val="2400"/>
              <a:buFont typeface="Arial"/>
              <a:buChar char="•"/>
            </a:pPr>
            <a:r>
              <a:rPr lang="en-US" sz="2400">
                <a:solidFill>
                  <a:srgbClr val="000000"/>
                </a:solidFill>
                <a:latin typeface="Arial"/>
                <a:ea typeface="Arial"/>
                <a:cs typeface="Arial"/>
                <a:sym typeface="Arial"/>
              </a:rPr>
              <a:t> When the endpoint </a:t>
            </a:r>
            <a:r>
              <a:rPr b="1" lang="en-US" sz="2400">
                <a:solidFill>
                  <a:srgbClr val="000000"/>
                </a:solidFill>
                <a:latin typeface="Arial"/>
                <a:ea typeface="Arial"/>
                <a:cs typeface="Arial"/>
                <a:sym typeface="Arial"/>
              </a:rPr>
              <a:t>y</a:t>
            </a:r>
            <a:r>
              <a:rPr lang="en-US" sz="2400">
                <a:solidFill>
                  <a:srgbClr val="000000"/>
                </a:solidFill>
                <a:latin typeface="Arial"/>
                <a:ea typeface="Arial"/>
                <a:cs typeface="Arial"/>
                <a:sym typeface="Arial"/>
              </a:rPr>
              <a:t> coordinates of the two edges are monotonously </a:t>
            </a:r>
            <a:r>
              <a:rPr b="1" lang="en-US" sz="2400">
                <a:solidFill>
                  <a:srgbClr val="000000"/>
                </a:solidFill>
                <a:latin typeface="Arial"/>
                <a:ea typeface="Arial"/>
                <a:cs typeface="Arial"/>
                <a:sym typeface="Arial"/>
              </a:rPr>
              <a:t>increasing</a:t>
            </a:r>
            <a:r>
              <a:rPr lang="en-US" sz="2400">
                <a:solidFill>
                  <a:srgbClr val="000000"/>
                </a:solidFill>
                <a:latin typeface="Arial"/>
                <a:ea typeface="Arial"/>
                <a:cs typeface="Arial"/>
                <a:sym typeface="Arial"/>
              </a:rPr>
              <a:t>, the </a:t>
            </a:r>
            <a:r>
              <a:rPr b="1" lang="en-US" sz="2400">
                <a:solidFill>
                  <a:srgbClr val="000000"/>
                </a:solidFill>
                <a:latin typeface="Arial"/>
                <a:ea typeface="Arial"/>
                <a:cs typeface="Arial"/>
                <a:sym typeface="Arial"/>
              </a:rPr>
              <a:t>y</a:t>
            </a:r>
            <a:r>
              <a:rPr lang="en-US" sz="2400">
                <a:solidFill>
                  <a:srgbClr val="000000"/>
                </a:solidFill>
                <a:latin typeface="Arial"/>
                <a:ea typeface="Arial"/>
                <a:cs typeface="Arial"/>
                <a:sym typeface="Arial"/>
              </a:rPr>
              <a:t> value of the upper endpoint for the </a:t>
            </a:r>
            <a:r>
              <a:rPr b="1" lang="en-US" sz="2400">
                <a:solidFill>
                  <a:srgbClr val="000000"/>
                </a:solidFill>
                <a:latin typeface="Arial"/>
                <a:ea typeface="Arial"/>
                <a:cs typeface="Arial"/>
                <a:sym typeface="Arial"/>
              </a:rPr>
              <a:t>current edge</a:t>
            </a:r>
            <a:r>
              <a:rPr lang="en-US" sz="2400">
                <a:solidFill>
                  <a:srgbClr val="000000"/>
                </a:solidFill>
                <a:latin typeface="Arial"/>
                <a:ea typeface="Arial"/>
                <a:cs typeface="Arial"/>
                <a:sym typeface="Arial"/>
              </a:rPr>
              <a:t> is decreased by one</a:t>
            </a:r>
            <a:r>
              <a:rPr lang="en-US" sz="2400">
                <a:solidFill>
                  <a:srgbClr val="000000"/>
                </a:solidFill>
                <a:latin typeface="Times New Roman"/>
                <a:ea typeface="Times New Roman"/>
                <a:cs typeface="Times New Roman"/>
                <a:sym typeface="Times New Roman"/>
              </a:rPr>
              <a:t> (a)</a:t>
            </a:r>
            <a:endParaRPr/>
          </a:p>
          <a:p>
            <a:pPr indent="-152400" lvl="0" marL="0" marR="0" rtl="0" algn="just">
              <a:spcBef>
                <a:spcPts val="1200"/>
              </a:spcBef>
              <a:spcAft>
                <a:spcPts val="0"/>
              </a:spcAft>
              <a:buClr>
                <a:srgbClr val="FF0000"/>
              </a:buClr>
              <a:buSzPts val="2400"/>
              <a:buFont typeface="Arial"/>
              <a:buChar char="•"/>
            </a:pPr>
            <a:r>
              <a:rPr lang="en-US" sz="2400">
                <a:solidFill>
                  <a:srgbClr val="000000"/>
                </a:solidFill>
                <a:latin typeface="Arial"/>
                <a:ea typeface="Arial"/>
                <a:cs typeface="Arial"/>
                <a:sym typeface="Arial"/>
              </a:rPr>
              <a:t> When the endpoint </a:t>
            </a:r>
            <a:r>
              <a:rPr b="1" lang="en-US" sz="2400">
                <a:solidFill>
                  <a:srgbClr val="000000"/>
                </a:solidFill>
                <a:latin typeface="Arial"/>
                <a:ea typeface="Arial"/>
                <a:cs typeface="Arial"/>
                <a:sym typeface="Arial"/>
              </a:rPr>
              <a:t>y</a:t>
            </a:r>
            <a:r>
              <a:rPr lang="en-US" sz="2400">
                <a:solidFill>
                  <a:srgbClr val="000000"/>
                </a:solidFill>
                <a:latin typeface="Arial"/>
                <a:ea typeface="Arial"/>
                <a:cs typeface="Arial"/>
                <a:sym typeface="Arial"/>
              </a:rPr>
              <a:t> values are monotonously </a:t>
            </a:r>
            <a:r>
              <a:rPr b="1" lang="en-US" sz="2400">
                <a:solidFill>
                  <a:srgbClr val="000000"/>
                </a:solidFill>
                <a:latin typeface="Arial"/>
                <a:ea typeface="Arial"/>
                <a:cs typeface="Arial"/>
                <a:sym typeface="Arial"/>
              </a:rPr>
              <a:t>decreasing</a:t>
            </a:r>
            <a:r>
              <a:rPr lang="en-US" sz="2400">
                <a:solidFill>
                  <a:srgbClr val="000000"/>
                </a:solidFill>
                <a:latin typeface="Arial"/>
                <a:ea typeface="Arial"/>
                <a:cs typeface="Arial"/>
                <a:sym typeface="Arial"/>
              </a:rPr>
              <a:t>, the </a:t>
            </a:r>
            <a:r>
              <a:rPr b="1" lang="en-US" sz="2400">
                <a:solidFill>
                  <a:srgbClr val="000000"/>
                </a:solidFill>
                <a:latin typeface="Arial"/>
                <a:ea typeface="Arial"/>
                <a:cs typeface="Arial"/>
                <a:sym typeface="Arial"/>
              </a:rPr>
              <a:t>y</a:t>
            </a:r>
            <a:r>
              <a:rPr lang="en-US" sz="2400">
                <a:solidFill>
                  <a:srgbClr val="000000"/>
                </a:solidFill>
                <a:latin typeface="Arial"/>
                <a:ea typeface="Arial"/>
                <a:cs typeface="Arial"/>
                <a:sym typeface="Arial"/>
              </a:rPr>
              <a:t> value of the </a:t>
            </a:r>
            <a:r>
              <a:rPr b="1" lang="en-US" sz="2400">
                <a:solidFill>
                  <a:srgbClr val="000000"/>
                </a:solidFill>
                <a:latin typeface="Arial"/>
                <a:ea typeface="Arial"/>
                <a:cs typeface="Arial"/>
                <a:sym typeface="Arial"/>
              </a:rPr>
              <a:t>next</a:t>
            </a:r>
            <a:r>
              <a:rPr lang="en-US" sz="2400">
                <a:solidFill>
                  <a:srgbClr val="000000"/>
                </a:solidFill>
                <a:latin typeface="Arial"/>
                <a:ea typeface="Arial"/>
                <a:cs typeface="Arial"/>
                <a:sym typeface="Arial"/>
              </a:rPr>
              <a:t> </a:t>
            </a:r>
            <a:r>
              <a:rPr b="1" lang="en-US" sz="2400">
                <a:solidFill>
                  <a:srgbClr val="000000"/>
                </a:solidFill>
                <a:latin typeface="Arial"/>
                <a:ea typeface="Arial"/>
                <a:cs typeface="Arial"/>
                <a:sym typeface="Arial"/>
              </a:rPr>
              <a:t>edge</a:t>
            </a:r>
            <a:r>
              <a:rPr lang="en-US" sz="2400">
                <a:solidFill>
                  <a:srgbClr val="000000"/>
                </a:solidFill>
                <a:latin typeface="Arial"/>
                <a:ea typeface="Arial"/>
                <a:cs typeface="Arial"/>
                <a:sym typeface="Arial"/>
              </a:rPr>
              <a:t> is decreased by one</a:t>
            </a:r>
            <a:r>
              <a:rPr lang="en-US" sz="2400">
                <a:solidFill>
                  <a:srgbClr val="000000"/>
                </a:solidFill>
                <a:latin typeface="Times New Roman"/>
                <a:ea typeface="Times New Roman"/>
                <a:cs typeface="Times New Roman"/>
                <a:sym typeface="Times New Roman"/>
              </a:rPr>
              <a:t> (b)</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p16"/>
          <p:cNvSpPr txBox="1"/>
          <p:nvPr/>
        </p:nvSpPr>
        <p:spPr>
          <a:xfrm>
            <a:off x="342900" y="228600"/>
            <a:ext cx="8458200" cy="1049338"/>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3200">
                <a:solidFill>
                  <a:srgbClr val="3333CC"/>
                </a:solidFill>
                <a:latin typeface="Arial"/>
                <a:ea typeface="Arial"/>
                <a:cs typeface="Arial"/>
                <a:sym typeface="Arial"/>
              </a:rPr>
              <a:t>The Scan-Line Polygon Fill Algorithm</a:t>
            </a:r>
            <a:endParaRPr/>
          </a:p>
          <a:p>
            <a:pPr indent="0" lvl="0" marL="0" marR="0" rtl="0" algn="just">
              <a:lnSpc>
                <a:spcPct val="60000"/>
              </a:lnSpc>
              <a:spcBef>
                <a:spcPts val="1400"/>
              </a:spcBef>
              <a:spcAft>
                <a:spcPts val="0"/>
              </a:spcAft>
              <a:buNone/>
            </a:pPr>
            <a:r>
              <a:rPr b="1" lang="en-US" sz="2800">
                <a:solidFill>
                  <a:srgbClr val="FF0000"/>
                </a:solidFill>
                <a:latin typeface="Arial"/>
                <a:ea typeface="Arial"/>
                <a:cs typeface="Arial"/>
                <a:sym typeface="Arial"/>
              </a:rPr>
              <a:t>(Example)</a:t>
            </a:r>
            <a:endParaRPr sz="2400">
              <a:solidFill>
                <a:srgbClr val="000000"/>
              </a:solidFill>
              <a:latin typeface="Arial"/>
              <a:ea typeface="Arial"/>
              <a:cs typeface="Arial"/>
              <a:sym typeface="Arial"/>
            </a:endParaRPr>
          </a:p>
        </p:txBody>
      </p:sp>
      <p:pic>
        <p:nvPicPr>
          <p:cNvPr descr="E:\454 computer graphics\chapter 5\slide figures\exa02.jpg" id="686" name="Google Shape;686;p16"/>
          <p:cNvPicPr preferRelativeResize="0"/>
          <p:nvPr/>
        </p:nvPicPr>
        <p:blipFill rotWithShape="1">
          <a:blip r:embed="rId3">
            <a:alphaModFix/>
          </a:blip>
          <a:srcRect b="0" l="0" r="0" t="0"/>
          <a:stretch/>
        </p:blipFill>
        <p:spPr>
          <a:xfrm>
            <a:off x="1066800" y="1508125"/>
            <a:ext cx="7391400" cy="4306888"/>
          </a:xfrm>
          <a:prstGeom prst="rect">
            <a:avLst/>
          </a:prstGeom>
          <a:noFill/>
          <a:ln>
            <a:noFill/>
          </a:ln>
        </p:spPr>
      </p:pic>
      <p:sp>
        <p:nvSpPr>
          <p:cNvPr id="687" name="Google Shape;687;p16"/>
          <p:cNvSpPr txBox="1"/>
          <p:nvPr/>
        </p:nvSpPr>
        <p:spPr>
          <a:xfrm>
            <a:off x="2133600" y="5886555"/>
            <a:ext cx="3801041" cy="523220"/>
          </a:xfrm>
          <a:prstGeom prst="rect">
            <a:avLst/>
          </a:prstGeom>
          <a:solidFill>
            <a:srgbClr val="47FFD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N.B.  x2=x1+1/m(y2-y1)</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 name="Shape 691"/>
        <p:cNvGrpSpPr/>
        <p:nvPr/>
      </p:nvGrpSpPr>
      <p:grpSpPr>
        <a:xfrm>
          <a:off x="0" y="0"/>
          <a:ext cx="0" cy="0"/>
          <a:chOff x="0" y="0"/>
          <a:chExt cx="0" cy="0"/>
        </a:xfrm>
      </p:grpSpPr>
      <p:sp>
        <p:nvSpPr>
          <p:cNvPr id="692" name="Google Shape;692;p17"/>
          <p:cNvSpPr txBox="1"/>
          <p:nvPr/>
        </p:nvSpPr>
        <p:spPr>
          <a:xfrm>
            <a:off x="342900" y="228600"/>
            <a:ext cx="8458200" cy="3144838"/>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3200">
                <a:solidFill>
                  <a:srgbClr val="3333CC"/>
                </a:solidFill>
                <a:latin typeface="Arial"/>
                <a:ea typeface="Arial"/>
                <a:cs typeface="Arial"/>
                <a:sym typeface="Arial"/>
              </a:rPr>
              <a:t>The Scan-Line Polygon Fill Algorithm</a:t>
            </a:r>
            <a:endParaRPr b="1" sz="3200">
              <a:solidFill>
                <a:srgbClr val="3333CC"/>
              </a:solidFill>
              <a:latin typeface="Tahoma"/>
              <a:ea typeface="Tahoma"/>
              <a:cs typeface="Tahoma"/>
              <a:sym typeface="Tahoma"/>
            </a:endParaRPr>
          </a:p>
          <a:p>
            <a:pPr indent="0" lvl="0" marL="0" marR="0" rtl="0" algn="just">
              <a:spcBef>
                <a:spcPts val="1400"/>
              </a:spcBef>
              <a:spcAft>
                <a:spcPts val="0"/>
              </a:spcAft>
              <a:buNone/>
            </a:pPr>
            <a:r>
              <a:rPr lang="en-US" sz="2800">
                <a:solidFill>
                  <a:srgbClr val="000000"/>
                </a:solidFill>
                <a:latin typeface="Arial"/>
                <a:ea typeface="Arial"/>
                <a:cs typeface="Arial"/>
                <a:sym typeface="Arial"/>
              </a:rPr>
              <a:t> </a:t>
            </a:r>
            <a:r>
              <a:rPr b="1" lang="en-US" sz="2800">
                <a:solidFill>
                  <a:srgbClr val="FF0000"/>
                </a:solidFill>
                <a:latin typeface="Arial"/>
                <a:ea typeface="Arial"/>
                <a:cs typeface="Arial"/>
                <a:sym typeface="Arial"/>
              </a:rPr>
              <a:t>Determining</a:t>
            </a:r>
            <a:r>
              <a:rPr lang="en-US" sz="2800">
                <a:solidFill>
                  <a:srgbClr val="FF0000"/>
                </a:solidFill>
                <a:latin typeface="Arial"/>
                <a:ea typeface="Arial"/>
                <a:cs typeface="Arial"/>
                <a:sym typeface="Arial"/>
              </a:rPr>
              <a:t> </a:t>
            </a:r>
            <a:r>
              <a:rPr b="1" lang="en-US" sz="2800">
                <a:solidFill>
                  <a:srgbClr val="FF0000"/>
                </a:solidFill>
                <a:latin typeface="Arial"/>
                <a:ea typeface="Arial"/>
                <a:cs typeface="Arial"/>
                <a:sym typeface="Arial"/>
              </a:rPr>
              <a:t>Edge Intersections</a:t>
            </a:r>
            <a:endParaRPr/>
          </a:p>
          <a:p>
            <a:pPr indent="0" lvl="0" marL="0" marR="0" rtl="0" algn="ctr">
              <a:spcBef>
                <a:spcPts val="1400"/>
              </a:spcBef>
              <a:spcAft>
                <a:spcPts val="0"/>
              </a:spcAft>
              <a:buNone/>
            </a:pPr>
            <a:r>
              <a:rPr b="1" lang="en-US" sz="2800">
                <a:solidFill>
                  <a:srgbClr val="000000"/>
                </a:solidFill>
                <a:latin typeface="Arial"/>
                <a:ea typeface="Arial"/>
                <a:cs typeface="Arial"/>
                <a:sym typeface="Arial"/>
              </a:rPr>
              <a:t>m = (y</a:t>
            </a:r>
            <a:r>
              <a:rPr b="1" baseline="-25000" lang="en-US" sz="2800">
                <a:solidFill>
                  <a:srgbClr val="000000"/>
                </a:solidFill>
                <a:latin typeface="Arial"/>
                <a:ea typeface="Arial"/>
                <a:cs typeface="Arial"/>
                <a:sym typeface="Arial"/>
              </a:rPr>
              <a:t>k+1</a:t>
            </a:r>
            <a:r>
              <a:rPr b="1" lang="en-US" sz="2800">
                <a:solidFill>
                  <a:srgbClr val="000000"/>
                </a:solidFill>
                <a:latin typeface="Arial"/>
                <a:ea typeface="Arial"/>
                <a:cs typeface="Arial"/>
                <a:sym typeface="Arial"/>
              </a:rPr>
              <a:t> </a:t>
            </a:r>
            <a:r>
              <a:rPr b="1" lang="en-US" sz="2800">
                <a:solidFill>
                  <a:srgbClr val="000000"/>
                </a:solidFill>
                <a:latin typeface="Tahoma"/>
                <a:ea typeface="Tahoma"/>
                <a:cs typeface="Tahoma"/>
                <a:sym typeface="Tahoma"/>
              </a:rPr>
              <a:t>–</a:t>
            </a:r>
            <a:r>
              <a:rPr b="1" lang="en-US" sz="2800">
                <a:solidFill>
                  <a:srgbClr val="000000"/>
                </a:solidFill>
                <a:latin typeface="Arial"/>
                <a:ea typeface="Arial"/>
                <a:cs typeface="Arial"/>
                <a:sym typeface="Arial"/>
              </a:rPr>
              <a:t> y</a:t>
            </a:r>
            <a:r>
              <a:rPr b="1" baseline="-25000" lang="en-US" sz="2800">
                <a:solidFill>
                  <a:srgbClr val="000000"/>
                </a:solidFill>
                <a:latin typeface="Arial"/>
                <a:ea typeface="Arial"/>
                <a:cs typeface="Arial"/>
                <a:sym typeface="Arial"/>
              </a:rPr>
              <a:t>k</a:t>
            </a:r>
            <a:r>
              <a:rPr b="1" lang="en-US" sz="2800">
                <a:solidFill>
                  <a:srgbClr val="000000"/>
                </a:solidFill>
                <a:latin typeface="Arial"/>
                <a:ea typeface="Arial"/>
                <a:cs typeface="Arial"/>
                <a:sym typeface="Arial"/>
              </a:rPr>
              <a:t>) / (x</a:t>
            </a:r>
            <a:r>
              <a:rPr b="1" baseline="-25000" lang="en-US" sz="2800">
                <a:solidFill>
                  <a:srgbClr val="000000"/>
                </a:solidFill>
                <a:latin typeface="Arial"/>
                <a:ea typeface="Arial"/>
                <a:cs typeface="Arial"/>
                <a:sym typeface="Arial"/>
              </a:rPr>
              <a:t>k+1</a:t>
            </a:r>
            <a:r>
              <a:rPr b="1" lang="en-US" sz="2800">
                <a:solidFill>
                  <a:srgbClr val="000000"/>
                </a:solidFill>
                <a:latin typeface="Arial"/>
                <a:ea typeface="Arial"/>
                <a:cs typeface="Arial"/>
                <a:sym typeface="Arial"/>
              </a:rPr>
              <a:t> </a:t>
            </a:r>
            <a:r>
              <a:rPr b="1" lang="en-US" sz="2800">
                <a:solidFill>
                  <a:srgbClr val="000000"/>
                </a:solidFill>
                <a:latin typeface="Tahoma"/>
                <a:ea typeface="Tahoma"/>
                <a:cs typeface="Tahoma"/>
                <a:sym typeface="Tahoma"/>
              </a:rPr>
              <a:t>–</a:t>
            </a:r>
            <a:r>
              <a:rPr b="1" lang="en-US" sz="2800">
                <a:solidFill>
                  <a:srgbClr val="000000"/>
                </a:solidFill>
                <a:latin typeface="Arial"/>
                <a:ea typeface="Arial"/>
                <a:cs typeface="Arial"/>
                <a:sym typeface="Arial"/>
              </a:rPr>
              <a:t> x</a:t>
            </a:r>
            <a:r>
              <a:rPr b="1" baseline="-25000" lang="en-US" sz="2800">
                <a:solidFill>
                  <a:srgbClr val="000000"/>
                </a:solidFill>
                <a:latin typeface="Arial"/>
                <a:ea typeface="Arial"/>
                <a:cs typeface="Arial"/>
                <a:sym typeface="Arial"/>
              </a:rPr>
              <a:t>k</a:t>
            </a:r>
            <a:r>
              <a:rPr b="1" lang="en-US" sz="2800">
                <a:solidFill>
                  <a:srgbClr val="000000"/>
                </a:solidFill>
                <a:latin typeface="Arial"/>
                <a:ea typeface="Arial"/>
                <a:cs typeface="Arial"/>
                <a:sym typeface="Arial"/>
              </a:rPr>
              <a:t>)</a:t>
            </a:r>
            <a:endParaRPr/>
          </a:p>
          <a:p>
            <a:pPr indent="0" lvl="0" marL="0" marR="0" rtl="0" algn="ctr">
              <a:spcBef>
                <a:spcPts val="1400"/>
              </a:spcBef>
              <a:spcAft>
                <a:spcPts val="0"/>
              </a:spcAft>
              <a:buNone/>
            </a:pPr>
            <a:r>
              <a:rPr b="1" lang="en-US" sz="2800">
                <a:solidFill>
                  <a:srgbClr val="000000"/>
                </a:solidFill>
                <a:latin typeface="Arial"/>
                <a:ea typeface="Arial"/>
                <a:cs typeface="Arial"/>
                <a:sym typeface="Arial"/>
              </a:rPr>
              <a:t>y</a:t>
            </a:r>
            <a:r>
              <a:rPr b="1" baseline="-25000" lang="en-US" sz="2800">
                <a:solidFill>
                  <a:srgbClr val="000000"/>
                </a:solidFill>
                <a:latin typeface="Arial"/>
                <a:ea typeface="Arial"/>
                <a:cs typeface="Arial"/>
                <a:sym typeface="Arial"/>
              </a:rPr>
              <a:t>k+1</a:t>
            </a:r>
            <a:r>
              <a:rPr b="1" lang="en-US" sz="2800">
                <a:solidFill>
                  <a:srgbClr val="000000"/>
                </a:solidFill>
                <a:latin typeface="Arial"/>
                <a:ea typeface="Arial"/>
                <a:cs typeface="Arial"/>
                <a:sym typeface="Arial"/>
              </a:rPr>
              <a:t> </a:t>
            </a:r>
            <a:r>
              <a:rPr b="1" lang="en-US" sz="2800">
                <a:solidFill>
                  <a:srgbClr val="000000"/>
                </a:solidFill>
                <a:latin typeface="Tahoma"/>
                <a:ea typeface="Tahoma"/>
                <a:cs typeface="Tahoma"/>
                <a:sym typeface="Tahoma"/>
              </a:rPr>
              <a:t>–</a:t>
            </a:r>
            <a:r>
              <a:rPr b="1" lang="en-US" sz="2800">
                <a:solidFill>
                  <a:srgbClr val="000000"/>
                </a:solidFill>
                <a:latin typeface="Arial"/>
                <a:ea typeface="Arial"/>
                <a:cs typeface="Arial"/>
                <a:sym typeface="Arial"/>
              </a:rPr>
              <a:t> y</a:t>
            </a:r>
            <a:r>
              <a:rPr b="1" baseline="-25000" lang="en-US" sz="2800">
                <a:solidFill>
                  <a:srgbClr val="000000"/>
                </a:solidFill>
                <a:latin typeface="Arial"/>
                <a:ea typeface="Arial"/>
                <a:cs typeface="Arial"/>
                <a:sym typeface="Arial"/>
              </a:rPr>
              <a:t>k</a:t>
            </a:r>
            <a:r>
              <a:rPr b="1" lang="en-US" sz="2800">
                <a:solidFill>
                  <a:srgbClr val="000000"/>
                </a:solidFill>
                <a:latin typeface="Arial"/>
                <a:ea typeface="Arial"/>
                <a:cs typeface="Arial"/>
                <a:sym typeface="Arial"/>
              </a:rPr>
              <a:t> = 1</a:t>
            </a:r>
            <a:r>
              <a:rPr b="1" lang="en-US" sz="2800">
                <a:solidFill>
                  <a:srgbClr val="FF0000"/>
                </a:solidFill>
                <a:latin typeface="Arial"/>
                <a:ea typeface="Arial"/>
                <a:cs typeface="Arial"/>
                <a:sym typeface="Arial"/>
              </a:rPr>
              <a:t> </a:t>
            </a:r>
            <a:endParaRPr/>
          </a:p>
          <a:p>
            <a:pPr indent="0" lvl="0" marL="0" marR="0" rtl="0" algn="ctr">
              <a:spcBef>
                <a:spcPts val="1400"/>
              </a:spcBef>
              <a:spcAft>
                <a:spcPts val="0"/>
              </a:spcAft>
              <a:buNone/>
            </a:pPr>
            <a:r>
              <a:rPr b="1" lang="en-US" sz="2800">
                <a:solidFill>
                  <a:srgbClr val="000000"/>
                </a:solidFill>
                <a:latin typeface="Arial"/>
                <a:ea typeface="Arial"/>
                <a:cs typeface="Arial"/>
                <a:sym typeface="Arial"/>
              </a:rPr>
              <a:t>x</a:t>
            </a:r>
            <a:r>
              <a:rPr b="1" baseline="-25000" lang="en-US" sz="2800">
                <a:solidFill>
                  <a:srgbClr val="000000"/>
                </a:solidFill>
                <a:latin typeface="Arial"/>
                <a:ea typeface="Arial"/>
                <a:cs typeface="Arial"/>
                <a:sym typeface="Arial"/>
              </a:rPr>
              <a:t>k+1</a:t>
            </a:r>
            <a:r>
              <a:rPr b="1" lang="en-US" sz="2800">
                <a:solidFill>
                  <a:srgbClr val="000000"/>
                </a:solidFill>
                <a:latin typeface="Arial"/>
                <a:ea typeface="Arial"/>
                <a:cs typeface="Arial"/>
                <a:sym typeface="Arial"/>
              </a:rPr>
              <a:t> = x</a:t>
            </a:r>
            <a:r>
              <a:rPr b="1" baseline="-25000" lang="en-US" sz="2800">
                <a:solidFill>
                  <a:srgbClr val="000000"/>
                </a:solidFill>
                <a:latin typeface="Arial"/>
                <a:ea typeface="Arial"/>
                <a:cs typeface="Arial"/>
                <a:sym typeface="Arial"/>
              </a:rPr>
              <a:t>k</a:t>
            </a:r>
            <a:r>
              <a:rPr b="1" lang="en-US" sz="2800">
                <a:solidFill>
                  <a:srgbClr val="000000"/>
                </a:solidFill>
                <a:latin typeface="Arial"/>
                <a:ea typeface="Arial"/>
                <a:cs typeface="Arial"/>
                <a:sym typeface="Arial"/>
              </a:rPr>
              <a:t> + 1/m</a:t>
            </a:r>
            <a:r>
              <a:rPr lang="en-US" sz="2800">
                <a:solidFill>
                  <a:srgbClr val="000000"/>
                </a:solidFill>
                <a:latin typeface="Arial"/>
                <a:ea typeface="Arial"/>
                <a:cs typeface="Arial"/>
                <a:sym typeface="Arial"/>
              </a:rPr>
              <a:t> </a:t>
            </a:r>
            <a:endParaRPr/>
          </a:p>
        </p:txBody>
      </p:sp>
      <p:pic>
        <p:nvPicPr>
          <p:cNvPr descr="E:\454 computer graphics\chapter 5\chapter5 Figures\fig004.jpg" id="693" name="Google Shape;693;p17"/>
          <p:cNvPicPr preferRelativeResize="0"/>
          <p:nvPr/>
        </p:nvPicPr>
        <p:blipFill rotWithShape="1">
          <a:blip r:embed="rId3">
            <a:alphaModFix/>
          </a:blip>
          <a:srcRect b="0" l="0" r="0" t="0"/>
          <a:stretch/>
        </p:blipFill>
        <p:spPr>
          <a:xfrm>
            <a:off x="1795463" y="3810000"/>
            <a:ext cx="5553075" cy="26003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p18"/>
          <p:cNvSpPr txBox="1"/>
          <p:nvPr/>
        </p:nvSpPr>
        <p:spPr>
          <a:xfrm>
            <a:off x="342900" y="228600"/>
            <a:ext cx="8801100" cy="16637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3200">
                <a:solidFill>
                  <a:srgbClr val="3333CC"/>
                </a:solidFill>
                <a:latin typeface="Arial"/>
                <a:ea typeface="Arial"/>
                <a:cs typeface="Arial"/>
                <a:sym typeface="Arial"/>
              </a:rPr>
              <a:t>The Scan-Line Polygon Fill Algorithm</a:t>
            </a:r>
            <a:endParaRPr/>
          </a:p>
          <a:p>
            <a:pPr indent="0" lvl="0" marL="0" marR="0" rtl="0" algn="just">
              <a:lnSpc>
                <a:spcPct val="60000"/>
              </a:lnSpc>
              <a:spcBef>
                <a:spcPts val="1600"/>
              </a:spcBef>
              <a:spcAft>
                <a:spcPts val="0"/>
              </a:spcAft>
              <a:buNone/>
            </a:pPr>
            <a:r>
              <a:rPr b="1" lang="en-US" sz="2800">
                <a:solidFill>
                  <a:srgbClr val="FF0000"/>
                </a:solidFill>
                <a:latin typeface="Arial"/>
                <a:ea typeface="Arial"/>
                <a:cs typeface="Arial"/>
                <a:sym typeface="Arial"/>
              </a:rPr>
              <a:t>(Example)</a:t>
            </a:r>
            <a:r>
              <a:rPr b="1" lang="en-US" sz="3200">
                <a:solidFill>
                  <a:srgbClr val="3333CC"/>
                </a:solidFill>
                <a:latin typeface="Arial"/>
                <a:ea typeface="Arial"/>
                <a:cs typeface="Arial"/>
                <a:sym typeface="Arial"/>
              </a:rPr>
              <a:t> </a:t>
            </a:r>
            <a:r>
              <a:rPr b="1" lang="en-US" sz="2400">
                <a:solidFill>
                  <a:srgbClr val="000000"/>
                </a:solidFill>
                <a:latin typeface="Arial"/>
                <a:ea typeface="Arial"/>
                <a:cs typeface="Arial"/>
                <a:sym typeface="Arial"/>
              </a:rPr>
              <a:t>Polygon = {A, B, C, D, E, F, G}</a:t>
            </a:r>
            <a:endParaRPr/>
          </a:p>
          <a:p>
            <a:pPr indent="0" lvl="0" marL="0" marR="0" rtl="0" algn="ctr">
              <a:spcBef>
                <a:spcPts val="1200"/>
              </a:spcBef>
              <a:spcAft>
                <a:spcPts val="0"/>
              </a:spcAft>
              <a:buNone/>
            </a:pPr>
            <a:r>
              <a:rPr b="1" lang="en-US" sz="2400">
                <a:solidFill>
                  <a:srgbClr val="000000"/>
                </a:solidFill>
                <a:latin typeface="Arial"/>
                <a:ea typeface="Arial"/>
                <a:cs typeface="Arial"/>
                <a:sym typeface="Arial"/>
              </a:rPr>
              <a:t>Polygon = {(2, 7), (4, 12), (8,15), (16, 9), (11, 5), (8, 7), (5, 5)}</a:t>
            </a:r>
            <a:endParaRPr sz="2800">
              <a:solidFill>
                <a:srgbClr val="000000"/>
              </a:solidFill>
              <a:latin typeface="Arial"/>
              <a:ea typeface="Arial"/>
              <a:cs typeface="Arial"/>
              <a:sym typeface="Arial"/>
            </a:endParaRPr>
          </a:p>
        </p:txBody>
      </p:sp>
      <p:pic>
        <p:nvPicPr>
          <p:cNvPr descr="E:\454 computer graphics\chapter 5\faraf scan example\polygon_000.jpg" id="699" name="Google Shape;699;p18"/>
          <p:cNvPicPr preferRelativeResize="0"/>
          <p:nvPr/>
        </p:nvPicPr>
        <p:blipFill rotWithShape="1">
          <a:blip r:embed="rId3">
            <a:alphaModFix/>
          </a:blip>
          <a:srcRect b="0" l="0" r="0" t="0"/>
          <a:stretch/>
        </p:blipFill>
        <p:spPr>
          <a:xfrm>
            <a:off x="228600" y="2057400"/>
            <a:ext cx="4543425" cy="4256088"/>
          </a:xfrm>
          <a:prstGeom prst="rect">
            <a:avLst/>
          </a:prstGeom>
          <a:noFill/>
          <a:ln>
            <a:noFill/>
          </a:ln>
        </p:spPr>
      </p:pic>
      <p:pic>
        <p:nvPicPr>
          <p:cNvPr descr="E:\454 computer graphics\chapter 5\slide figures\exa01.jpg" id="700" name="Google Shape;700;p18"/>
          <p:cNvPicPr preferRelativeResize="0"/>
          <p:nvPr/>
        </p:nvPicPr>
        <p:blipFill rotWithShape="1">
          <a:blip r:embed="rId4">
            <a:alphaModFix/>
          </a:blip>
          <a:srcRect b="0" l="0" r="0" t="0"/>
          <a:stretch/>
        </p:blipFill>
        <p:spPr>
          <a:xfrm>
            <a:off x="4800600" y="2133600"/>
            <a:ext cx="4217410" cy="185154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sp>
        <p:nvSpPr>
          <p:cNvPr id="705" name="Google Shape;705;p19"/>
          <p:cNvSpPr txBox="1"/>
          <p:nvPr/>
        </p:nvSpPr>
        <p:spPr>
          <a:xfrm>
            <a:off x="342900" y="228600"/>
            <a:ext cx="8458200" cy="46166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2400">
                <a:solidFill>
                  <a:srgbClr val="3333CC"/>
                </a:solidFill>
                <a:latin typeface="Arial"/>
                <a:ea typeface="Arial"/>
                <a:cs typeface="Arial"/>
                <a:sym typeface="Arial"/>
              </a:rPr>
              <a:t>The Scan-Line Polygon Fill Algorithm</a:t>
            </a:r>
            <a:r>
              <a:rPr b="1" lang="en-US" sz="2000">
                <a:solidFill>
                  <a:srgbClr val="FF0000"/>
                </a:solidFill>
                <a:latin typeface="Arial"/>
                <a:ea typeface="Arial"/>
                <a:cs typeface="Arial"/>
                <a:sym typeface="Arial"/>
              </a:rPr>
              <a:t>(Example)</a:t>
            </a:r>
            <a:r>
              <a:rPr lang="en-US" sz="2000">
                <a:solidFill>
                  <a:srgbClr val="000000"/>
                </a:solidFill>
                <a:latin typeface="Arial"/>
                <a:ea typeface="Arial"/>
                <a:cs typeface="Arial"/>
                <a:sym typeface="Arial"/>
              </a:rPr>
              <a:t> </a:t>
            </a:r>
            <a:endParaRPr/>
          </a:p>
        </p:txBody>
      </p:sp>
      <p:pic>
        <p:nvPicPr>
          <p:cNvPr descr="E:\454 computer graphics\chapter 5\slide figures\exa03.jpg" id="706" name="Google Shape;706;p19"/>
          <p:cNvPicPr preferRelativeResize="0"/>
          <p:nvPr/>
        </p:nvPicPr>
        <p:blipFill rotWithShape="1">
          <a:blip r:embed="rId3">
            <a:alphaModFix/>
          </a:blip>
          <a:srcRect b="0" l="0" r="0" t="0"/>
          <a:stretch/>
        </p:blipFill>
        <p:spPr>
          <a:xfrm>
            <a:off x="113310" y="726881"/>
            <a:ext cx="8915400" cy="2963863"/>
          </a:xfrm>
          <a:prstGeom prst="rect">
            <a:avLst/>
          </a:prstGeom>
          <a:noFill/>
          <a:ln>
            <a:noFill/>
          </a:ln>
        </p:spPr>
      </p:pic>
      <p:sp>
        <p:nvSpPr>
          <p:cNvPr id="707" name="Google Shape;707;p19"/>
          <p:cNvSpPr txBox="1"/>
          <p:nvPr/>
        </p:nvSpPr>
        <p:spPr>
          <a:xfrm>
            <a:off x="351806" y="3810000"/>
            <a:ext cx="5105400" cy="1737142"/>
          </a:xfrm>
          <a:prstGeom prst="rect">
            <a:avLst/>
          </a:prstGeom>
          <a:solidFill>
            <a:srgbClr val="C1FEEF"/>
          </a:solidFill>
          <a:ln>
            <a:noFill/>
          </a:ln>
        </p:spPr>
        <p:txBody>
          <a:bodyPr anchorCtr="0" anchor="t" bIns="45700" lIns="91425" spcFirstLastPara="1" rIns="91425" wrap="square" tIns="45700">
            <a:spAutoFit/>
          </a:bodyPr>
          <a:lstStyle/>
          <a:p>
            <a:pPr indent="-127000" lvl="0" marL="0" marR="0" rtl="0" algn="just">
              <a:spcBef>
                <a:spcPts val="0"/>
              </a:spcBef>
              <a:spcAft>
                <a:spcPts val="0"/>
              </a:spcAft>
              <a:buClr>
                <a:srgbClr val="FF0000"/>
              </a:buClr>
              <a:buSzPts val="2000"/>
              <a:buFont typeface="Arial"/>
              <a:buChar char="•"/>
            </a:pPr>
            <a:r>
              <a:rPr b="1" lang="en-US" sz="2000">
                <a:solidFill>
                  <a:srgbClr val="000000"/>
                </a:solidFill>
                <a:latin typeface="Arial"/>
                <a:ea typeface="Arial"/>
                <a:cs typeface="Arial"/>
                <a:sym typeface="Arial"/>
              </a:rPr>
              <a:t> Vertex A</a:t>
            </a:r>
            <a:r>
              <a:rPr lang="en-US" sz="2000">
                <a:solidFill>
                  <a:srgbClr val="000000"/>
                </a:solidFill>
                <a:latin typeface="Arial"/>
                <a:ea typeface="Arial"/>
                <a:cs typeface="Arial"/>
                <a:sym typeface="Arial"/>
              </a:rPr>
              <a:t> should be split into two vertices </a:t>
            </a:r>
            <a:r>
              <a:rPr b="1" lang="en-US" sz="2000">
                <a:solidFill>
                  <a:srgbClr val="000000"/>
                </a:solidFill>
                <a:latin typeface="Arial"/>
                <a:ea typeface="Arial"/>
                <a:cs typeface="Arial"/>
                <a:sym typeface="Arial"/>
              </a:rPr>
              <a:t>A'</a:t>
            </a:r>
            <a:r>
              <a:rPr lang="en-US" sz="2000">
                <a:solidFill>
                  <a:srgbClr val="000000"/>
                </a:solidFill>
                <a:latin typeface="Arial"/>
                <a:ea typeface="Arial"/>
                <a:cs typeface="Arial"/>
                <a:sym typeface="Arial"/>
              </a:rPr>
              <a:t> (</a:t>
            </a:r>
            <a:r>
              <a:rPr b="1" lang="en-US" sz="2000">
                <a:solidFill>
                  <a:srgbClr val="000000"/>
                </a:solidFill>
                <a:latin typeface="Arial"/>
                <a:ea typeface="Arial"/>
                <a:cs typeface="Arial"/>
                <a:sym typeface="Arial"/>
              </a:rPr>
              <a:t>x</a:t>
            </a:r>
            <a:r>
              <a:rPr b="1" baseline="-25000" lang="en-US" sz="2000">
                <a:solidFill>
                  <a:srgbClr val="000000"/>
                </a:solidFill>
                <a:latin typeface="Arial"/>
                <a:ea typeface="Arial"/>
                <a:cs typeface="Arial"/>
                <a:sym typeface="Arial"/>
              </a:rPr>
              <a:t>A'</a:t>
            </a:r>
            <a:r>
              <a:rPr lang="en-US" sz="2000">
                <a:solidFill>
                  <a:srgbClr val="000000"/>
                </a:solidFill>
                <a:latin typeface="Arial"/>
                <a:ea typeface="Arial"/>
                <a:cs typeface="Arial"/>
                <a:sym typeface="Arial"/>
              </a:rPr>
              <a:t>, </a:t>
            </a:r>
            <a:r>
              <a:rPr b="1" lang="en-US" sz="2000">
                <a:solidFill>
                  <a:srgbClr val="000000"/>
                </a:solidFill>
                <a:latin typeface="Arial"/>
                <a:ea typeface="Arial"/>
                <a:cs typeface="Arial"/>
                <a:sym typeface="Arial"/>
              </a:rPr>
              <a:t>6</a:t>
            </a:r>
            <a:r>
              <a:rPr lang="en-US" sz="2000">
                <a:solidFill>
                  <a:srgbClr val="000000"/>
                </a:solidFill>
                <a:latin typeface="Arial"/>
                <a:ea typeface="Arial"/>
                <a:cs typeface="Arial"/>
                <a:sym typeface="Arial"/>
              </a:rPr>
              <a:t>) and </a:t>
            </a:r>
            <a:r>
              <a:rPr b="1" lang="en-US" sz="2000">
                <a:solidFill>
                  <a:srgbClr val="000000"/>
                </a:solidFill>
                <a:latin typeface="Arial"/>
                <a:ea typeface="Arial"/>
                <a:cs typeface="Arial"/>
                <a:sym typeface="Arial"/>
              </a:rPr>
              <a:t>A</a:t>
            </a:r>
            <a:r>
              <a:rPr lang="en-US" sz="2000">
                <a:solidFill>
                  <a:srgbClr val="000000"/>
                </a:solidFill>
                <a:latin typeface="Arial"/>
                <a:ea typeface="Arial"/>
                <a:cs typeface="Arial"/>
                <a:sym typeface="Arial"/>
              </a:rPr>
              <a:t>(</a:t>
            </a:r>
            <a:r>
              <a:rPr b="1" lang="en-US" sz="2000">
                <a:solidFill>
                  <a:srgbClr val="000000"/>
                </a:solidFill>
                <a:latin typeface="Arial"/>
                <a:ea typeface="Arial"/>
                <a:cs typeface="Arial"/>
                <a:sym typeface="Arial"/>
              </a:rPr>
              <a:t>2, 7</a:t>
            </a:r>
            <a:r>
              <a:rPr lang="en-US" sz="2000">
                <a:solidFill>
                  <a:srgbClr val="000000"/>
                </a:solidFill>
                <a:latin typeface="Arial"/>
                <a:ea typeface="Arial"/>
                <a:cs typeface="Arial"/>
                <a:sym typeface="Arial"/>
              </a:rPr>
              <a:t>)</a:t>
            </a:r>
            <a:endParaRPr sz="2000">
              <a:solidFill>
                <a:srgbClr val="000000"/>
              </a:solidFill>
              <a:latin typeface="Times New Roman"/>
              <a:ea typeface="Times New Roman"/>
              <a:cs typeface="Times New Roman"/>
              <a:sym typeface="Times New Roman"/>
            </a:endParaRPr>
          </a:p>
          <a:p>
            <a:pPr indent="0" lvl="0" marL="0" marR="0" rtl="0" algn="ctr">
              <a:lnSpc>
                <a:spcPct val="60000"/>
              </a:lnSpc>
              <a:spcBef>
                <a:spcPts val="1000"/>
              </a:spcBef>
              <a:spcAft>
                <a:spcPts val="0"/>
              </a:spcAft>
              <a:buNone/>
            </a:pPr>
            <a:r>
              <a:rPr b="1" lang="en-US" sz="2000">
                <a:solidFill>
                  <a:srgbClr val="000000"/>
                </a:solidFill>
                <a:latin typeface="Arial"/>
                <a:ea typeface="Arial"/>
                <a:cs typeface="Arial"/>
                <a:sym typeface="Arial"/>
              </a:rPr>
              <a:t> m =( 5</a:t>
            </a:r>
            <a:r>
              <a:rPr b="1" baseline="-25000" lang="en-US" sz="2000">
                <a:solidFill>
                  <a:srgbClr val="000000"/>
                </a:solidFill>
                <a:latin typeface="Arial"/>
                <a:ea typeface="Arial"/>
                <a:cs typeface="Arial"/>
                <a:sym typeface="Arial"/>
              </a:rPr>
              <a:t> </a:t>
            </a:r>
            <a:r>
              <a:rPr b="1" lang="en-US" sz="2000">
                <a:solidFill>
                  <a:srgbClr val="000000"/>
                </a:solidFill>
                <a:latin typeface="Times New Roman"/>
                <a:ea typeface="Times New Roman"/>
                <a:cs typeface="Times New Roman"/>
                <a:sym typeface="Times New Roman"/>
              </a:rPr>
              <a:t>–</a:t>
            </a:r>
            <a:r>
              <a:rPr b="1" lang="en-US" sz="2000">
                <a:solidFill>
                  <a:srgbClr val="000000"/>
                </a:solidFill>
                <a:latin typeface="Arial"/>
                <a:ea typeface="Arial"/>
                <a:cs typeface="Arial"/>
                <a:sym typeface="Arial"/>
              </a:rPr>
              <a:t>  7)/( 5 </a:t>
            </a:r>
            <a:r>
              <a:rPr b="1" lang="en-US" sz="2000">
                <a:solidFill>
                  <a:srgbClr val="000000"/>
                </a:solidFill>
                <a:latin typeface="Times New Roman"/>
                <a:ea typeface="Times New Roman"/>
                <a:cs typeface="Times New Roman"/>
                <a:sym typeface="Times New Roman"/>
              </a:rPr>
              <a:t>–</a:t>
            </a:r>
            <a:r>
              <a:rPr b="1" lang="en-US" sz="2000">
                <a:solidFill>
                  <a:srgbClr val="000000"/>
                </a:solidFill>
                <a:latin typeface="Arial"/>
                <a:ea typeface="Arial"/>
                <a:cs typeface="Arial"/>
                <a:sym typeface="Arial"/>
              </a:rPr>
              <a:t>  2) = </a:t>
            </a:r>
            <a:r>
              <a:rPr b="1" lang="en-US" sz="2000">
                <a:solidFill>
                  <a:srgbClr val="000000"/>
                </a:solidFill>
                <a:latin typeface="Times New Roman"/>
                <a:ea typeface="Times New Roman"/>
                <a:cs typeface="Times New Roman"/>
                <a:sym typeface="Times New Roman"/>
              </a:rPr>
              <a:t>–</a:t>
            </a:r>
            <a:r>
              <a:rPr b="1" lang="en-US" sz="2000">
                <a:solidFill>
                  <a:srgbClr val="000000"/>
                </a:solidFill>
                <a:latin typeface="Arial"/>
                <a:ea typeface="Arial"/>
                <a:cs typeface="Arial"/>
                <a:sym typeface="Arial"/>
              </a:rPr>
              <a:t>  2/3</a:t>
            </a:r>
            <a:endParaRPr sz="2000">
              <a:solidFill>
                <a:srgbClr val="000000"/>
              </a:solidFill>
              <a:latin typeface="Times New Roman"/>
              <a:ea typeface="Times New Roman"/>
              <a:cs typeface="Times New Roman"/>
              <a:sym typeface="Times New Roman"/>
            </a:endParaRPr>
          </a:p>
          <a:p>
            <a:pPr indent="0" lvl="0" marL="0" marR="0" rtl="0" algn="ctr">
              <a:lnSpc>
                <a:spcPct val="60000"/>
              </a:lnSpc>
              <a:spcBef>
                <a:spcPts val="1000"/>
              </a:spcBef>
              <a:spcAft>
                <a:spcPts val="0"/>
              </a:spcAft>
              <a:buNone/>
            </a:pPr>
            <a:r>
              <a:rPr b="1" lang="en-US" sz="2000">
                <a:solidFill>
                  <a:srgbClr val="000000"/>
                </a:solidFill>
                <a:latin typeface="Arial"/>
                <a:ea typeface="Arial"/>
                <a:cs typeface="Arial"/>
                <a:sym typeface="Arial"/>
              </a:rPr>
              <a:t>x'</a:t>
            </a:r>
            <a:r>
              <a:rPr b="1" baseline="-25000" lang="en-US" sz="2000">
                <a:solidFill>
                  <a:srgbClr val="000000"/>
                </a:solidFill>
                <a:latin typeface="Arial"/>
                <a:ea typeface="Arial"/>
                <a:cs typeface="Arial"/>
                <a:sym typeface="Arial"/>
              </a:rPr>
              <a:t>A</a:t>
            </a:r>
            <a:r>
              <a:rPr lang="en-US" sz="2000">
                <a:solidFill>
                  <a:srgbClr val="000000"/>
                </a:solidFill>
                <a:latin typeface="Arial"/>
                <a:ea typeface="Arial"/>
                <a:cs typeface="Arial"/>
                <a:sym typeface="Arial"/>
              </a:rPr>
              <a:t> = </a:t>
            </a:r>
            <a:r>
              <a:rPr b="1" lang="en-US" sz="2000">
                <a:solidFill>
                  <a:srgbClr val="000000"/>
                </a:solidFill>
                <a:latin typeface="Arial"/>
                <a:ea typeface="Arial"/>
                <a:cs typeface="Arial"/>
                <a:sym typeface="Arial"/>
              </a:rPr>
              <a:t>5</a:t>
            </a:r>
            <a:r>
              <a:rPr lang="en-US" sz="2000">
                <a:solidFill>
                  <a:srgbClr val="000000"/>
                </a:solidFill>
                <a:latin typeface="Arial"/>
                <a:ea typeface="Arial"/>
                <a:cs typeface="Arial"/>
                <a:sym typeface="Arial"/>
              </a:rPr>
              <a:t> + (</a:t>
            </a:r>
            <a:r>
              <a:rPr b="1" lang="en-US" sz="2000">
                <a:solidFill>
                  <a:srgbClr val="000000"/>
                </a:solidFill>
                <a:latin typeface="Times New Roman"/>
                <a:ea typeface="Times New Roman"/>
                <a:cs typeface="Times New Roman"/>
                <a:sym typeface="Times New Roman"/>
              </a:rPr>
              <a:t>–</a:t>
            </a:r>
            <a:r>
              <a:rPr b="1" lang="en-US" sz="2000">
                <a:solidFill>
                  <a:srgbClr val="000000"/>
                </a:solidFill>
                <a:latin typeface="Arial"/>
                <a:ea typeface="Arial"/>
                <a:cs typeface="Arial"/>
                <a:sym typeface="Arial"/>
              </a:rPr>
              <a:t>3</a:t>
            </a:r>
            <a:r>
              <a:rPr lang="en-US" sz="2000">
                <a:solidFill>
                  <a:srgbClr val="000000"/>
                </a:solidFill>
                <a:latin typeface="Arial"/>
                <a:ea typeface="Arial"/>
                <a:cs typeface="Arial"/>
                <a:sym typeface="Arial"/>
              </a:rPr>
              <a:t>/</a:t>
            </a:r>
            <a:r>
              <a:rPr b="1" lang="en-US" sz="2000">
                <a:solidFill>
                  <a:srgbClr val="000000"/>
                </a:solidFill>
                <a:latin typeface="Arial"/>
                <a:ea typeface="Arial"/>
                <a:cs typeface="Arial"/>
                <a:sym typeface="Arial"/>
              </a:rPr>
              <a:t>2</a:t>
            </a:r>
            <a:r>
              <a:rPr lang="en-US" sz="2000">
                <a:solidFill>
                  <a:srgbClr val="000000"/>
                </a:solidFill>
                <a:latin typeface="Arial"/>
                <a:ea typeface="Arial"/>
                <a:cs typeface="Arial"/>
                <a:sym typeface="Arial"/>
              </a:rPr>
              <a:t>)(</a:t>
            </a:r>
            <a:r>
              <a:rPr b="1" lang="en-US" sz="2000">
                <a:solidFill>
                  <a:srgbClr val="000000"/>
                </a:solidFill>
                <a:latin typeface="Arial"/>
                <a:ea typeface="Arial"/>
                <a:cs typeface="Arial"/>
                <a:sym typeface="Arial"/>
              </a:rPr>
              <a:t> 7 </a:t>
            </a:r>
            <a:r>
              <a:rPr b="1" lang="en-US" sz="2000">
                <a:solidFill>
                  <a:srgbClr val="000000"/>
                </a:solidFill>
                <a:latin typeface="Times New Roman"/>
                <a:ea typeface="Times New Roman"/>
                <a:cs typeface="Times New Roman"/>
                <a:sym typeface="Times New Roman"/>
              </a:rPr>
              <a:t>–</a:t>
            </a:r>
            <a:r>
              <a:rPr b="1" lang="en-US" sz="2000">
                <a:solidFill>
                  <a:srgbClr val="000000"/>
                </a:solidFill>
                <a:latin typeface="Arial"/>
                <a:ea typeface="Arial"/>
                <a:cs typeface="Arial"/>
                <a:sym typeface="Arial"/>
              </a:rPr>
              <a:t> 1 </a:t>
            </a:r>
            <a:r>
              <a:rPr b="1" lang="en-US" sz="2000">
                <a:solidFill>
                  <a:srgbClr val="000000"/>
                </a:solidFill>
                <a:latin typeface="Times New Roman"/>
                <a:ea typeface="Times New Roman"/>
                <a:cs typeface="Times New Roman"/>
                <a:sym typeface="Times New Roman"/>
              </a:rPr>
              <a:t>–</a:t>
            </a:r>
            <a:r>
              <a:rPr b="1" lang="en-US" sz="2000">
                <a:solidFill>
                  <a:srgbClr val="000000"/>
                </a:solidFill>
                <a:latin typeface="Arial"/>
                <a:ea typeface="Arial"/>
                <a:cs typeface="Arial"/>
                <a:sym typeface="Arial"/>
              </a:rPr>
              <a:t>  5</a:t>
            </a:r>
            <a:r>
              <a:rPr lang="en-US" sz="2000">
                <a:solidFill>
                  <a:srgbClr val="000000"/>
                </a:solidFill>
                <a:latin typeface="Arial"/>
                <a:ea typeface="Arial"/>
                <a:cs typeface="Arial"/>
                <a:sym typeface="Arial"/>
              </a:rPr>
              <a:t>) </a:t>
            </a:r>
            <a:r>
              <a:rPr b="1" lang="en-US" sz="2000">
                <a:solidFill>
                  <a:srgbClr val="000000"/>
                </a:solidFill>
                <a:latin typeface="Arial"/>
                <a:ea typeface="Arial"/>
                <a:cs typeface="Arial"/>
                <a:sym typeface="Arial"/>
              </a:rPr>
              <a:t>= 7/2 = 3.5 ≅ 4</a:t>
            </a:r>
            <a:endParaRPr sz="2000">
              <a:solidFill>
                <a:srgbClr val="000000"/>
              </a:solidFill>
              <a:latin typeface="Times New Roman"/>
              <a:ea typeface="Times New Roman"/>
              <a:cs typeface="Times New Roman"/>
              <a:sym typeface="Times New Roman"/>
            </a:endParaRPr>
          </a:p>
          <a:p>
            <a:pPr indent="0" lvl="0" marL="0" marR="0" rtl="0" algn="ctr">
              <a:lnSpc>
                <a:spcPct val="60000"/>
              </a:lnSpc>
              <a:spcBef>
                <a:spcPts val="1000"/>
              </a:spcBef>
              <a:spcAft>
                <a:spcPts val="0"/>
              </a:spcAft>
              <a:buNone/>
            </a:pPr>
            <a:r>
              <a:rPr lang="en-US" sz="2000">
                <a:solidFill>
                  <a:srgbClr val="000000"/>
                </a:solidFill>
                <a:latin typeface="Arial"/>
                <a:ea typeface="Arial"/>
                <a:cs typeface="Arial"/>
                <a:sym typeface="Arial"/>
              </a:rPr>
              <a:t>The vertex </a:t>
            </a:r>
            <a:r>
              <a:rPr b="1" lang="en-US" sz="2000">
                <a:solidFill>
                  <a:srgbClr val="000000"/>
                </a:solidFill>
                <a:latin typeface="Arial"/>
                <a:ea typeface="Arial"/>
                <a:cs typeface="Arial"/>
                <a:sym typeface="Arial"/>
              </a:rPr>
              <a:t>A</a:t>
            </a:r>
            <a:r>
              <a:rPr lang="en-US" sz="2000">
                <a:solidFill>
                  <a:srgbClr val="000000"/>
                </a:solidFill>
                <a:latin typeface="Arial"/>
                <a:ea typeface="Arial"/>
                <a:cs typeface="Arial"/>
                <a:sym typeface="Arial"/>
              </a:rPr>
              <a:t> is split to </a:t>
            </a:r>
            <a:r>
              <a:rPr b="1" lang="en-US" sz="2000">
                <a:solidFill>
                  <a:srgbClr val="000000"/>
                </a:solidFill>
                <a:latin typeface="Arial"/>
                <a:ea typeface="Arial"/>
                <a:cs typeface="Arial"/>
                <a:sym typeface="Arial"/>
              </a:rPr>
              <a:t>A'</a:t>
            </a:r>
            <a:r>
              <a:rPr lang="en-US" sz="2000">
                <a:solidFill>
                  <a:srgbClr val="000000"/>
                </a:solidFill>
                <a:latin typeface="Arial"/>
                <a:ea typeface="Arial"/>
                <a:cs typeface="Arial"/>
                <a:sym typeface="Arial"/>
              </a:rPr>
              <a:t> (</a:t>
            </a:r>
            <a:r>
              <a:rPr b="1" lang="en-US" sz="2000">
                <a:solidFill>
                  <a:srgbClr val="000000"/>
                </a:solidFill>
                <a:latin typeface="Arial"/>
                <a:ea typeface="Arial"/>
                <a:cs typeface="Arial"/>
                <a:sym typeface="Arial"/>
              </a:rPr>
              <a:t>4</a:t>
            </a:r>
            <a:r>
              <a:rPr lang="en-US" sz="2000">
                <a:solidFill>
                  <a:srgbClr val="000000"/>
                </a:solidFill>
                <a:latin typeface="Arial"/>
                <a:ea typeface="Arial"/>
                <a:cs typeface="Arial"/>
                <a:sym typeface="Arial"/>
              </a:rPr>
              <a:t>, </a:t>
            </a:r>
            <a:r>
              <a:rPr b="1" lang="en-US" sz="2000">
                <a:solidFill>
                  <a:srgbClr val="000000"/>
                </a:solidFill>
                <a:latin typeface="Arial"/>
                <a:ea typeface="Arial"/>
                <a:cs typeface="Arial"/>
                <a:sym typeface="Arial"/>
              </a:rPr>
              <a:t>6</a:t>
            </a:r>
            <a:r>
              <a:rPr lang="en-US" sz="2000">
                <a:solidFill>
                  <a:srgbClr val="000000"/>
                </a:solidFill>
                <a:latin typeface="Arial"/>
                <a:ea typeface="Arial"/>
                <a:cs typeface="Arial"/>
                <a:sym typeface="Arial"/>
              </a:rPr>
              <a:t>) and </a:t>
            </a:r>
            <a:r>
              <a:rPr b="1" lang="en-US" sz="2000">
                <a:solidFill>
                  <a:srgbClr val="000000"/>
                </a:solidFill>
                <a:latin typeface="Arial"/>
                <a:ea typeface="Arial"/>
                <a:cs typeface="Arial"/>
                <a:sym typeface="Arial"/>
              </a:rPr>
              <a:t>A</a:t>
            </a:r>
            <a:r>
              <a:rPr lang="en-US" sz="2000">
                <a:solidFill>
                  <a:srgbClr val="000000"/>
                </a:solidFill>
                <a:latin typeface="Arial"/>
                <a:ea typeface="Arial"/>
                <a:cs typeface="Arial"/>
                <a:sym typeface="Arial"/>
              </a:rPr>
              <a:t>(</a:t>
            </a:r>
            <a:r>
              <a:rPr b="1" lang="en-US" sz="2000">
                <a:solidFill>
                  <a:srgbClr val="000000"/>
                </a:solidFill>
                <a:latin typeface="Arial"/>
                <a:ea typeface="Arial"/>
                <a:cs typeface="Arial"/>
                <a:sym typeface="Arial"/>
              </a:rPr>
              <a:t>2, 7</a:t>
            </a:r>
            <a:r>
              <a:rPr lang="en-US" sz="2000">
                <a:solidFill>
                  <a:srgbClr val="000000"/>
                </a:solidFill>
                <a:latin typeface="Arial"/>
                <a:ea typeface="Arial"/>
                <a:cs typeface="Arial"/>
                <a:sym typeface="Arial"/>
              </a:rPr>
              <a:t>)</a:t>
            </a:r>
            <a:r>
              <a:rPr lang="en-US" sz="2000">
                <a:solidFill>
                  <a:srgbClr val="000000"/>
                </a:solidFill>
                <a:latin typeface="Times New Roman"/>
                <a:ea typeface="Times New Roman"/>
                <a:cs typeface="Times New Roman"/>
                <a:sym typeface="Times New Roman"/>
              </a:rPr>
              <a:t> </a:t>
            </a:r>
            <a:endParaRPr/>
          </a:p>
        </p:txBody>
      </p:sp>
      <p:pic>
        <p:nvPicPr>
          <p:cNvPr descr="E:\454 computer graphics\chapter 5\faraf scan example\polygon_000.jpg" id="708" name="Google Shape;708;p19"/>
          <p:cNvPicPr preferRelativeResize="0"/>
          <p:nvPr/>
        </p:nvPicPr>
        <p:blipFill rotWithShape="1">
          <a:blip r:embed="rId4">
            <a:alphaModFix/>
          </a:blip>
          <a:srcRect b="0" l="0" r="0" t="0"/>
          <a:stretch/>
        </p:blipFill>
        <p:spPr>
          <a:xfrm>
            <a:off x="5638800" y="3810000"/>
            <a:ext cx="3162300" cy="2962308"/>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p20"/>
          <p:cNvSpPr txBox="1"/>
          <p:nvPr/>
        </p:nvSpPr>
        <p:spPr>
          <a:xfrm>
            <a:off x="342900" y="228600"/>
            <a:ext cx="8458200" cy="46166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2400">
                <a:solidFill>
                  <a:srgbClr val="3333CC"/>
                </a:solidFill>
                <a:latin typeface="Arial"/>
                <a:ea typeface="Arial"/>
                <a:cs typeface="Arial"/>
                <a:sym typeface="Arial"/>
              </a:rPr>
              <a:t>The Scan-Line Polygon Fill Algorithm</a:t>
            </a:r>
            <a:r>
              <a:rPr b="1" lang="en-US" sz="2000">
                <a:solidFill>
                  <a:srgbClr val="FF0000"/>
                </a:solidFill>
                <a:latin typeface="Arial"/>
                <a:ea typeface="Arial"/>
                <a:cs typeface="Arial"/>
                <a:sym typeface="Arial"/>
              </a:rPr>
              <a:t>(Example)</a:t>
            </a:r>
            <a:r>
              <a:rPr lang="en-US" sz="2000">
                <a:solidFill>
                  <a:srgbClr val="000000"/>
                </a:solidFill>
                <a:latin typeface="Arial"/>
                <a:ea typeface="Arial"/>
                <a:cs typeface="Arial"/>
                <a:sym typeface="Arial"/>
              </a:rPr>
              <a:t> </a:t>
            </a:r>
            <a:endParaRPr/>
          </a:p>
        </p:txBody>
      </p:sp>
      <p:pic>
        <p:nvPicPr>
          <p:cNvPr descr="E:\454 computer graphics\chapter 5\slide figures\exa03.jpg" id="714" name="Google Shape;714;p20"/>
          <p:cNvPicPr preferRelativeResize="0"/>
          <p:nvPr/>
        </p:nvPicPr>
        <p:blipFill rotWithShape="1">
          <a:blip r:embed="rId3">
            <a:alphaModFix/>
          </a:blip>
          <a:srcRect b="0" l="0" r="0" t="0"/>
          <a:stretch/>
        </p:blipFill>
        <p:spPr>
          <a:xfrm>
            <a:off x="114300" y="726881"/>
            <a:ext cx="8915400" cy="2963863"/>
          </a:xfrm>
          <a:prstGeom prst="rect">
            <a:avLst/>
          </a:prstGeom>
          <a:noFill/>
          <a:ln>
            <a:noFill/>
          </a:ln>
        </p:spPr>
      </p:pic>
      <p:sp>
        <p:nvSpPr>
          <p:cNvPr id="715" name="Google Shape;715;p20"/>
          <p:cNvSpPr txBox="1"/>
          <p:nvPr/>
        </p:nvSpPr>
        <p:spPr>
          <a:xfrm>
            <a:off x="381000" y="4191000"/>
            <a:ext cx="4800600" cy="1560427"/>
          </a:xfrm>
          <a:prstGeom prst="rect">
            <a:avLst/>
          </a:prstGeom>
          <a:solidFill>
            <a:srgbClr val="C1FEEF"/>
          </a:solidFill>
          <a:ln>
            <a:noFill/>
          </a:ln>
        </p:spPr>
        <p:txBody>
          <a:bodyPr anchorCtr="0" anchor="t" bIns="45700" lIns="91425" spcFirstLastPara="1" rIns="91425" wrap="square" tIns="45700">
            <a:spAutoFit/>
          </a:bodyPr>
          <a:lstStyle/>
          <a:p>
            <a:pPr indent="-114300" lvl="0" marL="0" marR="0" rtl="0" algn="just">
              <a:spcBef>
                <a:spcPts val="0"/>
              </a:spcBef>
              <a:spcAft>
                <a:spcPts val="0"/>
              </a:spcAft>
              <a:buClr>
                <a:srgbClr val="FF0000"/>
              </a:buClr>
              <a:buSzPts val="1800"/>
              <a:buFont typeface="Arial"/>
              <a:buChar char="•"/>
            </a:pPr>
            <a:r>
              <a:rPr b="1" lang="en-US" sz="1800">
                <a:solidFill>
                  <a:srgbClr val="000000"/>
                </a:solidFill>
                <a:latin typeface="Arial"/>
                <a:ea typeface="Arial"/>
                <a:cs typeface="Arial"/>
                <a:sym typeface="Arial"/>
              </a:rPr>
              <a:t> Vertex B</a:t>
            </a:r>
            <a:r>
              <a:rPr lang="en-US" sz="1800">
                <a:solidFill>
                  <a:srgbClr val="000000"/>
                </a:solidFill>
                <a:latin typeface="Arial"/>
                <a:ea typeface="Arial"/>
                <a:cs typeface="Arial"/>
                <a:sym typeface="Arial"/>
              </a:rPr>
              <a:t> should be split into two vertices </a:t>
            </a:r>
            <a:r>
              <a:rPr b="1" lang="en-US" sz="1800">
                <a:solidFill>
                  <a:srgbClr val="000000"/>
                </a:solidFill>
                <a:latin typeface="Arial"/>
                <a:ea typeface="Arial"/>
                <a:cs typeface="Arial"/>
                <a:sym typeface="Arial"/>
              </a:rPr>
              <a:t>B'</a:t>
            </a:r>
            <a:r>
              <a:rPr lang="en-US" sz="1800">
                <a:solidFill>
                  <a:srgbClr val="000000"/>
                </a:solidFill>
                <a:latin typeface="Arial"/>
                <a:ea typeface="Arial"/>
                <a:cs typeface="Arial"/>
                <a:sym typeface="Arial"/>
              </a:rPr>
              <a:t> (</a:t>
            </a:r>
            <a:r>
              <a:rPr b="1" lang="en-US" sz="1800">
                <a:solidFill>
                  <a:srgbClr val="000000"/>
                </a:solidFill>
                <a:latin typeface="Arial"/>
                <a:ea typeface="Arial"/>
                <a:cs typeface="Arial"/>
                <a:sym typeface="Arial"/>
              </a:rPr>
              <a:t>x</a:t>
            </a:r>
            <a:r>
              <a:rPr b="1" baseline="-25000" lang="en-US" sz="1800">
                <a:solidFill>
                  <a:srgbClr val="000000"/>
                </a:solidFill>
                <a:latin typeface="Arial"/>
                <a:ea typeface="Arial"/>
                <a:cs typeface="Arial"/>
                <a:sym typeface="Arial"/>
              </a:rPr>
              <a:t>B'</a:t>
            </a:r>
            <a:r>
              <a:rPr lang="en-US" sz="1800">
                <a:solidFill>
                  <a:srgbClr val="000000"/>
                </a:solidFill>
                <a:latin typeface="Arial"/>
                <a:ea typeface="Arial"/>
                <a:cs typeface="Arial"/>
                <a:sym typeface="Arial"/>
              </a:rPr>
              <a:t>, </a:t>
            </a:r>
            <a:r>
              <a:rPr b="1" lang="en-US" sz="1800">
                <a:solidFill>
                  <a:srgbClr val="000000"/>
                </a:solidFill>
                <a:latin typeface="Arial"/>
                <a:ea typeface="Arial"/>
                <a:cs typeface="Arial"/>
                <a:sym typeface="Arial"/>
              </a:rPr>
              <a:t>11</a:t>
            </a:r>
            <a:r>
              <a:rPr lang="en-US" sz="1800">
                <a:solidFill>
                  <a:srgbClr val="000000"/>
                </a:solidFill>
                <a:latin typeface="Arial"/>
                <a:ea typeface="Arial"/>
                <a:cs typeface="Arial"/>
                <a:sym typeface="Arial"/>
              </a:rPr>
              <a:t>) and </a:t>
            </a:r>
            <a:r>
              <a:rPr b="1" lang="en-US" sz="1800">
                <a:solidFill>
                  <a:srgbClr val="000000"/>
                </a:solidFill>
                <a:latin typeface="Arial"/>
                <a:ea typeface="Arial"/>
                <a:cs typeface="Arial"/>
                <a:sym typeface="Arial"/>
              </a:rPr>
              <a:t>B</a:t>
            </a:r>
            <a:r>
              <a:rPr lang="en-US" sz="1800">
                <a:solidFill>
                  <a:srgbClr val="000000"/>
                </a:solidFill>
                <a:latin typeface="Arial"/>
                <a:ea typeface="Arial"/>
                <a:cs typeface="Arial"/>
                <a:sym typeface="Arial"/>
              </a:rPr>
              <a:t>(</a:t>
            </a:r>
            <a:r>
              <a:rPr b="1" lang="en-US" sz="1800">
                <a:solidFill>
                  <a:srgbClr val="000000"/>
                </a:solidFill>
                <a:latin typeface="Arial"/>
                <a:ea typeface="Arial"/>
                <a:cs typeface="Arial"/>
                <a:sym typeface="Arial"/>
              </a:rPr>
              <a:t>4, 12</a:t>
            </a:r>
            <a:r>
              <a:rPr lang="en-US" sz="1800">
                <a:solidFill>
                  <a:srgbClr val="000000"/>
                </a:solidFill>
                <a:latin typeface="Arial"/>
                <a:ea typeface="Arial"/>
                <a:cs typeface="Arial"/>
                <a:sym typeface="Arial"/>
              </a:rPr>
              <a:t>)</a:t>
            </a:r>
            <a:endParaRPr sz="1800">
              <a:solidFill>
                <a:srgbClr val="000000"/>
              </a:solidFill>
              <a:latin typeface="Times New Roman"/>
              <a:ea typeface="Times New Roman"/>
              <a:cs typeface="Times New Roman"/>
              <a:sym typeface="Times New Roman"/>
            </a:endParaRPr>
          </a:p>
          <a:p>
            <a:pPr indent="0" lvl="0" marL="0" marR="0" rtl="0" algn="ctr">
              <a:lnSpc>
                <a:spcPct val="60000"/>
              </a:lnSpc>
              <a:spcBef>
                <a:spcPts val="900"/>
              </a:spcBef>
              <a:spcAft>
                <a:spcPts val="0"/>
              </a:spcAft>
              <a:buNone/>
            </a:pPr>
            <a:r>
              <a:rPr b="1" lang="en-US" sz="1800">
                <a:solidFill>
                  <a:srgbClr val="000000"/>
                </a:solidFill>
                <a:latin typeface="Arial"/>
                <a:ea typeface="Arial"/>
                <a:cs typeface="Arial"/>
                <a:sym typeface="Arial"/>
              </a:rPr>
              <a:t>m =( 7</a:t>
            </a:r>
            <a:r>
              <a:rPr b="1" baseline="-25000" lang="en-US" sz="1800">
                <a:solidFill>
                  <a:srgbClr val="000000"/>
                </a:solidFill>
                <a:latin typeface="Arial"/>
                <a:ea typeface="Arial"/>
                <a:cs typeface="Arial"/>
                <a:sym typeface="Arial"/>
              </a:rPr>
              <a:t> </a:t>
            </a:r>
            <a:r>
              <a:rPr b="1" lang="en-US" sz="1800">
                <a:solidFill>
                  <a:srgbClr val="000000"/>
                </a:solidFill>
                <a:latin typeface="Times New Roman"/>
                <a:ea typeface="Times New Roman"/>
                <a:cs typeface="Times New Roman"/>
                <a:sym typeface="Times New Roman"/>
              </a:rPr>
              <a:t>–</a:t>
            </a:r>
            <a:r>
              <a:rPr b="1" lang="en-US" sz="1800">
                <a:solidFill>
                  <a:srgbClr val="000000"/>
                </a:solidFill>
                <a:latin typeface="Arial"/>
                <a:ea typeface="Arial"/>
                <a:cs typeface="Arial"/>
                <a:sym typeface="Arial"/>
              </a:rPr>
              <a:t>  12)/( 2 </a:t>
            </a:r>
            <a:r>
              <a:rPr b="1" lang="en-US" sz="1800">
                <a:solidFill>
                  <a:srgbClr val="000000"/>
                </a:solidFill>
                <a:latin typeface="Times New Roman"/>
                <a:ea typeface="Times New Roman"/>
                <a:cs typeface="Times New Roman"/>
                <a:sym typeface="Times New Roman"/>
              </a:rPr>
              <a:t>–</a:t>
            </a:r>
            <a:r>
              <a:rPr b="1" lang="en-US" sz="1800">
                <a:solidFill>
                  <a:srgbClr val="000000"/>
                </a:solidFill>
                <a:latin typeface="Arial"/>
                <a:ea typeface="Arial"/>
                <a:cs typeface="Arial"/>
                <a:sym typeface="Arial"/>
              </a:rPr>
              <a:t>  4) =   5/2</a:t>
            </a:r>
            <a:endParaRPr sz="1800">
              <a:solidFill>
                <a:srgbClr val="000000"/>
              </a:solidFill>
              <a:latin typeface="Times New Roman"/>
              <a:ea typeface="Times New Roman"/>
              <a:cs typeface="Times New Roman"/>
              <a:sym typeface="Times New Roman"/>
            </a:endParaRPr>
          </a:p>
          <a:p>
            <a:pPr indent="0" lvl="0" marL="0" marR="0" rtl="0" algn="ctr">
              <a:lnSpc>
                <a:spcPct val="60000"/>
              </a:lnSpc>
              <a:spcBef>
                <a:spcPts val="900"/>
              </a:spcBef>
              <a:spcAft>
                <a:spcPts val="0"/>
              </a:spcAft>
              <a:buNone/>
            </a:pPr>
            <a:r>
              <a:rPr b="1" lang="en-US" sz="1800">
                <a:solidFill>
                  <a:srgbClr val="000000"/>
                </a:solidFill>
                <a:latin typeface="Arial"/>
                <a:ea typeface="Arial"/>
                <a:cs typeface="Arial"/>
                <a:sym typeface="Arial"/>
              </a:rPr>
              <a:t>x'</a:t>
            </a:r>
            <a:r>
              <a:rPr b="1" baseline="-25000" lang="en-US" sz="1800">
                <a:solidFill>
                  <a:srgbClr val="000000"/>
                </a:solidFill>
                <a:latin typeface="Arial"/>
                <a:ea typeface="Arial"/>
                <a:cs typeface="Arial"/>
                <a:sym typeface="Arial"/>
              </a:rPr>
              <a:t>A</a:t>
            </a:r>
            <a:r>
              <a:rPr lang="en-US" sz="1800">
                <a:solidFill>
                  <a:srgbClr val="000000"/>
                </a:solidFill>
                <a:latin typeface="Arial"/>
                <a:ea typeface="Arial"/>
                <a:cs typeface="Arial"/>
                <a:sym typeface="Arial"/>
              </a:rPr>
              <a:t> = </a:t>
            </a:r>
            <a:r>
              <a:rPr b="1" lang="en-US" sz="1800">
                <a:solidFill>
                  <a:srgbClr val="000000"/>
                </a:solidFill>
                <a:latin typeface="Arial"/>
                <a:ea typeface="Arial"/>
                <a:cs typeface="Arial"/>
                <a:sym typeface="Arial"/>
              </a:rPr>
              <a:t>2</a:t>
            </a:r>
            <a:r>
              <a:rPr lang="en-US" sz="1800">
                <a:solidFill>
                  <a:srgbClr val="000000"/>
                </a:solidFill>
                <a:latin typeface="Arial"/>
                <a:ea typeface="Arial"/>
                <a:cs typeface="Arial"/>
                <a:sym typeface="Arial"/>
              </a:rPr>
              <a:t> + (</a:t>
            </a:r>
            <a:r>
              <a:rPr b="1" lang="en-US" sz="1800">
                <a:solidFill>
                  <a:srgbClr val="000000"/>
                </a:solidFill>
                <a:latin typeface="Arial"/>
                <a:ea typeface="Arial"/>
                <a:cs typeface="Arial"/>
                <a:sym typeface="Arial"/>
              </a:rPr>
              <a:t>2</a:t>
            </a:r>
            <a:r>
              <a:rPr lang="en-US" sz="1800">
                <a:solidFill>
                  <a:srgbClr val="000000"/>
                </a:solidFill>
                <a:latin typeface="Arial"/>
                <a:ea typeface="Arial"/>
                <a:cs typeface="Arial"/>
                <a:sym typeface="Arial"/>
              </a:rPr>
              <a:t>/</a:t>
            </a:r>
            <a:r>
              <a:rPr b="1" lang="en-US" sz="1800">
                <a:solidFill>
                  <a:srgbClr val="000000"/>
                </a:solidFill>
                <a:latin typeface="Arial"/>
                <a:ea typeface="Arial"/>
                <a:cs typeface="Arial"/>
                <a:sym typeface="Arial"/>
              </a:rPr>
              <a:t>5</a:t>
            </a:r>
            <a:r>
              <a:rPr lang="en-US" sz="1800">
                <a:solidFill>
                  <a:srgbClr val="000000"/>
                </a:solidFill>
                <a:latin typeface="Arial"/>
                <a:ea typeface="Arial"/>
                <a:cs typeface="Arial"/>
                <a:sym typeface="Arial"/>
              </a:rPr>
              <a:t>)(</a:t>
            </a:r>
            <a:r>
              <a:rPr b="1" lang="en-US" sz="1800">
                <a:solidFill>
                  <a:srgbClr val="000000"/>
                </a:solidFill>
                <a:latin typeface="Arial"/>
                <a:ea typeface="Arial"/>
                <a:cs typeface="Arial"/>
                <a:sym typeface="Arial"/>
              </a:rPr>
              <a:t> 12 </a:t>
            </a:r>
            <a:r>
              <a:rPr b="1" lang="en-US" sz="1800">
                <a:solidFill>
                  <a:srgbClr val="000000"/>
                </a:solidFill>
                <a:latin typeface="Times New Roman"/>
                <a:ea typeface="Times New Roman"/>
                <a:cs typeface="Times New Roman"/>
                <a:sym typeface="Times New Roman"/>
              </a:rPr>
              <a:t>–</a:t>
            </a:r>
            <a:r>
              <a:rPr b="1" lang="en-US" sz="1800">
                <a:solidFill>
                  <a:srgbClr val="000000"/>
                </a:solidFill>
                <a:latin typeface="Arial"/>
                <a:ea typeface="Arial"/>
                <a:cs typeface="Arial"/>
                <a:sym typeface="Arial"/>
              </a:rPr>
              <a:t> 1 </a:t>
            </a:r>
            <a:r>
              <a:rPr b="1" lang="en-US" sz="1800">
                <a:solidFill>
                  <a:srgbClr val="000000"/>
                </a:solidFill>
                <a:latin typeface="Times New Roman"/>
                <a:ea typeface="Times New Roman"/>
                <a:cs typeface="Times New Roman"/>
                <a:sym typeface="Times New Roman"/>
              </a:rPr>
              <a:t>–</a:t>
            </a:r>
            <a:r>
              <a:rPr b="1" lang="en-US" sz="1800">
                <a:solidFill>
                  <a:srgbClr val="000000"/>
                </a:solidFill>
                <a:latin typeface="Arial"/>
                <a:ea typeface="Arial"/>
                <a:cs typeface="Arial"/>
                <a:sym typeface="Arial"/>
              </a:rPr>
              <a:t>  7</a:t>
            </a:r>
            <a:r>
              <a:rPr lang="en-US" sz="1800">
                <a:solidFill>
                  <a:srgbClr val="000000"/>
                </a:solidFill>
                <a:latin typeface="Arial"/>
                <a:ea typeface="Arial"/>
                <a:cs typeface="Arial"/>
                <a:sym typeface="Arial"/>
              </a:rPr>
              <a:t>) </a:t>
            </a:r>
            <a:r>
              <a:rPr b="1" lang="en-US" sz="1800">
                <a:solidFill>
                  <a:srgbClr val="000000"/>
                </a:solidFill>
                <a:latin typeface="Arial"/>
                <a:ea typeface="Arial"/>
                <a:cs typeface="Arial"/>
                <a:sym typeface="Arial"/>
              </a:rPr>
              <a:t>= 18/5 = 3.6 ≅ 4</a:t>
            </a:r>
            <a:endParaRPr sz="1800">
              <a:solidFill>
                <a:srgbClr val="000000"/>
              </a:solidFill>
              <a:latin typeface="Times New Roman"/>
              <a:ea typeface="Times New Roman"/>
              <a:cs typeface="Times New Roman"/>
              <a:sym typeface="Times New Roman"/>
            </a:endParaRPr>
          </a:p>
          <a:p>
            <a:pPr indent="0" lvl="0" marL="0" marR="0" rtl="0" algn="ctr">
              <a:lnSpc>
                <a:spcPct val="60000"/>
              </a:lnSpc>
              <a:spcBef>
                <a:spcPts val="900"/>
              </a:spcBef>
              <a:spcAft>
                <a:spcPts val="0"/>
              </a:spcAft>
              <a:buNone/>
            </a:pPr>
            <a:r>
              <a:rPr lang="en-US" sz="1800">
                <a:solidFill>
                  <a:srgbClr val="000000"/>
                </a:solidFill>
                <a:latin typeface="Arial"/>
                <a:ea typeface="Arial"/>
                <a:cs typeface="Arial"/>
                <a:sym typeface="Arial"/>
              </a:rPr>
              <a:t>The vertex </a:t>
            </a:r>
            <a:r>
              <a:rPr b="1" lang="en-US" sz="1800">
                <a:solidFill>
                  <a:srgbClr val="000000"/>
                </a:solidFill>
                <a:latin typeface="Arial"/>
                <a:ea typeface="Arial"/>
                <a:cs typeface="Arial"/>
                <a:sym typeface="Arial"/>
              </a:rPr>
              <a:t>B</a:t>
            </a:r>
            <a:r>
              <a:rPr lang="en-US" sz="1800">
                <a:solidFill>
                  <a:srgbClr val="000000"/>
                </a:solidFill>
                <a:latin typeface="Arial"/>
                <a:ea typeface="Arial"/>
                <a:cs typeface="Arial"/>
                <a:sym typeface="Arial"/>
              </a:rPr>
              <a:t> is split to </a:t>
            </a:r>
            <a:r>
              <a:rPr b="1" lang="en-US" sz="1800">
                <a:solidFill>
                  <a:srgbClr val="000000"/>
                </a:solidFill>
                <a:latin typeface="Arial"/>
                <a:ea typeface="Arial"/>
                <a:cs typeface="Arial"/>
                <a:sym typeface="Arial"/>
              </a:rPr>
              <a:t>B'</a:t>
            </a:r>
            <a:r>
              <a:rPr lang="en-US" sz="1800">
                <a:solidFill>
                  <a:srgbClr val="000000"/>
                </a:solidFill>
                <a:latin typeface="Arial"/>
                <a:ea typeface="Arial"/>
                <a:cs typeface="Arial"/>
                <a:sym typeface="Arial"/>
              </a:rPr>
              <a:t> (</a:t>
            </a:r>
            <a:r>
              <a:rPr b="1" lang="en-US" sz="1800">
                <a:solidFill>
                  <a:srgbClr val="000000"/>
                </a:solidFill>
                <a:latin typeface="Arial"/>
                <a:ea typeface="Arial"/>
                <a:cs typeface="Arial"/>
                <a:sym typeface="Arial"/>
              </a:rPr>
              <a:t>4</a:t>
            </a:r>
            <a:r>
              <a:rPr lang="en-US" sz="1800">
                <a:solidFill>
                  <a:srgbClr val="000000"/>
                </a:solidFill>
                <a:latin typeface="Arial"/>
                <a:ea typeface="Arial"/>
                <a:cs typeface="Arial"/>
                <a:sym typeface="Arial"/>
              </a:rPr>
              <a:t>, </a:t>
            </a:r>
            <a:r>
              <a:rPr b="1" lang="en-US" sz="1800">
                <a:solidFill>
                  <a:srgbClr val="000000"/>
                </a:solidFill>
                <a:latin typeface="Arial"/>
                <a:ea typeface="Arial"/>
                <a:cs typeface="Arial"/>
                <a:sym typeface="Arial"/>
              </a:rPr>
              <a:t>11</a:t>
            </a:r>
            <a:r>
              <a:rPr lang="en-US" sz="1800">
                <a:solidFill>
                  <a:srgbClr val="000000"/>
                </a:solidFill>
                <a:latin typeface="Arial"/>
                <a:ea typeface="Arial"/>
                <a:cs typeface="Arial"/>
                <a:sym typeface="Arial"/>
              </a:rPr>
              <a:t>) and </a:t>
            </a:r>
            <a:r>
              <a:rPr b="1" lang="en-US" sz="1800">
                <a:solidFill>
                  <a:srgbClr val="000000"/>
                </a:solidFill>
                <a:latin typeface="Arial"/>
                <a:ea typeface="Arial"/>
                <a:cs typeface="Arial"/>
                <a:sym typeface="Arial"/>
              </a:rPr>
              <a:t>B</a:t>
            </a:r>
            <a:r>
              <a:rPr lang="en-US" sz="1800">
                <a:solidFill>
                  <a:srgbClr val="000000"/>
                </a:solidFill>
                <a:latin typeface="Arial"/>
                <a:ea typeface="Arial"/>
                <a:cs typeface="Arial"/>
                <a:sym typeface="Arial"/>
              </a:rPr>
              <a:t>(</a:t>
            </a:r>
            <a:r>
              <a:rPr b="1" lang="en-US" sz="1800">
                <a:solidFill>
                  <a:srgbClr val="000000"/>
                </a:solidFill>
                <a:latin typeface="Arial"/>
                <a:ea typeface="Arial"/>
                <a:cs typeface="Arial"/>
                <a:sym typeface="Arial"/>
              </a:rPr>
              <a:t>4, 12</a:t>
            </a:r>
            <a:r>
              <a:rPr lang="en-US" sz="1800">
                <a:solidFill>
                  <a:srgbClr val="000000"/>
                </a:solidFill>
                <a:latin typeface="Arial"/>
                <a:ea typeface="Arial"/>
                <a:cs typeface="Arial"/>
                <a:sym typeface="Arial"/>
              </a:rPr>
              <a:t>)</a:t>
            </a:r>
            <a:endParaRPr/>
          </a:p>
        </p:txBody>
      </p:sp>
      <p:pic>
        <p:nvPicPr>
          <p:cNvPr descr="E:\454 computer graphics\chapter 5\faraf scan example\polygon_000.jpg" id="716" name="Google Shape;716;p20"/>
          <p:cNvPicPr preferRelativeResize="0"/>
          <p:nvPr/>
        </p:nvPicPr>
        <p:blipFill rotWithShape="1">
          <a:blip r:embed="rId4">
            <a:alphaModFix/>
          </a:blip>
          <a:srcRect b="0" l="0" r="0" t="0"/>
          <a:stretch/>
        </p:blipFill>
        <p:spPr>
          <a:xfrm>
            <a:off x="5638800" y="3810000"/>
            <a:ext cx="3162300" cy="2962308"/>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0" name="Shape 720"/>
        <p:cNvGrpSpPr/>
        <p:nvPr/>
      </p:nvGrpSpPr>
      <p:grpSpPr>
        <a:xfrm>
          <a:off x="0" y="0"/>
          <a:ext cx="0" cy="0"/>
          <a:chOff x="0" y="0"/>
          <a:chExt cx="0" cy="0"/>
        </a:xfrm>
      </p:grpSpPr>
      <p:pic>
        <p:nvPicPr>
          <p:cNvPr descr="E:\454 computer graphics\chapter 5\slide figures\exa03.jpg" id="721" name="Google Shape;721;p21"/>
          <p:cNvPicPr preferRelativeResize="0"/>
          <p:nvPr/>
        </p:nvPicPr>
        <p:blipFill rotWithShape="1">
          <a:blip r:embed="rId3">
            <a:alphaModFix/>
          </a:blip>
          <a:srcRect b="0" l="0" r="0" t="0"/>
          <a:stretch/>
        </p:blipFill>
        <p:spPr>
          <a:xfrm>
            <a:off x="114300" y="690265"/>
            <a:ext cx="8915400" cy="2963863"/>
          </a:xfrm>
          <a:prstGeom prst="rect">
            <a:avLst/>
          </a:prstGeom>
          <a:noFill/>
          <a:ln>
            <a:noFill/>
          </a:ln>
        </p:spPr>
      </p:pic>
      <p:sp>
        <p:nvSpPr>
          <p:cNvPr id="722" name="Google Shape;722;p21"/>
          <p:cNvSpPr txBox="1"/>
          <p:nvPr/>
        </p:nvSpPr>
        <p:spPr>
          <a:xfrm>
            <a:off x="381000" y="4495800"/>
            <a:ext cx="4953000" cy="1560427"/>
          </a:xfrm>
          <a:prstGeom prst="rect">
            <a:avLst/>
          </a:prstGeom>
          <a:noFill/>
          <a:ln>
            <a:noFill/>
          </a:ln>
        </p:spPr>
        <p:txBody>
          <a:bodyPr anchorCtr="0" anchor="t" bIns="45700" lIns="91425" spcFirstLastPara="1" rIns="91425" wrap="square" tIns="45700">
            <a:spAutoFit/>
          </a:bodyPr>
          <a:lstStyle/>
          <a:p>
            <a:pPr indent="-114300" lvl="0" marL="0" marR="0" rtl="0" algn="just">
              <a:spcBef>
                <a:spcPts val="0"/>
              </a:spcBef>
              <a:spcAft>
                <a:spcPts val="0"/>
              </a:spcAft>
              <a:buClr>
                <a:srgbClr val="FF0000"/>
              </a:buClr>
              <a:buSzPts val="1800"/>
              <a:buFont typeface="Arial"/>
              <a:buChar char="•"/>
            </a:pPr>
            <a:r>
              <a:rPr b="1" lang="en-US" sz="1800">
                <a:solidFill>
                  <a:srgbClr val="000000"/>
                </a:solidFill>
                <a:latin typeface="Arial"/>
                <a:ea typeface="Arial"/>
                <a:cs typeface="Arial"/>
                <a:sym typeface="Arial"/>
              </a:rPr>
              <a:t> Vertex D</a:t>
            </a:r>
            <a:r>
              <a:rPr lang="en-US" sz="1800">
                <a:solidFill>
                  <a:srgbClr val="000000"/>
                </a:solidFill>
                <a:latin typeface="Arial"/>
                <a:ea typeface="Arial"/>
                <a:cs typeface="Arial"/>
                <a:sym typeface="Arial"/>
              </a:rPr>
              <a:t> should be split into two vertices </a:t>
            </a:r>
            <a:r>
              <a:rPr b="1" lang="en-US" sz="1800">
                <a:solidFill>
                  <a:srgbClr val="000000"/>
                </a:solidFill>
                <a:latin typeface="Arial"/>
                <a:ea typeface="Arial"/>
                <a:cs typeface="Arial"/>
                <a:sym typeface="Arial"/>
              </a:rPr>
              <a:t>D</a:t>
            </a:r>
            <a:r>
              <a:rPr lang="en-US" sz="1800">
                <a:solidFill>
                  <a:srgbClr val="000000"/>
                </a:solidFill>
                <a:latin typeface="Arial"/>
                <a:ea typeface="Arial"/>
                <a:cs typeface="Arial"/>
                <a:sym typeface="Arial"/>
              </a:rPr>
              <a:t>(</a:t>
            </a:r>
            <a:r>
              <a:rPr b="1" lang="en-US" sz="1800">
                <a:solidFill>
                  <a:srgbClr val="000000"/>
                </a:solidFill>
                <a:latin typeface="Arial"/>
                <a:ea typeface="Arial"/>
                <a:cs typeface="Arial"/>
                <a:sym typeface="Arial"/>
              </a:rPr>
              <a:t>16, 9</a:t>
            </a:r>
            <a:r>
              <a:rPr lang="en-US" sz="1800">
                <a:solidFill>
                  <a:srgbClr val="000000"/>
                </a:solidFill>
                <a:latin typeface="Arial"/>
                <a:ea typeface="Arial"/>
                <a:cs typeface="Arial"/>
                <a:sym typeface="Arial"/>
              </a:rPr>
              <a:t>) and </a:t>
            </a:r>
            <a:r>
              <a:rPr b="1" lang="en-US" sz="1800">
                <a:solidFill>
                  <a:srgbClr val="000000"/>
                </a:solidFill>
                <a:latin typeface="Arial"/>
                <a:ea typeface="Arial"/>
                <a:cs typeface="Arial"/>
                <a:sym typeface="Arial"/>
              </a:rPr>
              <a:t>D'</a:t>
            </a:r>
            <a:r>
              <a:rPr lang="en-US" sz="1800">
                <a:solidFill>
                  <a:srgbClr val="000000"/>
                </a:solidFill>
                <a:latin typeface="Arial"/>
                <a:ea typeface="Arial"/>
                <a:cs typeface="Arial"/>
                <a:sym typeface="Arial"/>
              </a:rPr>
              <a:t> (</a:t>
            </a:r>
            <a:r>
              <a:rPr b="1" lang="en-US" sz="1800">
                <a:solidFill>
                  <a:srgbClr val="000000"/>
                </a:solidFill>
                <a:latin typeface="Arial"/>
                <a:ea typeface="Arial"/>
                <a:cs typeface="Arial"/>
                <a:sym typeface="Arial"/>
              </a:rPr>
              <a:t>x</a:t>
            </a:r>
            <a:r>
              <a:rPr b="1" baseline="-25000" lang="en-US" sz="1800">
                <a:solidFill>
                  <a:srgbClr val="000000"/>
                </a:solidFill>
                <a:latin typeface="Arial"/>
                <a:ea typeface="Arial"/>
                <a:cs typeface="Arial"/>
                <a:sym typeface="Arial"/>
              </a:rPr>
              <a:t>D'</a:t>
            </a:r>
            <a:r>
              <a:rPr lang="en-US" sz="1800">
                <a:solidFill>
                  <a:srgbClr val="000000"/>
                </a:solidFill>
                <a:latin typeface="Arial"/>
                <a:ea typeface="Arial"/>
                <a:cs typeface="Arial"/>
                <a:sym typeface="Arial"/>
              </a:rPr>
              <a:t>, </a:t>
            </a:r>
            <a:r>
              <a:rPr b="1" lang="en-US" sz="1800">
                <a:solidFill>
                  <a:srgbClr val="000000"/>
                </a:solidFill>
                <a:latin typeface="Arial"/>
                <a:ea typeface="Arial"/>
                <a:cs typeface="Arial"/>
                <a:sym typeface="Arial"/>
              </a:rPr>
              <a:t>8</a:t>
            </a:r>
            <a:r>
              <a:rPr lang="en-US" sz="1800">
                <a:solidFill>
                  <a:srgbClr val="000000"/>
                </a:solidFill>
                <a:latin typeface="Arial"/>
                <a:ea typeface="Arial"/>
                <a:cs typeface="Arial"/>
                <a:sym typeface="Arial"/>
              </a:rPr>
              <a:t>)</a:t>
            </a:r>
            <a:endParaRPr sz="1800">
              <a:solidFill>
                <a:srgbClr val="000000"/>
              </a:solidFill>
              <a:latin typeface="Times New Roman"/>
              <a:ea typeface="Times New Roman"/>
              <a:cs typeface="Times New Roman"/>
              <a:sym typeface="Times New Roman"/>
            </a:endParaRPr>
          </a:p>
          <a:p>
            <a:pPr indent="0" lvl="0" marL="0" marR="0" rtl="0" algn="ctr">
              <a:lnSpc>
                <a:spcPct val="60000"/>
              </a:lnSpc>
              <a:spcBef>
                <a:spcPts val="900"/>
              </a:spcBef>
              <a:spcAft>
                <a:spcPts val="0"/>
              </a:spcAft>
              <a:buNone/>
            </a:pPr>
            <a:r>
              <a:rPr b="1" lang="en-US" sz="1800">
                <a:solidFill>
                  <a:srgbClr val="000000"/>
                </a:solidFill>
                <a:latin typeface="Arial"/>
                <a:ea typeface="Arial"/>
                <a:cs typeface="Arial"/>
                <a:sym typeface="Arial"/>
              </a:rPr>
              <a:t>m =( 5</a:t>
            </a:r>
            <a:r>
              <a:rPr b="1" baseline="-25000" lang="en-US" sz="1800">
                <a:solidFill>
                  <a:srgbClr val="000000"/>
                </a:solidFill>
                <a:latin typeface="Arial"/>
                <a:ea typeface="Arial"/>
                <a:cs typeface="Arial"/>
                <a:sym typeface="Arial"/>
              </a:rPr>
              <a:t> </a:t>
            </a:r>
            <a:r>
              <a:rPr b="1" lang="en-US" sz="1800">
                <a:solidFill>
                  <a:srgbClr val="000000"/>
                </a:solidFill>
                <a:latin typeface="Times New Roman"/>
                <a:ea typeface="Times New Roman"/>
                <a:cs typeface="Times New Roman"/>
                <a:sym typeface="Times New Roman"/>
              </a:rPr>
              <a:t>–</a:t>
            </a:r>
            <a:r>
              <a:rPr b="1" lang="en-US" sz="1800">
                <a:solidFill>
                  <a:srgbClr val="000000"/>
                </a:solidFill>
                <a:latin typeface="Arial"/>
                <a:ea typeface="Arial"/>
                <a:cs typeface="Arial"/>
                <a:sym typeface="Arial"/>
              </a:rPr>
              <a:t>  9)/( 11 </a:t>
            </a:r>
            <a:r>
              <a:rPr b="1" lang="en-US" sz="1800">
                <a:solidFill>
                  <a:srgbClr val="000000"/>
                </a:solidFill>
                <a:latin typeface="Times New Roman"/>
                <a:ea typeface="Times New Roman"/>
                <a:cs typeface="Times New Roman"/>
                <a:sym typeface="Times New Roman"/>
              </a:rPr>
              <a:t>–</a:t>
            </a:r>
            <a:r>
              <a:rPr b="1" lang="en-US" sz="1800">
                <a:solidFill>
                  <a:srgbClr val="000000"/>
                </a:solidFill>
                <a:latin typeface="Arial"/>
                <a:ea typeface="Arial"/>
                <a:cs typeface="Arial"/>
                <a:sym typeface="Arial"/>
              </a:rPr>
              <a:t>  16) =   4/5</a:t>
            </a:r>
            <a:endParaRPr sz="1800">
              <a:solidFill>
                <a:srgbClr val="000000"/>
              </a:solidFill>
              <a:latin typeface="Times New Roman"/>
              <a:ea typeface="Times New Roman"/>
              <a:cs typeface="Times New Roman"/>
              <a:sym typeface="Times New Roman"/>
            </a:endParaRPr>
          </a:p>
          <a:p>
            <a:pPr indent="0" lvl="0" marL="0" marR="0" rtl="0" algn="ctr">
              <a:lnSpc>
                <a:spcPct val="60000"/>
              </a:lnSpc>
              <a:spcBef>
                <a:spcPts val="900"/>
              </a:spcBef>
              <a:spcAft>
                <a:spcPts val="0"/>
              </a:spcAft>
              <a:buNone/>
            </a:pPr>
            <a:r>
              <a:rPr b="1" lang="en-US" sz="1800">
                <a:solidFill>
                  <a:srgbClr val="000000"/>
                </a:solidFill>
                <a:latin typeface="Arial"/>
                <a:ea typeface="Arial"/>
                <a:cs typeface="Arial"/>
                <a:sym typeface="Arial"/>
              </a:rPr>
              <a:t>x'</a:t>
            </a:r>
            <a:r>
              <a:rPr b="1" baseline="-25000" lang="en-US" sz="1800">
                <a:solidFill>
                  <a:srgbClr val="000000"/>
                </a:solidFill>
                <a:latin typeface="Arial"/>
                <a:ea typeface="Arial"/>
                <a:cs typeface="Arial"/>
                <a:sym typeface="Arial"/>
              </a:rPr>
              <a:t>D</a:t>
            </a:r>
            <a:r>
              <a:rPr lang="en-US" sz="1800">
                <a:solidFill>
                  <a:srgbClr val="000000"/>
                </a:solidFill>
                <a:latin typeface="Arial"/>
                <a:ea typeface="Arial"/>
                <a:cs typeface="Arial"/>
                <a:sym typeface="Arial"/>
              </a:rPr>
              <a:t> = </a:t>
            </a:r>
            <a:r>
              <a:rPr b="1" lang="en-US" sz="1800">
                <a:solidFill>
                  <a:srgbClr val="000000"/>
                </a:solidFill>
                <a:latin typeface="Arial"/>
                <a:ea typeface="Arial"/>
                <a:cs typeface="Arial"/>
                <a:sym typeface="Arial"/>
              </a:rPr>
              <a:t>11</a:t>
            </a:r>
            <a:r>
              <a:rPr lang="en-US" sz="1800">
                <a:solidFill>
                  <a:srgbClr val="000000"/>
                </a:solidFill>
                <a:latin typeface="Arial"/>
                <a:ea typeface="Arial"/>
                <a:cs typeface="Arial"/>
                <a:sym typeface="Arial"/>
              </a:rPr>
              <a:t> + (</a:t>
            </a:r>
            <a:r>
              <a:rPr b="1" lang="en-US" sz="1800">
                <a:solidFill>
                  <a:srgbClr val="000000"/>
                </a:solidFill>
                <a:latin typeface="Arial"/>
                <a:ea typeface="Arial"/>
                <a:cs typeface="Arial"/>
                <a:sym typeface="Arial"/>
              </a:rPr>
              <a:t>5</a:t>
            </a:r>
            <a:r>
              <a:rPr lang="en-US" sz="1800">
                <a:solidFill>
                  <a:srgbClr val="000000"/>
                </a:solidFill>
                <a:latin typeface="Arial"/>
                <a:ea typeface="Arial"/>
                <a:cs typeface="Arial"/>
                <a:sym typeface="Arial"/>
              </a:rPr>
              <a:t>/</a:t>
            </a:r>
            <a:r>
              <a:rPr b="1" lang="en-US" sz="1800">
                <a:solidFill>
                  <a:srgbClr val="000000"/>
                </a:solidFill>
                <a:latin typeface="Arial"/>
                <a:ea typeface="Arial"/>
                <a:cs typeface="Arial"/>
                <a:sym typeface="Arial"/>
              </a:rPr>
              <a:t>4</a:t>
            </a:r>
            <a:r>
              <a:rPr lang="en-US" sz="1800">
                <a:solidFill>
                  <a:srgbClr val="000000"/>
                </a:solidFill>
                <a:latin typeface="Arial"/>
                <a:ea typeface="Arial"/>
                <a:cs typeface="Arial"/>
                <a:sym typeface="Arial"/>
              </a:rPr>
              <a:t>)(</a:t>
            </a:r>
            <a:r>
              <a:rPr b="1" lang="en-US" sz="1800">
                <a:solidFill>
                  <a:srgbClr val="000000"/>
                </a:solidFill>
                <a:latin typeface="Arial"/>
                <a:ea typeface="Arial"/>
                <a:cs typeface="Arial"/>
                <a:sym typeface="Arial"/>
              </a:rPr>
              <a:t> 9 </a:t>
            </a:r>
            <a:r>
              <a:rPr b="1" lang="en-US" sz="1800">
                <a:solidFill>
                  <a:srgbClr val="000000"/>
                </a:solidFill>
                <a:latin typeface="Times New Roman"/>
                <a:ea typeface="Times New Roman"/>
                <a:cs typeface="Times New Roman"/>
                <a:sym typeface="Times New Roman"/>
              </a:rPr>
              <a:t>–</a:t>
            </a:r>
            <a:r>
              <a:rPr b="1" lang="en-US" sz="1800">
                <a:solidFill>
                  <a:srgbClr val="000000"/>
                </a:solidFill>
                <a:latin typeface="Arial"/>
                <a:ea typeface="Arial"/>
                <a:cs typeface="Arial"/>
                <a:sym typeface="Arial"/>
              </a:rPr>
              <a:t> 1 </a:t>
            </a:r>
            <a:r>
              <a:rPr b="1" lang="en-US" sz="1800">
                <a:solidFill>
                  <a:srgbClr val="000000"/>
                </a:solidFill>
                <a:latin typeface="Times New Roman"/>
                <a:ea typeface="Times New Roman"/>
                <a:cs typeface="Times New Roman"/>
                <a:sym typeface="Times New Roman"/>
              </a:rPr>
              <a:t>–</a:t>
            </a:r>
            <a:r>
              <a:rPr b="1" lang="en-US" sz="1800">
                <a:solidFill>
                  <a:srgbClr val="000000"/>
                </a:solidFill>
                <a:latin typeface="Arial"/>
                <a:ea typeface="Arial"/>
                <a:cs typeface="Arial"/>
                <a:sym typeface="Arial"/>
              </a:rPr>
              <a:t>  5</a:t>
            </a:r>
            <a:r>
              <a:rPr lang="en-US" sz="1800">
                <a:solidFill>
                  <a:srgbClr val="000000"/>
                </a:solidFill>
                <a:latin typeface="Arial"/>
                <a:ea typeface="Arial"/>
                <a:cs typeface="Arial"/>
                <a:sym typeface="Arial"/>
              </a:rPr>
              <a:t>) </a:t>
            </a:r>
            <a:r>
              <a:rPr b="1" lang="en-US" sz="1800">
                <a:solidFill>
                  <a:srgbClr val="000000"/>
                </a:solidFill>
                <a:latin typeface="Arial"/>
                <a:ea typeface="Arial"/>
                <a:cs typeface="Arial"/>
                <a:sym typeface="Arial"/>
              </a:rPr>
              <a:t>= 59/4 = 14.75 ≅ 15</a:t>
            </a:r>
            <a:endParaRPr sz="1800">
              <a:solidFill>
                <a:srgbClr val="000000"/>
              </a:solidFill>
              <a:latin typeface="Times New Roman"/>
              <a:ea typeface="Times New Roman"/>
              <a:cs typeface="Times New Roman"/>
              <a:sym typeface="Times New Roman"/>
            </a:endParaRPr>
          </a:p>
          <a:p>
            <a:pPr indent="0" lvl="0" marL="0" marR="0" rtl="0" algn="ctr">
              <a:lnSpc>
                <a:spcPct val="60000"/>
              </a:lnSpc>
              <a:spcBef>
                <a:spcPts val="900"/>
              </a:spcBef>
              <a:spcAft>
                <a:spcPts val="0"/>
              </a:spcAft>
              <a:buNone/>
            </a:pPr>
            <a:r>
              <a:rPr lang="en-US" sz="1800">
                <a:solidFill>
                  <a:srgbClr val="000000"/>
                </a:solidFill>
                <a:latin typeface="Arial"/>
                <a:ea typeface="Arial"/>
                <a:cs typeface="Arial"/>
                <a:sym typeface="Arial"/>
              </a:rPr>
              <a:t>The vertex </a:t>
            </a:r>
            <a:r>
              <a:rPr b="1" lang="en-US" sz="1800">
                <a:solidFill>
                  <a:srgbClr val="000000"/>
                </a:solidFill>
                <a:latin typeface="Arial"/>
                <a:ea typeface="Arial"/>
                <a:cs typeface="Arial"/>
                <a:sym typeface="Arial"/>
              </a:rPr>
              <a:t>D</a:t>
            </a:r>
            <a:r>
              <a:rPr lang="en-US" sz="1800">
                <a:solidFill>
                  <a:srgbClr val="000000"/>
                </a:solidFill>
                <a:latin typeface="Arial"/>
                <a:ea typeface="Arial"/>
                <a:cs typeface="Arial"/>
                <a:sym typeface="Arial"/>
              </a:rPr>
              <a:t> is split to </a:t>
            </a:r>
            <a:r>
              <a:rPr b="1" lang="en-US" sz="1800">
                <a:solidFill>
                  <a:srgbClr val="000000"/>
                </a:solidFill>
                <a:latin typeface="Arial"/>
                <a:ea typeface="Arial"/>
                <a:cs typeface="Arial"/>
                <a:sym typeface="Arial"/>
              </a:rPr>
              <a:t>D</a:t>
            </a:r>
            <a:r>
              <a:rPr lang="en-US" sz="1800">
                <a:solidFill>
                  <a:srgbClr val="000000"/>
                </a:solidFill>
                <a:latin typeface="Arial"/>
                <a:ea typeface="Arial"/>
                <a:cs typeface="Arial"/>
                <a:sym typeface="Arial"/>
              </a:rPr>
              <a:t>(</a:t>
            </a:r>
            <a:r>
              <a:rPr b="1" lang="en-US" sz="1800">
                <a:solidFill>
                  <a:srgbClr val="000000"/>
                </a:solidFill>
                <a:latin typeface="Arial"/>
                <a:ea typeface="Arial"/>
                <a:cs typeface="Arial"/>
                <a:sym typeface="Arial"/>
              </a:rPr>
              <a:t>16, 9</a:t>
            </a:r>
            <a:r>
              <a:rPr lang="en-US" sz="1800">
                <a:solidFill>
                  <a:srgbClr val="000000"/>
                </a:solidFill>
                <a:latin typeface="Arial"/>
                <a:ea typeface="Arial"/>
                <a:cs typeface="Arial"/>
                <a:sym typeface="Arial"/>
              </a:rPr>
              <a:t>)  and </a:t>
            </a:r>
            <a:r>
              <a:rPr b="1" lang="en-US" sz="1800">
                <a:solidFill>
                  <a:srgbClr val="000000"/>
                </a:solidFill>
                <a:latin typeface="Arial"/>
                <a:ea typeface="Arial"/>
                <a:cs typeface="Arial"/>
                <a:sym typeface="Arial"/>
              </a:rPr>
              <a:t>D'</a:t>
            </a:r>
            <a:r>
              <a:rPr lang="en-US" sz="1800">
                <a:solidFill>
                  <a:srgbClr val="000000"/>
                </a:solidFill>
                <a:latin typeface="Arial"/>
                <a:ea typeface="Arial"/>
                <a:cs typeface="Arial"/>
                <a:sym typeface="Arial"/>
              </a:rPr>
              <a:t> (</a:t>
            </a:r>
            <a:r>
              <a:rPr b="1" lang="en-US" sz="1800">
                <a:solidFill>
                  <a:srgbClr val="000000"/>
                </a:solidFill>
                <a:latin typeface="Arial"/>
                <a:ea typeface="Arial"/>
                <a:cs typeface="Arial"/>
                <a:sym typeface="Arial"/>
              </a:rPr>
              <a:t>15</a:t>
            </a:r>
            <a:r>
              <a:rPr lang="en-US" sz="1800">
                <a:solidFill>
                  <a:srgbClr val="000000"/>
                </a:solidFill>
                <a:latin typeface="Arial"/>
                <a:ea typeface="Arial"/>
                <a:cs typeface="Arial"/>
                <a:sym typeface="Arial"/>
              </a:rPr>
              <a:t>, </a:t>
            </a:r>
            <a:r>
              <a:rPr b="1" lang="en-US" sz="1800">
                <a:solidFill>
                  <a:srgbClr val="000000"/>
                </a:solidFill>
                <a:latin typeface="Arial"/>
                <a:ea typeface="Arial"/>
                <a:cs typeface="Arial"/>
                <a:sym typeface="Arial"/>
              </a:rPr>
              <a:t>8</a:t>
            </a:r>
            <a:r>
              <a:rPr lang="en-US" sz="1800">
                <a:solidFill>
                  <a:srgbClr val="000000"/>
                </a:solidFill>
                <a:latin typeface="Arial"/>
                <a:ea typeface="Arial"/>
                <a:cs typeface="Arial"/>
                <a:sym typeface="Arial"/>
              </a:rPr>
              <a:t>)</a:t>
            </a:r>
            <a:endParaRPr sz="1800">
              <a:solidFill>
                <a:srgbClr val="000000"/>
              </a:solidFill>
              <a:latin typeface="Times New Roman"/>
              <a:ea typeface="Times New Roman"/>
              <a:cs typeface="Times New Roman"/>
              <a:sym typeface="Times New Roman"/>
            </a:endParaRPr>
          </a:p>
        </p:txBody>
      </p:sp>
      <p:pic>
        <p:nvPicPr>
          <p:cNvPr descr="E:\454 computer graphics\chapter 5\faraf scan example\polygon_000.jpg" id="723" name="Google Shape;723;p21"/>
          <p:cNvPicPr preferRelativeResize="0"/>
          <p:nvPr/>
        </p:nvPicPr>
        <p:blipFill rotWithShape="1">
          <a:blip r:embed="rId4">
            <a:alphaModFix/>
          </a:blip>
          <a:srcRect b="0" l="0" r="0" t="0"/>
          <a:stretch/>
        </p:blipFill>
        <p:spPr>
          <a:xfrm>
            <a:off x="5638800" y="3810000"/>
            <a:ext cx="3162300" cy="2962308"/>
          </a:xfrm>
          <a:prstGeom prst="rect">
            <a:avLst/>
          </a:prstGeom>
          <a:noFill/>
          <a:ln>
            <a:noFill/>
          </a:ln>
        </p:spPr>
      </p:pic>
      <p:sp>
        <p:nvSpPr>
          <p:cNvPr id="724" name="Google Shape;724;p21"/>
          <p:cNvSpPr txBox="1"/>
          <p:nvPr/>
        </p:nvSpPr>
        <p:spPr>
          <a:xfrm>
            <a:off x="342900" y="228600"/>
            <a:ext cx="8458200" cy="46166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2400">
                <a:solidFill>
                  <a:srgbClr val="3333CC"/>
                </a:solidFill>
                <a:latin typeface="Arial"/>
                <a:ea typeface="Arial"/>
                <a:cs typeface="Arial"/>
                <a:sym typeface="Arial"/>
              </a:rPr>
              <a:t>The Scan-Line Polygon Fill Algorithm</a:t>
            </a:r>
            <a:r>
              <a:rPr b="1" lang="en-US" sz="2000">
                <a:solidFill>
                  <a:srgbClr val="FF0000"/>
                </a:solidFill>
                <a:latin typeface="Arial"/>
                <a:ea typeface="Arial"/>
                <a:cs typeface="Arial"/>
                <a:sym typeface="Arial"/>
              </a:rPr>
              <a:t>(Example)</a:t>
            </a:r>
            <a:r>
              <a:rPr lang="en-US" sz="2000">
                <a:solidFill>
                  <a:srgbClr val="000000"/>
                </a:solidFill>
                <a:latin typeface="Arial"/>
                <a:ea typeface="Arial"/>
                <a:cs typeface="Arial"/>
                <a:sym typeface="Arial"/>
              </a:rPr>
              <a:t>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8" name="Shape 728"/>
        <p:cNvGrpSpPr/>
        <p:nvPr/>
      </p:nvGrpSpPr>
      <p:grpSpPr>
        <a:xfrm>
          <a:off x="0" y="0"/>
          <a:ext cx="0" cy="0"/>
          <a:chOff x="0" y="0"/>
          <a:chExt cx="0" cy="0"/>
        </a:xfrm>
      </p:grpSpPr>
      <p:pic>
        <p:nvPicPr>
          <p:cNvPr descr="E:\454 computer graphics\chapter 5\slide figures\exa04.jpg" id="729" name="Google Shape;729;p22"/>
          <p:cNvPicPr preferRelativeResize="0"/>
          <p:nvPr/>
        </p:nvPicPr>
        <p:blipFill rotWithShape="1">
          <a:blip r:embed="rId3">
            <a:alphaModFix/>
          </a:blip>
          <a:srcRect b="0" l="0" r="0" t="0"/>
          <a:stretch/>
        </p:blipFill>
        <p:spPr>
          <a:xfrm>
            <a:off x="965200" y="914400"/>
            <a:ext cx="7188200" cy="2851150"/>
          </a:xfrm>
          <a:prstGeom prst="rect">
            <a:avLst/>
          </a:prstGeom>
          <a:noFill/>
          <a:ln>
            <a:noFill/>
          </a:ln>
        </p:spPr>
      </p:pic>
      <p:pic>
        <p:nvPicPr>
          <p:cNvPr descr="E:\454 computer graphics\chapter 5\slide figures\exa05.jpg" id="730" name="Google Shape;730;p22"/>
          <p:cNvPicPr preferRelativeResize="0"/>
          <p:nvPr/>
        </p:nvPicPr>
        <p:blipFill rotWithShape="1">
          <a:blip r:embed="rId4">
            <a:alphaModFix/>
          </a:blip>
          <a:srcRect b="0" l="0" r="0" t="0"/>
          <a:stretch/>
        </p:blipFill>
        <p:spPr>
          <a:xfrm>
            <a:off x="977900" y="4038600"/>
            <a:ext cx="7162800" cy="1260475"/>
          </a:xfrm>
          <a:prstGeom prst="rect">
            <a:avLst/>
          </a:prstGeom>
          <a:solidFill>
            <a:srgbClr val="C1FEEF"/>
          </a:solidFill>
          <a:ln>
            <a:noFill/>
          </a:ln>
        </p:spPr>
      </p:pic>
      <p:sp>
        <p:nvSpPr>
          <p:cNvPr id="731" name="Google Shape;731;p22"/>
          <p:cNvSpPr txBox="1"/>
          <p:nvPr/>
        </p:nvSpPr>
        <p:spPr>
          <a:xfrm>
            <a:off x="342900" y="228600"/>
            <a:ext cx="8458200" cy="46166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2400">
                <a:solidFill>
                  <a:srgbClr val="3333CC"/>
                </a:solidFill>
                <a:latin typeface="Arial"/>
                <a:ea typeface="Arial"/>
                <a:cs typeface="Arial"/>
                <a:sym typeface="Arial"/>
              </a:rPr>
              <a:t>The Scan-Line Polygon Fill Algorithm</a:t>
            </a:r>
            <a:r>
              <a:rPr b="1" lang="en-US" sz="2000">
                <a:solidFill>
                  <a:srgbClr val="FF0000"/>
                </a:solidFill>
                <a:latin typeface="Arial"/>
                <a:ea typeface="Arial"/>
                <a:cs typeface="Arial"/>
                <a:sym typeface="Arial"/>
              </a:rPr>
              <a:t>(Example)</a:t>
            </a:r>
            <a:r>
              <a:rPr lang="en-US" sz="2000">
                <a:solidFill>
                  <a:srgbClr val="000000"/>
                </a:solidFill>
                <a:latin typeface="Arial"/>
                <a:ea typeface="Arial"/>
                <a:cs typeface="Arial"/>
                <a:sym typeface="Arial"/>
              </a:rPr>
              <a:t>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5" name="Shape 735"/>
        <p:cNvGrpSpPr/>
        <p:nvPr/>
      </p:nvGrpSpPr>
      <p:grpSpPr>
        <a:xfrm>
          <a:off x="0" y="0"/>
          <a:ext cx="0" cy="0"/>
          <a:chOff x="0" y="0"/>
          <a:chExt cx="0" cy="0"/>
        </a:xfrm>
      </p:grpSpPr>
      <p:sp>
        <p:nvSpPr>
          <p:cNvPr id="736" name="Google Shape;736;p23"/>
          <p:cNvSpPr txBox="1"/>
          <p:nvPr/>
        </p:nvSpPr>
        <p:spPr>
          <a:xfrm>
            <a:off x="342900" y="228600"/>
            <a:ext cx="8458200" cy="46166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2400">
                <a:solidFill>
                  <a:srgbClr val="3333CC"/>
                </a:solidFill>
                <a:latin typeface="Arial"/>
                <a:ea typeface="Arial"/>
                <a:cs typeface="Arial"/>
                <a:sym typeface="Arial"/>
              </a:rPr>
              <a:t>The Scan-Line Polygon Fill Algorithm</a:t>
            </a:r>
            <a:r>
              <a:rPr b="1" lang="en-US" sz="2000">
                <a:solidFill>
                  <a:srgbClr val="FF0000"/>
                </a:solidFill>
                <a:latin typeface="Arial"/>
                <a:ea typeface="Arial"/>
                <a:cs typeface="Arial"/>
                <a:sym typeface="Arial"/>
              </a:rPr>
              <a:t>(Example)</a:t>
            </a:r>
            <a:r>
              <a:rPr b="1" lang="en-US" sz="2400">
                <a:solidFill>
                  <a:srgbClr val="3333CC"/>
                </a:solidFill>
                <a:latin typeface="Arial"/>
                <a:ea typeface="Arial"/>
                <a:cs typeface="Arial"/>
                <a:sym typeface="Arial"/>
              </a:rPr>
              <a:t> </a:t>
            </a:r>
            <a:r>
              <a:rPr lang="en-US" sz="2000">
                <a:solidFill>
                  <a:srgbClr val="000000"/>
                </a:solidFill>
                <a:latin typeface="Arial"/>
                <a:ea typeface="Arial"/>
                <a:cs typeface="Arial"/>
                <a:sym typeface="Arial"/>
              </a:rPr>
              <a:t> </a:t>
            </a:r>
            <a:endParaRPr/>
          </a:p>
        </p:txBody>
      </p:sp>
      <p:pic>
        <p:nvPicPr>
          <p:cNvPr descr="E:\454 computer graphics\chapter 5\slide figures\exa06.jpg" id="737" name="Google Shape;737;p23"/>
          <p:cNvPicPr preferRelativeResize="0"/>
          <p:nvPr/>
        </p:nvPicPr>
        <p:blipFill rotWithShape="1">
          <a:blip r:embed="rId3">
            <a:alphaModFix/>
          </a:blip>
          <a:srcRect b="0" l="0" r="0" t="0"/>
          <a:stretch/>
        </p:blipFill>
        <p:spPr>
          <a:xfrm>
            <a:off x="381000" y="2086461"/>
            <a:ext cx="5998833" cy="4725517"/>
          </a:xfrm>
          <a:prstGeom prst="rect">
            <a:avLst/>
          </a:prstGeom>
          <a:noFill/>
          <a:ln>
            <a:noFill/>
          </a:ln>
        </p:spPr>
      </p:pic>
      <p:pic>
        <p:nvPicPr>
          <p:cNvPr descr="E:\454 computer graphics\chapter 5\faraf scan example\polygon_000.jpg" id="738" name="Google Shape;738;p23"/>
          <p:cNvPicPr preferRelativeResize="0"/>
          <p:nvPr/>
        </p:nvPicPr>
        <p:blipFill rotWithShape="1">
          <a:blip r:embed="rId4">
            <a:alphaModFix/>
          </a:blip>
          <a:srcRect b="0" l="0" r="0" t="0"/>
          <a:stretch/>
        </p:blipFill>
        <p:spPr>
          <a:xfrm>
            <a:off x="6461383" y="656180"/>
            <a:ext cx="2611767" cy="2544220"/>
          </a:xfrm>
          <a:prstGeom prst="rect">
            <a:avLst/>
          </a:prstGeom>
          <a:noFill/>
          <a:ln>
            <a:noFill/>
          </a:ln>
        </p:spPr>
      </p:pic>
      <p:pic>
        <p:nvPicPr>
          <p:cNvPr descr="E:\454 computer graphics\chapter 5\slide figures\exa04.jpg" id="739" name="Google Shape;739;p23"/>
          <p:cNvPicPr preferRelativeResize="0"/>
          <p:nvPr/>
        </p:nvPicPr>
        <p:blipFill rotWithShape="1">
          <a:blip r:embed="rId5">
            <a:alphaModFix/>
          </a:blip>
          <a:srcRect b="0" l="0" r="0" t="0"/>
          <a:stretch/>
        </p:blipFill>
        <p:spPr>
          <a:xfrm>
            <a:off x="685800" y="739613"/>
            <a:ext cx="5181600" cy="12954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3" name="Shape 743"/>
        <p:cNvGrpSpPr/>
        <p:nvPr/>
      </p:nvGrpSpPr>
      <p:grpSpPr>
        <a:xfrm>
          <a:off x="0" y="0"/>
          <a:ext cx="0" cy="0"/>
          <a:chOff x="0" y="0"/>
          <a:chExt cx="0" cy="0"/>
        </a:xfrm>
      </p:grpSpPr>
      <p:sp>
        <p:nvSpPr>
          <p:cNvPr id="744" name="Google Shape;744;p24"/>
          <p:cNvSpPr txBox="1"/>
          <p:nvPr/>
        </p:nvSpPr>
        <p:spPr>
          <a:xfrm>
            <a:off x="329045" y="76200"/>
            <a:ext cx="8458200" cy="46166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2400">
                <a:solidFill>
                  <a:srgbClr val="3333CC"/>
                </a:solidFill>
                <a:latin typeface="Arial"/>
                <a:ea typeface="Arial"/>
                <a:cs typeface="Arial"/>
                <a:sym typeface="Arial"/>
              </a:rPr>
              <a:t>The Scan-Line Polygon Fill Algorithm</a:t>
            </a:r>
            <a:r>
              <a:rPr b="1" lang="en-US" sz="2000">
                <a:solidFill>
                  <a:srgbClr val="FF0000"/>
                </a:solidFill>
                <a:latin typeface="Arial"/>
                <a:ea typeface="Arial"/>
                <a:cs typeface="Arial"/>
                <a:sym typeface="Arial"/>
              </a:rPr>
              <a:t>(Example)</a:t>
            </a:r>
            <a:r>
              <a:rPr b="1" lang="en-US" sz="2400">
                <a:solidFill>
                  <a:srgbClr val="3333CC"/>
                </a:solidFill>
                <a:latin typeface="Arial"/>
                <a:ea typeface="Arial"/>
                <a:cs typeface="Arial"/>
                <a:sym typeface="Arial"/>
              </a:rPr>
              <a:t> </a:t>
            </a:r>
            <a:r>
              <a:rPr lang="en-US" sz="2000">
                <a:solidFill>
                  <a:srgbClr val="000000"/>
                </a:solidFill>
                <a:latin typeface="Arial"/>
                <a:ea typeface="Arial"/>
                <a:cs typeface="Arial"/>
                <a:sym typeface="Arial"/>
              </a:rPr>
              <a:t> </a:t>
            </a:r>
            <a:endParaRPr/>
          </a:p>
        </p:txBody>
      </p:sp>
      <p:pic>
        <p:nvPicPr>
          <p:cNvPr descr="E:\454 computer graphics\chapter 5\slide figures\exa07.jpg" id="745" name="Google Shape;745;p24"/>
          <p:cNvPicPr preferRelativeResize="0"/>
          <p:nvPr/>
        </p:nvPicPr>
        <p:blipFill rotWithShape="1">
          <a:blip r:embed="rId3">
            <a:alphaModFix/>
          </a:blip>
          <a:srcRect b="0" l="0" r="0" t="0"/>
          <a:stretch/>
        </p:blipFill>
        <p:spPr>
          <a:xfrm>
            <a:off x="191500" y="1950242"/>
            <a:ext cx="6133099" cy="4833663"/>
          </a:xfrm>
          <a:prstGeom prst="rect">
            <a:avLst/>
          </a:prstGeom>
          <a:noFill/>
          <a:ln>
            <a:noFill/>
          </a:ln>
        </p:spPr>
      </p:pic>
      <p:pic>
        <p:nvPicPr>
          <p:cNvPr descr="E:\454 computer graphics\chapter 5\faraf scan example\polygon_000.jpg" id="746" name="Google Shape;746;p24"/>
          <p:cNvPicPr preferRelativeResize="0"/>
          <p:nvPr/>
        </p:nvPicPr>
        <p:blipFill rotWithShape="1">
          <a:blip r:embed="rId4">
            <a:alphaModFix/>
          </a:blip>
          <a:srcRect b="0" l="0" r="0" t="0"/>
          <a:stretch/>
        </p:blipFill>
        <p:spPr>
          <a:xfrm>
            <a:off x="6461383" y="656180"/>
            <a:ext cx="2611767" cy="2544220"/>
          </a:xfrm>
          <a:prstGeom prst="rect">
            <a:avLst/>
          </a:prstGeom>
          <a:noFill/>
          <a:ln>
            <a:noFill/>
          </a:ln>
        </p:spPr>
      </p:pic>
      <p:pic>
        <p:nvPicPr>
          <p:cNvPr descr="E:\454 computer graphics\chapter 5\slide figures\exa04.jpg" id="747" name="Google Shape;747;p24"/>
          <p:cNvPicPr preferRelativeResize="0"/>
          <p:nvPr/>
        </p:nvPicPr>
        <p:blipFill rotWithShape="1">
          <a:blip r:embed="rId5">
            <a:alphaModFix/>
          </a:blip>
          <a:srcRect b="0" l="0" r="0" t="0"/>
          <a:stretch/>
        </p:blipFill>
        <p:spPr>
          <a:xfrm>
            <a:off x="457200" y="533400"/>
            <a:ext cx="5181600" cy="12954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1" name="Shape 751"/>
        <p:cNvGrpSpPr/>
        <p:nvPr/>
      </p:nvGrpSpPr>
      <p:grpSpPr>
        <a:xfrm>
          <a:off x="0" y="0"/>
          <a:ext cx="0" cy="0"/>
          <a:chOff x="0" y="0"/>
          <a:chExt cx="0" cy="0"/>
        </a:xfrm>
      </p:grpSpPr>
      <p:sp>
        <p:nvSpPr>
          <p:cNvPr id="752" name="Google Shape;752;p25"/>
          <p:cNvSpPr txBox="1"/>
          <p:nvPr/>
        </p:nvSpPr>
        <p:spPr>
          <a:xfrm>
            <a:off x="328056" y="46764"/>
            <a:ext cx="8458200" cy="46166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2400">
                <a:solidFill>
                  <a:srgbClr val="3333CC"/>
                </a:solidFill>
                <a:latin typeface="Arial"/>
                <a:ea typeface="Arial"/>
                <a:cs typeface="Arial"/>
                <a:sym typeface="Arial"/>
              </a:rPr>
              <a:t>The Scan-Line Polygon Fill Algorithm</a:t>
            </a:r>
            <a:r>
              <a:rPr b="1" lang="en-US" sz="2000">
                <a:solidFill>
                  <a:srgbClr val="FF0000"/>
                </a:solidFill>
                <a:latin typeface="Arial"/>
                <a:ea typeface="Arial"/>
                <a:cs typeface="Arial"/>
                <a:sym typeface="Arial"/>
              </a:rPr>
              <a:t>(Example)</a:t>
            </a:r>
            <a:r>
              <a:rPr b="1" lang="en-US" sz="2400">
                <a:solidFill>
                  <a:srgbClr val="3333CC"/>
                </a:solidFill>
                <a:latin typeface="Arial"/>
                <a:ea typeface="Arial"/>
                <a:cs typeface="Arial"/>
                <a:sym typeface="Arial"/>
              </a:rPr>
              <a:t> </a:t>
            </a:r>
            <a:r>
              <a:rPr lang="en-US" sz="2000">
                <a:solidFill>
                  <a:srgbClr val="000000"/>
                </a:solidFill>
                <a:latin typeface="Arial"/>
                <a:ea typeface="Arial"/>
                <a:cs typeface="Arial"/>
                <a:sym typeface="Arial"/>
              </a:rPr>
              <a:t> </a:t>
            </a:r>
            <a:endParaRPr/>
          </a:p>
        </p:txBody>
      </p:sp>
      <p:pic>
        <p:nvPicPr>
          <p:cNvPr descr="E:\454 computer graphics\chapter 5\slide figures\exa08.jpg" id="753" name="Google Shape;753;p25"/>
          <p:cNvPicPr preferRelativeResize="0"/>
          <p:nvPr/>
        </p:nvPicPr>
        <p:blipFill rotWithShape="1">
          <a:blip r:embed="rId3">
            <a:alphaModFix/>
          </a:blip>
          <a:srcRect b="0" l="0" r="0" t="0"/>
          <a:stretch/>
        </p:blipFill>
        <p:spPr>
          <a:xfrm>
            <a:off x="228600" y="2298214"/>
            <a:ext cx="6096000" cy="4557807"/>
          </a:xfrm>
          <a:prstGeom prst="rect">
            <a:avLst/>
          </a:prstGeom>
          <a:noFill/>
          <a:ln>
            <a:noFill/>
          </a:ln>
        </p:spPr>
      </p:pic>
      <p:pic>
        <p:nvPicPr>
          <p:cNvPr descr="E:\454 computer graphics\chapter 5\faraf scan example\polygon_000.jpg" id="754" name="Google Shape;754;p25"/>
          <p:cNvPicPr preferRelativeResize="0"/>
          <p:nvPr/>
        </p:nvPicPr>
        <p:blipFill rotWithShape="1">
          <a:blip r:embed="rId4">
            <a:alphaModFix/>
          </a:blip>
          <a:srcRect b="0" l="0" r="0" t="0"/>
          <a:stretch/>
        </p:blipFill>
        <p:spPr>
          <a:xfrm>
            <a:off x="6461383" y="656180"/>
            <a:ext cx="2611767" cy="2544220"/>
          </a:xfrm>
          <a:prstGeom prst="rect">
            <a:avLst/>
          </a:prstGeom>
          <a:noFill/>
          <a:ln>
            <a:noFill/>
          </a:ln>
        </p:spPr>
      </p:pic>
      <p:pic>
        <p:nvPicPr>
          <p:cNvPr descr="E:\454 computer graphics\chapter 5\slide figures\exa04.jpg" id="755" name="Google Shape;755;p25"/>
          <p:cNvPicPr preferRelativeResize="0"/>
          <p:nvPr/>
        </p:nvPicPr>
        <p:blipFill rotWithShape="1">
          <a:blip r:embed="rId5">
            <a:alphaModFix/>
          </a:blip>
          <a:srcRect b="0" l="0" r="0" t="0"/>
          <a:stretch/>
        </p:blipFill>
        <p:spPr>
          <a:xfrm>
            <a:off x="685800" y="739613"/>
            <a:ext cx="5181600" cy="12954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9" name="Shape 759"/>
        <p:cNvGrpSpPr/>
        <p:nvPr/>
      </p:nvGrpSpPr>
      <p:grpSpPr>
        <a:xfrm>
          <a:off x="0" y="0"/>
          <a:ext cx="0" cy="0"/>
          <a:chOff x="0" y="0"/>
          <a:chExt cx="0" cy="0"/>
        </a:xfrm>
      </p:grpSpPr>
      <p:sp>
        <p:nvSpPr>
          <p:cNvPr id="760" name="Google Shape;760;p26"/>
          <p:cNvSpPr txBox="1"/>
          <p:nvPr/>
        </p:nvSpPr>
        <p:spPr>
          <a:xfrm>
            <a:off x="4489493" y="59975"/>
            <a:ext cx="4576782" cy="307777"/>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1400">
                <a:solidFill>
                  <a:srgbClr val="3333CC"/>
                </a:solidFill>
                <a:latin typeface="Arial"/>
                <a:ea typeface="Arial"/>
                <a:cs typeface="Arial"/>
                <a:sym typeface="Arial"/>
              </a:rPr>
              <a:t>The Scan-Line Polygon Fill Algorithm</a:t>
            </a:r>
            <a:r>
              <a:rPr b="1" lang="en-US" sz="1200">
                <a:solidFill>
                  <a:srgbClr val="FF0000"/>
                </a:solidFill>
                <a:latin typeface="Arial"/>
                <a:ea typeface="Arial"/>
                <a:cs typeface="Arial"/>
                <a:sym typeface="Arial"/>
              </a:rPr>
              <a:t>(Example)</a:t>
            </a:r>
            <a:r>
              <a:rPr b="1" lang="en-US" sz="1400">
                <a:solidFill>
                  <a:srgbClr val="3333CC"/>
                </a:solidFill>
                <a:latin typeface="Arial"/>
                <a:ea typeface="Arial"/>
                <a:cs typeface="Arial"/>
                <a:sym typeface="Arial"/>
              </a:rPr>
              <a:t> </a:t>
            </a:r>
            <a:r>
              <a:rPr lang="en-US" sz="1200">
                <a:solidFill>
                  <a:srgbClr val="000000"/>
                </a:solidFill>
                <a:latin typeface="Arial"/>
                <a:ea typeface="Arial"/>
                <a:cs typeface="Arial"/>
                <a:sym typeface="Arial"/>
              </a:rPr>
              <a:t> </a:t>
            </a:r>
            <a:endParaRPr/>
          </a:p>
        </p:txBody>
      </p:sp>
      <p:pic>
        <p:nvPicPr>
          <p:cNvPr descr="E:\454 computer graphics\chapter 5\slide figures\exa09.jpg" id="761" name="Google Shape;761;p26"/>
          <p:cNvPicPr preferRelativeResize="0"/>
          <p:nvPr/>
        </p:nvPicPr>
        <p:blipFill rotWithShape="1">
          <a:blip r:embed="rId3">
            <a:alphaModFix/>
          </a:blip>
          <a:srcRect b="0" l="0" r="0" t="0"/>
          <a:stretch/>
        </p:blipFill>
        <p:spPr>
          <a:xfrm>
            <a:off x="4624450" y="4000325"/>
            <a:ext cx="4441825" cy="2763838"/>
          </a:xfrm>
          <a:prstGeom prst="rect">
            <a:avLst/>
          </a:prstGeom>
          <a:noFill/>
          <a:ln cap="flat" cmpd="sng" w="57150">
            <a:solidFill>
              <a:schemeClr val="dk1"/>
            </a:solidFill>
            <a:prstDash val="solid"/>
            <a:round/>
            <a:headEnd len="sm" w="sm" type="none"/>
            <a:tailEnd len="sm" w="sm" type="none"/>
          </a:ln>
        </p:spPr>
      </p:pic>
      <p:pic>
        <p:nvPicPr>
          <p:cNvPr descr="E:\454 computer graphics\chapter 5\faraf scan example\polygon_000.jpg" id="762" name="Google Shape;762;p26"/>
          <p:cNvPicPr preferRelativeResize="0"/>
          <p:nvPr/>
        </p:nvPicPr>
        <p:blipFill rotWithShape="1">
          <a:blip r:embed="rId4">
            <a:alphaModFix/>
          </a:blip>
          <a:srcRect b="0" l="0" r="0" t="0"/>
          <a:stretch/>
        </p:blipFill>
        <p:spPr>
          <a:xfrm>
            <a:off x="3039094" y="5811055"/>
            <a:ext cx="1347621" cy="1046945"/>
          </a:xfrm>
          <a:prstGeom prst="rect">
            <a:avLst/>
          </a:prstGeom>
          <a:noFill/>
          <a:ln>
            <a:noFill/>
          </a:ln>
        </p:spPr>
      </p:pic>
      <p:pic>
        <p:nvPicPr>
          <p:cNvPr descr="E:\454 computer graphics\chapter 5\slide figures\exa04.jpg" id="763" name="Google Shape;763;p26"/>
          <p:cNvPicPr preferRelativeResize="0"/>
          <p:nvPr/>
        </p:nvPicPr>
        <p:blipFill rotWithShape="1">
          <a:blip r:embed="rId5">
            <a:alphaModFix/>
          </a:blip>
          <a:srcRect b="0" l="0" r="0" t="0"/>
          <a:stretch/>
        </p:blipFill>
        <p:spPr>
          <a:xfrm>
            <a:off x="85727" y="5717366"/>
            <a:ext cx="2851019" cy="1140634"/>
          </a:xfrm>
          <a:prstGeom prst="rect">
            <a:avLst/>
          </a:prstGeom>
          <a:noFill/>
          <a:ln cap="flat" cmpd="sng" w="28575">
            <a:solidFill>
              <a:schemeClr val="dk1"/>
            </a:solidFill>
            <a:prstDash val="solid"/>
            <a:round/>
            <a:headEnd len="sm" w="sm" type="none"/>
            <a:tailEnd len="sm" w="sm" type="none"/>
          </a:ln>
        </p:spPr>
      </p:pic>
      <p:pic>
        <p:nvPicPr>
          <p:cNvPr descr="E:\454 computer graphics\chapter 5\slide figures\exa08.jpg" id="764" name="Google Shape;764;p26"/>
          <p:cNvPicPr preferRelativeResize="0"/>
          <p:nvPr/>
        </p:nvPicPr>
        <p:blipFill rotWithShape="1">
          <a:blip r:embed="rId6">
            <a:alphaModFix/>
          </a:blip>
          <a:srcRect b="0" l="0" r="0" t="0"/>
          <a:stretch/>
        </p:blipFill>
        <p:spPr>
          <a:xfrm>
            <a:off x="4800600" y="391504"/>
            <a:ext cx="4343400" cy="3247437"/>
          </a:xfrm>
          <a:prstGeom prst="rect">
            <a:avLst/>
          </a:prstGeom>
          <a:noFill/>
          <a:ln>
            <a:noFill/>
          </a:ln>
        </p:spPr>
      </p:pic>
      <p:pic>
        <p:nvPicPr>
          <p:cNvPr descr="E:\454 computer graphics\chapter 5\slide figures\exa06.jpg" id="765" name="Google Shape;765;p26"/>
          <p:cNvPicPr preferRelativeResize="0"/>
          <p:nvPr/>
        </p:nvPicPr>
        <p:blipFill rotWithShape="1">
          <a:blip r:embed="rId7">
            <a:alphaModFix/>
          </a:blip>
          <a:srcRect b="0" l="0" r="0" t="0"/>
          <a:stretch/>
        </p:blipFill>
        <p:spPr>
          <a:xfrm>
            <a:off x="85727" y="155470"/>
            <a:ext cx="4419600" cy="2031828"/>
          </a:xfrm>
          <a:prstGeom prst="rect">
            <a:avLst/>
          </a:prstGeom>
          <a:noFill/>
          <a:ln>
            <a:noFill/>
          </a:ln>
        </p:spPr>
      </p:pic>
      <p:pic>
        <p:nvPicPr>
          <p:cNvPr descr="E:\454 computer graphics\chapter 5\slide figures\exa07.jpg" id="766" name="Google Shape;766;p26"/>
          <p:cNvPicPr preferRelativeResize="0"/>
          <p:nvPr/>
        </p:nvPicPr>
        <p:blipFill rotWithShape="1">
          <a:blip r:embed="rId8">
            <a:alphaModFix/>
          </a:blip>
          <a:srcRect b="0" l="0" r="0" t="0"/>
          <a:stretch/>
        </p:blipFill>
        <p:spPr>
          <a:xfrm>
            <a:off x="70439" y="2199173"/>
            <a:ext cx="4450176" cy="350730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0" name="Shape 770"/>
        <p:cNvGrpSpPr/>
        <p:nvPr/>
      </p:nvGrpSpPr>
      <p:grpSpPr>
        <a:xfrm>
          <a:off x="0" y="0"/>
          <a:ext cx="0" cy="0"/>
          <a:chOff x="0" y="0"/>
          <a:chExt cx="0" cy="0"/>
        </a:xfrm>
      </p:grpSpPr>
      <p:sp>
        <p:nvSpPr>
          <p:cNvPr id="771" name="Google Shape;771;p27"/>
          <p:cNvSpPr txBox="1"/>
          <p:nvPr/>
        </p:nvSpPr>
        <p:spPr>
          <a:xfrm>
            <a:off x="342900" y="228600"/>
            <a:ext cx="8458200" cy="1116013"/>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3200">
                <a:solidFill>
                  <a:srgbClr val="3333CC"/>
                </a:solidFill>
                <a:latin typeface="Arial"/>
                <a:ea typeface="Arial"/>
                <a:cs typeface="Arial"/>
                <a:sym typeface="Arial"/>
              </a:rPr>
              <a:t>The Scan-Line Polygon Fill Algorithm</a:t>
            </a:r>
            <a:endParaRPr/>
          </a:p>
          <a:p>
            <a:pPr indent="0" lvl="0" marL="0" marR="0" rtl="0" algn="just">
              <a:lnSpc>
                <a:spcPct val="60000"/>
              </a:lnSpc>
              <a:spcBef>
                <a:spcPts val="1600"/>
              </a:spcBef>
              <a:spcAft>
                <a:spcPts val="0"/>
              </a:spcAft>
              <a:buNone/>
            </a:pPr>
            <a:r>
              <a:rPr b="1" lang="en-US" sz="2800">
                <a:solidFill>
                  <a:srgbClr val="FF0000"/>
                </a:solidFill>
                <a:latin typeface="Arial"/>
                <a:ea typeface="Arial"/>
                <a:cs typeface="Arial"/>
                <a:sym typeface="Arial"/>
              </a:rPr>
              <a:t>(Example)</a:t>
            </a:r>
            <a:r>
              <a:rPr b="1" lang="en-US" sz="3200">
                <a:solidFill>
                  <a:srgbClr val="3333CC"/>
                </a:solidFill>
                <a:latin typeface="Arial"/>
                <a:ea typeface="Arial"/>
                <a:cs typeface="Arial"/>
                <a:sym typeface="Arial"/>
              </a:rPr>
              <a:t> </a:t>
            </a:r>
            <a:r>
              <a:rPr lang="en-US" sz="2800">
                <a:solidFill>
                  <a:srgbClr val="000000"/>
                </a:solidFill>
                <a:latin typeface="Arial"/>
                <a:ea typeface="Arial"/>
                <a:cs typeface="Arial"/>
                <a:sym typeface="Arial"/>
              </a:rPr>
              <a:t> </a:t>
            </a:r>
            <a:endParaRPr/>
          </a:p>
        </p:txBody>
      </p:sp>
      <p:pic>
        <p:nvPicPr>
          <p:cNvPr descr="E:\454 computer graphics\chapter 5\slide figures\exa09.jpg" id="772" name="Google Shape;772;p27"/>
          <p:cNvPicPr preferRelativeResize="0"/>
          <p:nvPr/>
        </p:nvPicPr>
        <p:blipFill rotWithShape="1">
          <a:blip r:embed="rId3">
            <a:alphaModFix/>
          </a:blip>
          <a:srcRect b="0" l="0" r="0" t="0"/>
          <a:stretch/>
        </p:blipFill>
        <p:spPr>
          <a:xfrm>
            <a:off x="130175" y="1371600"/>
            <a:ext cx="4441825" cy="2763838"/>
          </a:xfrm>
          <a:prstGeom prst="rect">
            <a:avLst/>
          </a:prstGeom>
          <a:noFill/>
          <a:ln>
            <a:noFill/>
          </a:ln>
        </p:spPr>
      </p:pic>
      <p:pic>
        <p:nvPicPr>
          <p:cNvPr descr="E:\454 computer graphics\chapter 5\faraf scan example\filled.jpg" id="773" name="Google Shape;773;p27"/>
          <p:cNvPicPr preferRelativeResize="0"/>
          <p:nvPr/>
        </p:nvPicPr>
        <p:blipFill rotWithShape="1">
          <a:blip r:embed="rId4">
            <a:alphaModFix/>
          </a:blip>
          <a:srcRect b="0" l="0" r="0" t="0"/>
          <a:stretch/>
        </p:blipFill>
        <p:spPr>
          <a:xfrm>
            <a:off x="4637088" y="1292225"/>
            <a:ext cx="4506912" cy="4273550"/>
          </a:xfrm>
          <a:prstGeom prst="rect">
            <a:avLst/>
          </a:prstGeom>
          <a:noFill/>
          <a:ln>
            <a:noFill/>
          </a:ln>
        </p:spPr>
      </p:pic>
      <p:pic>
        <p:nvPicPr>
          <p:cNvPr descr="E:\454 computer graphics\chapter 5\faraf scan example\polygon_000.jpg" id="774" name="Google Shape;774;p27"/>
          <p:cNvPicPr preferRelativeResize="0"/>
          <p:nvPr/>
        </p:nvPicPr>
        <p:blipFill rotWithShape="1">
          <a:blip r:embed="rId5">
            <a:alphaModFix/>
          </a:blip>
          <a:srcRect b="0" l="0" r="0" t="0"/>
          <a:stretch/>
        </p:blipFill>
        <p:spPr>
          <a:xfrm>
            <a:off x="342900" y="4518830"/>
            <a:ext cx="3010965" cy="233917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8" name="Shape 778"/>
        <p:cNvGrpSpPr/>
        <p:nvPr/>
      </p:nvGrpSpPr>
      <p:grpSpPr>
        <a:xfrm>
          <a:off x="0" y="0"/>
          <a:ext cx="0" cy="0"/>
          <a:chOff x="0" y="0"/>
          <a:chExt cx="0" cy="0"/>
        </a:xfrm>
      </p:grpSpPr>
      <p:sp>
        <p:nvSpPr>
          <p:cNvPr id="779" name="Google Shape;779;p28"/>
          <p:cNvSpPr txBox="1"/>
          <p:nvPr>
            <p:ph type="title"/>
          </p:nvPr>
        </p:nvSpPr>
        <p:spPr>
          <a:xfrm>
            <a:off x="0" y="228600"/>
            <a:ext cx="9144000" cy="1143000"/>
          </a:xfrm>
          <a:prstGeom prst="rect">
            <a:avLst/>
          </a:prstGeom>
          <a:noFill/>
          <a:ln>
            <a:noFill/>
          </a:ln>
        </p:spPr>
        <p:txBody>
          <a:bodyPr anchorCtr="0" anchor="ctr" bIns="46025" lIns="92075" spcFirstLastPara="1" rIns="92075" wrap="square" tIns="46025">
            <a:noAutofit/>
          </a:bodyPr>
          <a:lstStyle/>
          <a:p>
            <a:pPr indent="0" lvl="0" marL="0" rtl="0" algn="ctr">
              <a:spcBef>
                <a:spcPts val="0"/>
              </a:spcBef>
              <a:spcAft>
                <a:spcPts val="0"/>
              </a:spcAft>
              <a:buNone/>
            </a:pPr>
            <a:r>
              <a:rPr lang="en-US"/>
              <a:t>Seed Fill Algorithm</a:t>
            </a:r>
            <a:endParaRPr/>
          </a:p>
        </p:txBody>
      </p:sp>
      <p:sp>
        <p:nvSpPr>
          <p:cNvPr id="780" name="Google Shape;780;p28"/>
          <p:cNvSpPr txBox="1"/>
          <p:nvPr>
            <p:ph idx="1" type="body"/>
          </p:nvPr>
        </p:nvSpPr>
        <p:spPr>
          <a:xfrm>
            <a:off x="0" y="1905000"/>
            <a:ext cx="8839200" cy="31242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SzPts val="2400"/>
              <a:buNone/>
            </a:pPr>
            <a:r>
              <a:rPr lang="en-US"/>
              <a:t>	</a:t>
            </a:r>
            <a:r>
              <a:rPr b="1" lang="en-US">
                <a:solidFill>
                  <a:srgbClr val="FFFF00"/>
                </a:solidFill>
              </a:rPr>
              <a:t>Boundary-fill:</a:t>
            </a:r>
            <a:r>
              <a:rPr lang="en-US"/>
              <a:t> Start from an interior point and paint outward from this point till the boundary is reached; called boundary-fill. </a:t>
            </a:r>
            <a:endParaRPr/>
          </a:p>
          <a:p>
            <a:pPr indent="-342900" lvl="0" marL="342900" rtl="0" algn="just">
              <a:spcBef>
                <a:spcPts val="480"/>
              </a:spcBef>
              <a:spcAft>
                <a:spcPts val="0"/>
              </a:spcAft>
              <a:buSzPts val="2400"/>
              <a:buNone/>
            </a:pPr>
            <a:r>
              <a:rPr lang="en-US"/>
              <a:t>	</a:t>
            </a:r>
            <a:r>
              <a:rPr b="1" lang="en-US">
                <a:solidFill>
                  <a:srgbClr val="FFFF00"/>
                </a:solidFill>
              </a:rPr>
              <a:t>Flood-fill:</a:t>
            </a:r>
            <a:r>
              <a:rPr lang="en-US"/>
              <a:t> Start from an interior point and start painting outward from this point till the end of cluster.</a:t>
            </a:r>
            <a:endParaRPr/>
          </a:p>
          <a:p>
            <a:pPr indent="-342900" lvl="0" marL="342900" rtl="0" algn="just">
              <a:spcBef>
                <a:spcPts val="480"/>
              </a:spcBef>
              <a:spcAft>
                <a:spcPts val="0"/>
              </a:spcAft>
              <a:buSzPts val="2400"/>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784" name="Shape 784"/>
        <p:cNvGrpSpPr/>
        <p:nvPr/>
      </p:nvGrpSpPr>
      <p:grpSpPr>
        <a:xfrm>
          <a:off x="0" y="0"/>
          <a:ext cx="0" cy="0"/>
          <a:chOff x="0" y="0"/>
          <a:chExt cx="0" cy="0"/>
        </a:xfrm>
      </p:grpSpPr>
      <p:sp>
        <p:nvSpPr>
          <p:cNvPr id="785" name="Google Shape;785;p29"/>
          <p:cNvSpPr txBox="1"/>
          <p:nvPr>
            <p:ph type="title"/>
          </p:nvPr>
        </p:nvSpPr>
        <p:spPr>
          <a:xfrm>
            <a:off x="0" y="76200"/>
            <a:ext cx="9144000" cy="1143000"/>
          </a:xfrm>
          <a:prstGeom prst="rect">
            <a:avLst/>
          </a:prstGeom>
          <a:noFill/>
          <a:ln>
            <a:noFill/>
          </a:ln>
        </p:spPr>
        <p:txBody>
          <a:bodyPr anchorCtr="0" anchor="ctr" bIns="46025" lIns="92075" spcFirstLastPara="1" rIns="92075" wrap="square" tIns="46025">
            <a:noAutofit/>
          </a:bodyPr>
          <a:lstStyle/>
          <a:p>
            <a:pPr indent="0" lvl="0" marL="0" rtl="0" algn="ctr">
              <a:spcBef>
                <a:spcPts val="0"/>
              </a:spcBef>
              <a:spcAft>
                <a:spcPts val="0"/>
              </a:spcAft>
              <a:buNone/>
            </a:pPr>
            <a:r>
              <a:rPr lang="en-US"/>
              <a:t>Polygon Filling</a:t>
            </a:r>
            <a:br>
              <a:rPr lang="en-US"/>
            </a:br>
            <a:endParaRPr/>
          </a:p>
        </p:txBody>
      </p:sp>
      <p:sp>
        <p:nvSpPr>
          <p:cNvPr id="786" name="Google Shape;786;p29"/>
          <p:cNvSpPr txBox="1"/>
          <p:nvPr>
            <p:ph idx="1" type="body"/>
          </p:nvPr>
        </p:nvSpPr>
        <p:spPr>
          <a:xfrm>
            <a:off x="267195" y="838200"/>
            <a:ext cx="8839200" cy="203513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400"/>
              <a:buChar char="⬥"/>
            </a:pPr>
            <a:r>
              <a:rPr b="1" lang="en-US"/>
              <a:t>Seed Fill</a:t>
            </a:r>
            <a:r>
              <a:rPr lang="en-US"/>
              <a:t>: </a:t>
            </a:r>
            <a:endParaRPr/>
          </a:p>
          <a:p>
            <a:pPr indent="-285750" lvl="1" marL="742950" rtl="0" algn="l">
              <a:spcBef>
                <a:spcPts val="480"/>
              </a:spcBef>
              <a:spcAft>
                <a:spcPts val="0"/>
              </a:spcAft>
              <a:buClr>
                <a:srgbClr val="E5948C"/>
              </a:buClr>
              <a:buSzPts val="2280"/>
              <a:buFont typeface="Arial"/>
              <a:buChar char="–"/>
            </a:pPr>
            <a:r>
              <a:rPr lang="en-US">
                <a:solidFill>
                  <a:srgbClr val="E5948C"/>
                </a:solidFill>
              </a:rPr>
              <a:t>Boundary Filling</a:t>
            </a:r>
            <a:r>
              <a:rPr lang="en-US"/>
              <a:t>: </a:t>
            </a:r>
            <a:endParaRPr/>
          </a:p>
          <a:p>
            <a:pPr indent="-457200" lvl="2" marL="1371600" rtl="0" algn="l">
              <a:spcBef>
                <a:spcPts val="480"/>
              </a:spcBef>
              <a:spcAft>
                <a:spcPts val="0"/>
              </a:spcAft>
              <a:buClr>
                <a:srgbClr val="FFFFFF"/>
              </a:buClr>
              <a:buSzPts val="2400"/>
              <a:buFont typeface="Arial"/>
              <a:buAutoNum type="alphaLcPeriod"/>
            </a:pPr>
            <a:r>
              <a:rPr lang="en-US"/>
              <a:t>Edges of the polygon is drawn first. Take a seed pixel (x,y) inside the polygon.</a:t>
            </a:r>
            <a:endParaRPr/>
          </a:p>
          <a:p>
            <a:pPr indent="-457200" lvl="2" marL="1371600" rtl="0" algn="l">
              <a:spcBef>
                <a:spcPts val="480"/>
              </a:spcBef>
              <a:spcAft>
                <a:spcPts val="0"/>
              </a:spcAft>
              <a:buClr>
                <a:srgbClr val="FFFFFF"/>
              </a:buClr>
              <a:buSzPts val="2400"/>
              <a:buFont typeface="Arial"/>
              <a:buAutoNum type="alphaLcPeriod"/>
            </a:pPr>
            <a:r>
              <a:rPr lang="en-US"/>
              <a:t>Find the neighboring pixels until boundary is reached</a:t>
            </a:r>
            <a:endParaRPr/>
          </a:p>
          <a:p>
            <a:pPr indent="0" lvl="0" marL="0" rtl="0" algn="l">
              <a:spcBef>
                <a:spcPts val="480"/>
              </a:spcBef>
              <a:spcAft>
                <a:spcPts val="0"/>
              </a:spcAft>
              <a:buSzPts val="2400"/>
              <a:buNone/>
            </a:pPr>
            <a:r>
              <a:t/>
            </a:r>
            <a:endParaRPr/>
          </a:p>
        </p:txBody>
      </p:sp>
      <p:sp>
        <p:nvSpPr>
          <p:cNvPr id="787" name="Google Shape;787;p29"/>
          <p:cNvSpPr/>
          <p:nvPr/>
        </p:nvSpPr>
        <p:spPr>
          <a:xfrm>
            <a:off x="2819400" y="3890151"/>
            <a:ext cx="2514600" cy="1676400"/>
          </a:xfrm>
          <a:prstGeom prst="parallelogram">
            <a:avLst>
              <a:gd fmla="val 25000" name="adj"/>
            </a:avLst>
          </a:prstGeom>
          <a:solidFill>
            <a:schemeClr val="dk1"/>
          </a:solidFill>
          <a:ln cap="sq" cmpd="sng" w="12700">
            <a:solidFill>
              <a:srgbClr val="D0C266"/>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Times New Roman"/>
              <a:buNone/>
            </a:pPr>
            <a:r>
              <a:rPr b="0" i="0" lang="en-US" sz="2800" u="none" cap="none" strike="noStrike">
                <a:solidFill>
                  <a:schemeClr val="dk1"/>
                </a:solidFill>
                <a:latin typeface="Times New Roman"/>
                <a:ea typeface="Times New Roman"/>
                <a:cs typeface="Times New Roman"/>
                <a:sym typeface="Times New Roman"/>
              </a:rPr>
              <a:t>z</a:t>
            </a:r>
            <a:endParaRPr/>
          </a:p>
        </p:txBody>
      </p:sp>
      <p:sp>
        <p:nvSpPr>
          <p:cNvPr id="788" name="Google Shape;788;p29"/>
          <p:cNvSpPr/>
          <p:nvPr/>
        </p:nvSpPr>
        <p:spPr>
          <a:xfrm>
            <a:off x="3962400" y="4495800"/>
            <a:ext cx="289954" cy="299349"/>
          </a:xfrm>
          <a:prstGeom prst="ellipse">
            <a:avLst/>
          </a:prstGeom>
          <a:solidFill>
            <a:srgbClr val="FFB827"/>
          </a:solidFill>
          <a:ln cap="sq"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Times New Roman"/>
              <a:buNone/>
            </a:pPr>
            <a:r>
              <a:t/>
            </a:r>
            <a:endParaRPr b="0" i="0" sz="2800" u="none" cap="none" strike="noStrike">
              <a:solidFill>
                <a:schemeClr val="dk1"/>
              </a:solidFill>
              <a:latin typeface="Times New Roman"/>
              <a:ea typeface="Times New Roman"/>
              <a:cs typeface="Times New Roman"/>
              <a:sym typeface="Times New Roman"/>
            </a:endParaRPr>
          </a:p>
        </p:txBody>
      </p:sp>
      <p:cxnSp>
        <p:nvCxnSpPr>
          <p:cNvPr id="789" name="Google Shape;789;p29"/>
          <p:cNvCxnSpPr/>
          <p:nvPr/>
        </p:nvCxnSpPr>
        <p:spPr>
          <a:xfrm flipH="1" rot="10800000">
            <a:off x="1676400" y="4728351"/>
            <a:ext cx="2194954" cy="758049"/>
          </a:xfrm>
          <a:prstGeom prst="straightConnector1">
            <a:avLst/>
          </a:prstGeom>
          <a:solidFill>
            <a:schemeClr val="accent1"/>
          </a:solidFill>
          <a:ln cap="sq" cmpd="sng" w="12700">
            <a:solidFill>
              <a:schemeClr val="lt1"/>
            </a:solidFill>
            <a:prstDash val="solid"/>
            <a:miter lim="800000"/>
            <a:headEnd len="sm" w="sm" type="none"/>
            <a:tailEnd len="med" w="med" type="stealth"/>
          </a:ln>
        </p:spPr>
      </p:cxnSp>
      <p:sp>
        <p:nvSpPr>
          <p:cNvPr id="790" name="Google Shape;790;p29"/>
          <p:cNvSpPr txBox="1"/>
          <p:nvPr/>
        </p:nvSpPr>
        <p:spPr>
          <a:xfrm>
            <a:off x="990600" y="5486400"/>
            <a:ext cx="166103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lt1"/>
                </a:solidFill>
                <a:latin typeface="Times New Roman"/>
                <a:ea typeface="Times New Roman"/>
                <a:cs typeface="Times New Roman"/>
                <a:sym typeface="Times New Roman"/>
              </a:rPr>
              <a:t>Seed (x,y)</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794" name="Shape 794"/>
        <p:cNvGrpSpPr/>
        <p:nvPr/>
      </p:nvGrpSpPr>
      <p:grpSpPr>
        <a:xfrm>
          <a:off x="0" y="0"/>
          <a:ext cx="0" cy="0"/>
          <a:chOff x="0" y="0"/>
          <a:chExt cx="0" cy="0"/>
        </a:xfrm>
      </p:grpSpPr>
      <p:sp>
        <p:nvSpPr>
          <p:cNvPr id="795" name="Google Shape;795;p30"/>
          <p:cNvSpPr txBox="1"/>
          <p:nvPr>
            <p:ph type="title"/>
          </p:nvPr>
        </p:nvSpPr>
        <p:spPr>
          <a:xfrm>
            <a:off x="0" y="76200"/>
            <a:ext cx="9144000" cy="1143000"/>
          </a:xfrm>
          <a:prstGeom prst="rect">
            <a:avLst/>
          </a:prstGeom>
          <a:noFill/>
          <a:ln>
            <a:noFill/>
          </a:ln>
        </p:spPr>
        <p:txBody>
          <a:bodyPr anchorCtr="0" anchor="ctr" bIns="46025" lIns="92075" spcFirstLastPara="1" rIns="92075" wrap="square" tIns="46025">
            <a:noAutofit/>
          </a:bodyPr>
          <a:lstStyle/>
          <a:p>
            <a:pPr indent="0" lvl="0" marL="0" rtl="0" algn="ctr">
              <a:spcBef>
                <a:spcPts val="0"/>
              </a:spcBef>
              <a:spcAft>
                <a:spcPts val="0"/>
              </a:spcAft>
              <a:buNone/>
            </a:pPr>
            <a:r>
              <a:rPr lang="en-US"/>
              <a:t>Polygon Filling</a:t>
            </a:r>
            <a:br>
              <a:rPr lang="en-US"/>
            </a:br>
            <a:endParaRPr/>
          </a:p>
        </p:txBody>
      </p:sp>
      <p:sp>
        <p:nvSpPr>
          <p:cNvPr id="796" name="Google Shape;796;p30"/>
          <p:cNvSpPr txBox="1"/>
          <p:nvPr>
            <p:ph idx="1" type="body"/>
          </p:nvPr>
        </p:nvSpPr>
        <p:spPr>
          <a:xfrm>
            <a:off x="267195" y="838200"/>
            <a:ext cx="8839200" cy="203513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400"/>
              <a:buChar char="⬥"/>
            </a:pPr>
            <a:r>
              <a:rPr b="1" lang="en-US"/>
              <a:t>Seed Fill</a:t>
            </a:r>
            <a:r>
              <a:rPr lang="en-US"/>
              <a:t>: </a:t>
            </a:r>
            <a:endParaRPr/>
          </a:p>
          <a:p>
            <a:pPr indent="-285750" lvl="1" marL="742950" rtl="0" algn="l">
              <a:spcBef>
                <a:spcPts val="480"/>
              </a:spcBef>
              <a:spcAft>
                <a:spcPts val="0"/>
              </a:spcAft>
              <a:buClr>
                <a:srgbClr val="E5948C"/>
              </a:buClr>
              <a:buSzPts val="2280"/>
              <a:buFont typeface="Arial"/>
              <a:buChar char="–"/>
            </a:pPr>
            <a:r>
              <a:rPr lang="en-US">
                <a:solidFill>
                  <a:srgbClr val="E5948C"/>
                </a:solidFill>
              </a:rPr>
              <a:t>Boundary Filling</a:t>
            </a:r>
            <a:r>
              <a:rPr lang="en-US"/>
              <a:t>: </a:t>
            </a:r>
            <a:endParaRPr/>
          </a:p>
          <a:p>
            <a:pPr indent="-457200" lvl="2" marL="1371600" rtl="0" algn="l">
              <a:spcBef>
                <a:spcPts val="480"/>
              </a:spcBef>
              <a:spcAft>
                <a:spcPts val="0"/>
              </a:spcAft>
              <a:buClr>
                <a:srgbClr val="FFFFFF"/>
              </a:buClr>
              <a:buSzPts val="2400"/>
              <a:buFont typeface="Arial"/>
              <a:buAutoNum type="alphaLcPeriod"/>
            </a:pPr>
            <a:r>
              <a:rPr lang="en-US"/>
              <a:t>Edges of the polygon is drawn first. Take a seed pixel (x,y) inside the polygon.</a:t>
            </a:r>
            <a:endParaRPr/>
          </a:p>
          <a:p>
            <a:pPr indent="-457200" lvl="2" marL="1371600" rtl="0" algn="l">
              <a:spcBef>
                <a:spcPts val="480"/>
              </a:spcBef>
              <a:spcAft>
                <a:spcPts val="0"/>
              </a:spcAft>
              <a:buClr>
                <a:srgbClr val="FFFFFF"/>
              </a:buClr>
              <a:buSzPts val="2400"/>
              <a:buFont typeface="Arial"/>
              <a:buAutoNum type="alphaLcPeriod"/>
            </a:pPr>
            <a:r>
              <a:rPr lang="en-US"/>
              <a:t>Find the neighboring pixels until boundary is reached.</a:t>
            </a:r>
            <a:endParaRPr/>
          </a:p>
          <a:p>
            <a:pPr indent="-342900" lvl="0" marL="342900" rtl="0" algn="l">
              <a:spcBef>
                <a:spcPts val="480"/>
              </a:spcBef>
              <a:spcAft>
                <a:spcPts val="0"/>
              </a:spcAft>
              <a:buSzPts val="2400"/>
              <a:buChar char="⬥"/>
            </a:pPr>
            <a:r>
              <a:rPr lang="en-US"/>
              <a:t>Two types of searching a) 4-connected  b) 8-connected pixels</a:t>
            </a:r>
            <a:endParaRPr/>
          </a:p>
        </p:txBody>
      </p:sp>
      <p:sp>
        <p:nvSpPr>
          <p:cNvPr id="797" name="Google Shape;797;p30"/>
          <p:cNvSpPr/>
          <p:nvPr/>
        </p:nvSpPr>
        <p:spPr>
          <a:xfrm>
            <a:off x="2884218" y="4149210"/>
            <a:ext cx="2514600" cy="1676400"/>
          </a:xfrm>
          <a:prstGeom prst="parallelogram">
            <a:avLst>
              <a:gd fmla="val 25000" name="adj"/>
            </a:avLst>
          </a:prstGeom>
          <a:solidFill>
            <a:schemeClr val="dk1"/>
          </a:solidFill>
          <a:ln cap="sq" cmpd="sng" w="12700">
            <a:solidFill>
              <a:srgbClr val="D0C266"/>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Times New Roman"/>
              <a:buNone/>
            </a:pPr>
            <a:r>
              <a:rPr b="0" i="0" lang="en-US" sz="2800" u="none" cap="none" strike="noStrike">
                <a:solidFill>
                  <a:schemeClr val="dk1"/>
                </a:solidFill>
                <a:latin typeface="Times New Roman"/>
                <a:ea typeface="Times New Roman"/>
                <a:cs typeface="Times New Roman"/>
                <a:sym typeface="Times New Roman"/>
              </a:rPr>
              <a:t>z</a:t>
            </a:r>
            <a:endParaRPr/>
          </a:p>
        </p:txBody>
      </p:sp>
      <p:sp>
        <p:nvSpPr>
          <p:cNvPr id="798" name="Google Shape;798;p30"/>
          <p:cNvSpPr/>
          <p:nvPr/>
        </p:nvSpPr>
        <p:spPr>
          <a:xfrm>
            <a:off x="3966354" y="4849858"/>
            <a:ext cx="319646" cy="312223"/>
          </a:xfrm>
          <a:prstGeom prst="ellipse">
            <a:avLst/>
          </a:prstGeom>
          <a:solidFill>
            <a:srgbClr val="FFB827"/>
          </a:solidFill>
          <a:ln cap="sq"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Times New Roman"/>
              <a:buNone/>
            </a:pPr>
            <a:r>
              <a:t/>
            </a:r>
            <a:endParaRPr b="0" i="0" sz="2800" u="none" cap="none" strike="noStrike">
              <a:solidFill>
                <a:schemeClr val="dk1"/>
              </a:solidFill>
              <a:latin typeface="Times New Roman"/>
              <a:ea typeface="Times New Roman"/>
              <a:cs typeface="Times New Roman"/>
              <a:sym typeface="Times New Roman"/>
            </a:endParaRPr>
          </a:p>
        </p:txBody>
      </p:sp>
      <p:cxnSp>
        <p:nvCxnSpPr>
          <p:cNvPr id="799" name="Google Shape;799;p30"/>
          <p:cNvCxnSpPr/>
          <p:nvPr/>
        </p:nvCxnSpPr>
        <p:spPr>
          <a:xfrm flipH="1" rot="10800000">
            <a:off x="2209800" y="5114581"/>
            <a:ext cx="1806270" cy="838200"/>
          </a:xfrm>
          <a:prstGeom prst="straightConnector1">
            <a:avLst/>
          </a:prstGeom>
          <a:solidFill>
            <a:schemeClr val="accent1"/>
          </a:solidFill>
          <a:ln cap="sq" cmpd="sng" w="12700">
            <a:solidFill>
              <a:schemeClr val="lt1"/>
            </a:solidFill>
            <a:prstDash val="solid"/>
            <a:miter lim="800000"/>
            <a:headEnd len="sm" w="sm" type="none"/>
            <a:tailEnd len="med" w="med" type="stealth"/>
          </a:ln>
        </p:spPr>
      </p:cxnSp>
      <p:sp>
        <p:nvSpPr>
          <p:cNvPr id="800" name="Google Shape;800;p30"/>
          <p:cNvSpPr txBox="1"/>
          <p:nvPr/>
        </p:nvSpPr>
        <p:spPr>
          <a:xfrm>
            <a:off x="990600" y="5872630"/>
            <a:ext cx="166103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lt1"/>
                </a:solidFill>
                <a:latin typeface="Times New Roman"/>
                <a:ea typeface="Times New Roman"/>
                <a:cs typeface="Times New Roman"/>
                <a:sym typeface="Times New Roman"/>
              </a:rPr>
              <a:t>Seed (x,y)</a:t>
            </a:r>
            <a:endParaRPr/>
          </a:p>
        </p:txBody>
      </p:sp>
      <p:sp>
        <p:nvSpPr>
          <p:cNvPr id="801" name="Google Shape;801;p30"/>
          <p:cNvSpPr txBox="1"/>
          <p:nvPr/>
        </p:nvSpPr>
        <p:spPr>
          <a:xfrm>
            <a:off x="3231338" y="6253630"/>
            <a:ext cx="1353256"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lt1"/>
                </a:solidFill>
                <a:latin typeface="Times New Roman"/>
                <a:ea typeface="Times New Roman"/>
                <a:cs typeface="Times New Roman"/>
                <a:sym typeface="Times New Roman"/>
              </a:rPr>
              <a:t> (x, y-1)</a:t>
            </a:r>
            <a:endParaRPr/>
          </a:p>
        </p:txBody>
      </p:sp>
      <p:cxnSp>
        <p:nvCxnSpPr>
          <p:cNvPr id="802" name="Google Shape;802;p30"/>
          <p:cNvCxnSpPr>
            <a:endCxn id="803" idx="4"/>
          </p:cNvCxnSpPr>
          <p:nvPr/>
        </p:nvCxnSpPr>
        <p:spPr>
          <a:xfrm flipH="1" rot="10800000">
            <a:off x="4101653" y="5474304"/>
            <a:ext cx="17100" cy="779400"/>
          </a:xfrm>
          <a:prstGeom prst="straightConnector1">
            <a:avLst/>
          </a:prstGeom>
          <a:solidFill>
            <a:schemeClr val="accent1"/>
          </a:solidFill>
          <a:ln cap="sq" cmpd="sng" w="12700">
            <a:solidFill>
              <a:schemeClr val="lt1"/>
            </a:solidFill>
            <a:prstDash val="solid"/>
            <a:miter lim="800000"/>
            <a:headEnd len="sm" w="sm" type="none"/>
            <a:tailEnd len="med" w="med" type="stealth"/>
          </a:ln>
        </p:spPr>
      </p:cxnSp>
      <p:sp>
        <p:nvSpPr>
          <p:cNvPr id="804" name="Google Shape;804;p30"/>
          <p:cNvSpPr txBox="1"/>
          <p:nvPr/>
        </p:nvSpPr>
        <p:spPr>
          <a:xfrm>
            <a:off x="5410200" y="4730258"/>
            <a:ext cx="1435008"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lt1"/>
                </a:solidFill>
                <a:latin typeface="Times New Roman"/>
                <a:ea typeface="Times New Roman"/>
                <a:cs typeface="Times New Roman"/>
                <a:sym typeface="Times New Roman"/>
              </a:rPr>
              <a:t> (x+1, y)</a:t>
            </a:r>
            <a:endParaRPr/>
          </a:p>
        </p:txBody>
      </p:sp>
      <p:cxnSp>
        <p:nvCxnSpPr>
          <p:cNvPr id="805" name="Google Shape;805;p30"/>
          <p:cNvCxnSpPr/>
          <p:nvPr/>
        </p:nvCxnSpPr>
        <p:spPr>
          <a:xfrm rot="10800000">
            <a:off x="4666346" y="5034430"/>
            <a:ext cx="820054" cy="0"/>
          </a:xfrm>
          <a:prstGeom prst="straightConnector1">
            <a:avLst/>
          </a:prstGeom>
          <a:solidFill>
            <a:schemeClr val="accent1"/>
          </a:solidFill>
          <a:ln cap="sq" cmpd="sng" w="12700">
            <a:solidFill>
              <a:schemeClr val="lt1"/>
            </a:solidFill>
            <a:prstDash val="solid"/>
            <a:miter lim="800000"/>
            <a:headEnd len="sm" w="sm" type="none"/>
            <a:tailEnd len="med" w="med" type="stealth"/>
          </a:ln>
        </p:spPr>
      </p:cxnSp>
      <p:cxnSp>
        <p:nvCxnSpPr>
          <p:cNvPr id="806" name="Google Shape;806;p30"/>
          <p:cNvCxnSpPr/>
          <p:nvPr/>
        </p:nvCxnSpPr>
        <p:spPr>
          <a:xfrm>
            <a:off x="4061854" y="4043830"/>
            <a:ext cx="79664" cy="506566"/>
          </a:xfrm>
          <a:prstGeom prst="straightConnector1">
            <a:avLst/>
          </a:prstGeom>
          <a:solidFill>
            <a:schemeClr val="accent1"/>
          </a:solidFill>
          <a:ln cap="sq" cmpd="sng" w="12700">
            <a:solidFill>
              <a:schemeClr val="lt1"/>
            </a:solidFill>
            <a:prstDash val="solid"/>
            <a:miter lim="800000"/>
            <a:headEnd len="sm" w="sm" type="none"/>
            <a:tailEnd len="med" w="med" type="stealth"/>
          </a:ln>
        </p:spPr>
      </p:cxnSp>
      <p:sp>
        <p:nvSpPr>
          <p:cNvPr id="807" name="Google Shape;807;p30"/>
          <p:cNvSpPr txBox="1"/>
          <p:nvPr/>
        </p:nvSpPr>
        <p:spPr>
          <a:xfrm>
            <a:off x="3298566" y="3518975"/>
            <a:ext cx="1435008"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lt1"/>
                </a:solidFill>
                <a:latin typeface="Times New Roman"/>
                <a:ea typeface="Times New Roman"/>
                <a:cs typeface="Times New Roman"/>
                <a:sym typeface="Times New Roman"/>
              </a:rPr>
              <a:t> (x, y+1)</a:t>
            </a:r>
            <a:endParaRPr/>
          </a:p>
        </p:txBody>
      </p:sp>
      <p:cxnSp>
        <p:nvCxnSpPr>
          <p:cNvPr id="808" name="Google Shape;808;p30"/>
          <p:cNvCxnSpPr/>
          <p:nvPr/>
        </p:nvCxnSpPr>
        <p:spPr>
          <a:xfrm>
            <a:off x="2580524" y="4944848"/>
            <a:ext cx="1000876" cy="42562"/>
          </a:xfrm>
          <a:prstGeom prst="straightConnector1">
            <a:avLst/>
          </a:prstGeom>
          <a:solidFill>
            <a:schemeClr val="accent1"/>
          </a:solidFill>
          <a:ln cap="sq" cmpd="sng" w="12700">
            <a:solidFill>
              <a:schemeClr val="lt1"/>
            </a:solidFill>
            <a:prstDash val="solid"/>
            <a:miter lim="800000"/>
            <a:headEnd len="sm" w="sm" type="none"/>
            <a:tailEnd len="med" w="med" type="stealth"/>
          </a:ln>
        </p:spPr>
      </p:cxnSp>
      <p:sp>
        <p:nvSpPr>
          <p:cNvPr id="809" name="Google Shape;809;p30"/>
          <p:cNvSpPr txBox="1"/>
          <p:nvPr/>
        </p:nvSpPr>
        <p:spPr>
          <a:xfrm>
            <a:off x="1103612" y="4704519"/>
            <a:ext cx="1353256"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lt1"/>
                </a:solidFill>
                <a:latin typeface="Times New Roman"/>
                <a:ea typeface="Times New Roman"/>
                <a:cs typeface="Times New Roman"/>
                <a:sym typeface="Times New Roman"/>
              </a:rPr>
              <a:t> (x-1, y)</a:t>
            </a:r>
            <a:endParaRPr/>
          </a:p>
        </p:txBody>
      </p:sp>
      <p:sp>
        <p:nvSpPr>
          <p:cNvPr id="810" name="Google Shape;810;p30"/>
          <p:cNvSpPr txBox="1"/>
          <p:nvPr/>
        </p:nvSpPr>
        <p:spPr>
          <a:xfrm>
            <a:off x="5319154" y="6253630"/>
            <a:ext cx="3073277"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FFB827"/>
                </a:solidFill>
                <a:latin typeface="Times New Roman"/>
                <a:ea typeface="Times New Roman"/>
                <a:cs typeface="Times New Roman"/>
                <a:sym typeface="Times New Roman"/>
              </a:rPr>
              <a:t> 4-Connected Pixels</a:t>
            </a:r>
            <a:endParaRPr/>
          </a:p>
        </p:txBody>
      </p:sp>
      <p:sp>
        <p:nvSpPr>
          <p:cNvPr id="811" name="Google Shape;811;p30"/>
          <p:cNvSpPr/>
          <p:nvPr/>
        </p:nvSpPr>
        <p:spPr>
          <a:xfrm>
            <a:off x="4286000" y="4849858"/>
            <a:ext cx="319646" cy="312223"/>
          </a:xfrm>
          <a:prstGeom prst="ellipse">
            <a:avLst/>
          </a:prstGeom>
          <a:solidFill>
            <a:srgbClr val="FFB827"/>
          </a:solidFill>
          <a:ln cap="sq"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Times New Roman"/>
              <a:buNone/>
            </a:pPr>
            <a:r>
              <a:t/>
            </a:r>
            <a:endParaRPr b="0" i="0" sz="2800" u="none" cap="none" strike="noStrike">
              <a:solidFill>
                <a:schemeClr val="dk1"/>
              </a:solidFill>
              <a:latin typeface="Times New Roman"/>
              <a:ea typeface="Times New Roman"/>
              <a:cs typeface="Times New Roman"/>
              <a:sym typeface="Times New Roman"/>
            </a:endParaRPr>
          </a:p>
        </p:txBody>
      </p:sp>
      <p:sp>
        <p:nvSpPr>
          <p:cNvPr id="803" name="Google Shape;803;p30"/>
          <p:cNvSpPr/>
          <p:nvPr/>
        </p:nvSpPr>
        <p:spPr>
          <a:xfrm>
            <a:off x="3958930" y="5162081"/>
            <a:ext cx="319646" cy="312223"/>
          </a:xfrm>
          <a:prstGeom prst="ellipse">
            <a:avLst/>
          </a:prstGeom>
          <a:solidFill>
            <a:srgbClr val="FFB827"/>
          </a:solidFill>
          <a:ln cap="sq"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Times New Roman"/>
              <a:buNone/>
            </a:pPr>
            <a:r>
              <a:t/>
            </a:r>
            <a:endParaRPr b="0" i="0" sz="2800" u="none" cap="none" strike="noStrike">
              <a:solidFill>
                <a:schemeClr val="dk1"/>
              </a:solidFill>
              <a:latin typeface="Times New Roman"/>
              <a:ea typeface="Times New Roman"/>
              <a:cs typeface="Times New Roman"/>
              <a:sym typeface="Times New Roman"/>
            </a:endParaRPr>
          </a:p>
        </p:txBody>
      </p:sp>
      <p:sp>
        <p:nvSpPr>
          <p:cNvPr id="812" name="Google Shape;812;p30"/>
          <p:cNvSpPr/>
          <p:nvPr/>
        </p:nvSpPr>
        <p:spPr>
          <a:xfrm>
            <a:off x="3646708" y="4835756"/>
            <a:ext cx="319646" cy="312223"/>
          </a:xfrm>
          <a:prstGeom prst="ellipse">
            <a:avLst/>
          </a:prstGeom>
          <a:solidFill>
            <a:srgbClr val="FFB827"/>
          </a:solidFill>
          <a:ln cap="sq"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Times New Roman"/>
              <a:buNone/>
            </a:pPr>
            <a:r>
              <a:t/>
            </a:r>
            <a:endParaRPr b="0" i="0" sz="2800" u="none" cap="none" strike="noStrike">
              <a:solidFill>
                <a:schemeClr val="dk1"/>
              </a:solidFill>
              <a:latin typeface="Times New Roman"/>
              <a:ea typeface="Times New Roman"/>
              <a:cs typeface="Times New Roman"/>
              <a:sym typeface="Times New Roman"/>
            </a:endParaRPr>
          </a:p>
        </p:txBody>
      </p:sp>
      <p:sp>
        <p:nvSpPr>
          <p:cNvPr id="813" name="Google Shape;813;p30"/>
          <p:cNvSpPr/>
          <p:nvPr/>
        </p:nvSpPr>
        <p:spPr>
          <a:xfrm>
            <a:off x="3966354" y="4550396"/>
            <a:ext cx="319646" cy="312223"/>
          </a:xfrm>
          <a:prstGeom prst="ellipse">
            <a:avLst/>
          </a:prstGeom>
          <a:solidFill>
            <a:srgbClr val="FFB827"/>
          </a:solidFill>
          <a:ln cap="sq"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Times New Roman"/>
              <a:buNone/>
            </a:pPr>
            <a:r>
              <a:t/>
            </a:r>
            <a:endParaRPr b="0" i="0" sz="28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817" name="Shape 817"/>
        <p:cNvGrpSpPr/>
        <p:nvPr/>
      </p:nvGrpSpPr>
      <p:grpSpPr>
        <a:xfrm>
          <a:off x="0" y="0"/>
          <a:ext cx="0" cy="0"/>
          <a:chOff x="0" y="0"/>
          <a:chExt cx="0" cy="0"/>
        </a:xfrm>
      </p:grpSpPr>
      <p:sp>
        <p:nvSpPr>
          <p:cNvPr id="818" name="Google Shape;818;p31"/>
          <p:cNvSpPr txBox="1"/>
          <p:nvPr>
            <p:ph type="title"/>
          </p:nvPr>
        </p:nvSpPr>
        <p:spPr>
          <a:xfrm>
            <a:off x="0" y="76200"/>
            <a:ext cx="9144000" cy="1143000"/>
          </a:xfrm>
          <a:prstGeom prst="rect">
            <a:avLst/>
          </a:prstGeom>
          <a:noFill/>
          <a:ln>
            <a:noFill/>
          </a:ln>
        </p:spPr>
        <p:txBody>
          <a:bodyPr anchorCtr="0" anchor="ctr" bIns="46025" lIns="92075" spcFirstLastPara="1" rIns="92075" wrap="square" tIns="46025">
            <a:noAutofit/>
          </a:bodyPr>
          <a:lstStyle/>
          <a:p>
            <a:pPr indent="0" lvl="0" marL="0" rtl="0" algn="ctr">
              <a:spcBef>
                <a:spcPts val="0"/>
              </a:spcBef>
              <a:spcAft>
                <a:spcPts val="0"/>
              </a:spcAft>
              <a:buNone/>
            </a:pPr>
            <a:r>
              <a:rPr lang="en-US"/>
              <a:t>Polygon Filling</a:t>
            </a:r>
            <a:br>
              <a:rPr lang="en-US"/>
            </a:br>
            <a:endParaRPr/>
          </a:p>
        </p:txBody>
      </p:sp>
      <p:sp>
        <p:nvSpPr>
          <p:cNvPr id="819" name="Google Shape;819;p31"/>
          <p:cNvSpPr txBox="1"/>
          <p:nvPr>
            <p:ph idx="1" type="body"/>
          </p:nvPr>
        </p:nvSpPr>
        <p:spPr>
          <a:xfrm>
            <a:off x="267195" y="838200"/>
            <a:ext cx="8839200" cy="203513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400"/>
              <a:buChar char="⬥"/>
            </a:pPr>
            <a:r>
              <a:rPr b="1" lang="en-US"/>
              <a:t>Seed Fill</a:t>
            </a:r>
            <a:r>
              <a:rPr lang="en-US"/>
              <a:t>: </a:t>
            </a:r>
            <a:endParaRPr/>
          </a:p>
          <a:p>
            <a:pPr indent="-285750" lvl="1" marL="742950" rtl="0" algn="l">
              <a:spcBef>
                <a:spcPts val="480"/>
              </a:spcBef>
              <a:spcAft>
                <a:spcPts val="0"/>
              </a:spcAft>
              <a:buClr>
                <a:srgbClr val="E5948C"/>
              </a:buClr>
              <a:buSzPts val="2280"/>
              <a:buFont typeface="Arial"/>
              <a:buChar char="–"/>
            </a:pPr>
            <a:r>
              <a:rPr lang="en-US">
                <a:solidFill>
                  <a:srgbClr val="E5948C"/>
                </a:solidFill>
              </a:rPr>
              <a:t>Boundary Filling</a:t>
            </a:r>
            <a:r>
              <a:rPr lang="en-US"/>
              <a:t>: </a:t>
            </a:r>
            <a:endParaRPr/>
          </a:p>
          <a:p>
            <a:pPr indent="-457200" lvl="2" marL="1371600" rtl="0" algn="l">
              <a:spcBef>
                <a:spcPts val="480"/>
              </a:spcBef>
              <a:spcAft>
                <a:spcPts val="0"/>
              </a:spcAft>
              <a:buClr>
                <a:srgbClr val="FFFFFF"/>
              </a:buClr>
              <a:buSzPts val="2400"/>
              <a:buFont typeface="Arial"/>
              <a:buAutoNum type="alphaLcPeriod"/>
            </a:pPr>
            <a:r>
              <a:rPr lang="en-US"/>
              <a:t>Edges of the polygon is drawn first. Take a seed pixel (x,y) inside the polygon.</a:t>
            </a:r>
            <a:endParaRPr/>
          </a:p>
          <a:p>
            <a:pPr indent="-457200" lvl="2" marL="1371600" rtl="0" algn="l">
              <a:spcBef>
                <a:spcPts val="480"/>
              </a:spcBef>
              <a:spcAft>
                <a:spcPts val="0"/>
              </a:spcAft>
              <a:buClr>
                <a:srgbClr val="FFFFFF"/>
              </a:buClr>
              <a:buSzPts val="2400"/>
              <a:buFont typeface="Arial"/>
              <a:buAutoNum type="alphaLcPeriod"/>
            </a:pPr>
            <a:r>
              <a:rPr lang="en-US"/>
              <a:t>Find the neighboring pixels until boundary is reached.</a:t>
            </a:r>
            <a:endParaRPr/>
          </a:p>
          <a:p>
            <a:pPr indent="-342900" lvl="0" marL="342900" rtl="0" algn="l">
              <a:spcBef>
                <a:spcPts val="480"/>
              </a:spcBef>
              <a:spcAft>
                <a:spcPts val="0"/>
              </a:spcAft>
              <a:buSzPts val="2400"/>
              <a:buChar char="⬥"/>
            </a:pPr>
            <a:r>
              <a:rPr lang="en-US"/>
              <a:t>Two types of searching a) 4-connected  b) 8-connected pixels</a:t>
            </a:r>
            <a:endParaRPr/>
          </a:p>
        </p:txBody>
      </p:sp>
      <p:sp>
        <p:nvSpPr>
          <p:cNvPr id="820" name="Google Shape;820;p31"/>
          <p:cNvSpPr/>
          <p:nvPr/>
        </p:nvSpPr>
        <p:spPr>
          <a:xfrm>
            <a:off x="2884218" y="4149210"/>
            <a:ext cx="2514600" cy="1676400"/>
          </a:xfrm>
          <a:prstGeom prst="parallelogram">
            <a:avLst>
              <a:gd fmla="val 25000" name="adj"/>
            </a:avLst>
          </a:prstGeom>
          <a:solidFill>
            <a:schemeClr val="dk1"/>
          </a:solidFill>
          <a:ln cap="sq" cmpd="sng" w="12700">
            <a:solidFill>
              <a:srgbClr val="D0C266"/>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Times New Roman"/>
              <a:buNone/>
            </a:pPr>
            <a:r>
              <a:rPr b="0" i="0" lang="en-US" sz="2800" u="none" cap="none" strike="noStrike">
                <a:solidFill>
                  <a:schemeClr val="dk1"/>
                </a:solidFill>
                <a:latin typeface="Times New Roman"/>
                <a:ea typeface="Times New Roman"/>
                <a:cs typeface="Times New Roman"/>
                <a:sym typeface="Times New Roman"/>
              </a:rPr>
              <a:t>z</a:t>
            </a:r>
            <a:endParaRPr/>
          </a:p>
        </p:txBody>
      </p:sp>
      <p:sp>
        <p:nvSpPr>
          <p:cNvPr id="821" name="Google Shape;821;p31"/>
          <p:cNvSpPr/>
          <p:nvPr/>
        </p:nvSpPr>
        <p:spPr>
          <a:xfrm>
            <a:off x="3966354" y="4849858"/>
            <a:ext cx="319646" cy="312223"/>
          </a:xfrm>
          <a:prstGeom prst="ellipse">
            <a:avLst/>
          </a:prstGeom>
          <a:solidFill>
            <a:srgbClr val="FFB827"/>
          </a:solidFill>
          <a:ln cap="sq"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Times New Roman"/>
              <a:buNone/>
            </a:pPr>
            <a:r>
              <a:t/>
            </a:r>
            <a:endParaRPr b="0" i="0" sz="2800" u="none" cap="none" strike="noStrike">
              <a:solidFill>
                <a:schemeClr val="dk1"/>
              </a:solidFill>
              <a:latin typeface="Times New Roman"/>
              <a:ea typeface="Times New Roman"/>
              <a:cs typeface="Times New Roman"/>
              <a:sym typeface="Times New Roman"/>
            </a:endParaRPr>
          </a:p>
        </p:txBody>
      </p:sp>
      <p:sp>
        <p:nvSpPr>
          <p:cNvPr id="822" name="Google Shape;822;p31"/>
          <p:cNvSpPr txBox="1"/>
          <p:nvPr/>
        </p:nvSpPr>
        <p:spPr>
          <a:xfrm>
            <a:off x="191752" y="5442463"/>
            <a:ext cx="166103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lt1"/>
                </a:solidFill>
                <a:latin typeface="Times New Roman"/>
                <a:ea typeface="Times New Roman"/>
                <a:cs typeface="Times New Roman"/>
                <a:sym typeface="Times New Roman"/>
              </a:rPr>
              <a:t>Seed (x,y)</a:t>
            </a:r>
            <a:endParaRPr/>
          </a:p>
        </p:txBody>
      </p:sp>
      <p:sp>
        <p:nvSpPr>
          <p:cNvPr id="823" name="Google Shape;823;p31"/>
          <p:cNvSpPr txBox="1"/>
          <p:nvPr/>
        </p:nvSpPr>
        <p:spPr>
          <a:xfrm>
            <a:off x="3231338" y="6253630"/>
            <a:ext cx="1353256"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lt1"/>
                </a:solidFill>
                <a:latin typeface="Times New Roman"/>
                <a:ea typeface="Times New Roman"/>
                <a:cs typeface="Times New Roman"/>
                <a:sym typeface="Times New Roman"/>
              </a:rPr>
              <a:t> (x, y-1)</a:t>
            </a:r>
            <a:endParaRPr/>
          </a:p>
        </p:txBody>
      </p:sp>
      <p:cxnSp>
        <p:nvCxnSpPr>
          <p:cNvPr id="824" name="Google Shape;824;p31"/>
          <p:cNvCxnSpPr>
            <a:endCxn id="825" idx="4"/>
          </p:cNvCxnSpPr>
          <p:nvPr/>
        </p:nvCxnSpPr>
        <p:spPr>
          <a:xfrm flipH="1" rot="10800000">
            <a:off x="4101653" y="5474304"/>
            <a:ext cx="17100" cy="779400"/>
          </a:xfrm>
          <a:prstGeom prst="straightConnector1">
            <a:avLst/>
          </a:prstGeom>
          <a:solidFill>
            <a:schemeClr val="accent1"/>
          </a:solidFill>
          <a:ln cap="sq" cmpd="sng" w="12700">
            <a:solidFill>
              <a:schemeClr val="lt1"/>
            </a:solidFill>
            <a:prstDash val="solid"/>
            <a:miter lim="800000"/>
            <a:headEnd len="sm" w="sm" type="none"/>
            <a:tailEnd len="med" w="med" type="stealth"/>
          </a:ln>
        </p:spPr>
      </p:cxnSp>
      <p:sp>
        <p:nvSpPr>
          <p:cNvPr id="826" name="Google Shape;826;p31"/>
          <p:cNvSpPr txBox="1"/>
          <p:nvPr/>
        </p:nvSpPr>
        <p:spPr>
          <a:xfrm>
            <a:off x="5410200" y="4744359"/>
            <a:ext cx="1435008"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lt1"/>
                </a:solidFill>
                <a:latin typeface="Times New Roman"/>
                <a:ea typeface="Times New Roman"/>
                <a:cs typeface="Times New Roman"/>
                <a:sym typeface="Times New Roman"/>
              </a:rPr>
              <a:t> (x+1, y)</a:t>
            </a:r>
            <a:endParaRPr/>
          </a:p>
        </p:txBody>
      </p:sp>
      <p:cxnSp>
        <p:nvCxnSpPr>
          <p:cNvPr id="827" name="Google Shape;827;p31"/>
          <p:cNvCxnSpPr/>
          <p:nvPr/>
        </p:nvCxnSpPr>
        <p:spPr>
          <a:xfrm rot="10800000">
            <a:off x="4666346" y="5034430"/>
            <a:ext cx="820054" cy="0"/>
          </a:xfrm>
          <a:prstGeom prst="straightConnector1">
            <a:avLst/>
          </a:prstGeom>
          <a:solidFill>
            <a:schemeClr val="accent1"/>
          </a:solidFill>
          <a:ln cap="sq" cmpd="sng" w="12700">
            <a:solidFill>
              <a:schemeClr val="lt1"/>
            </a:solidFill>
            <a:prstDash val="solid"/>
            <a:miter lim="800000"/>
            <a:headEnd len="sm" w="sm" type="none"/>
            <a:tailEnd len="med" w="med" type="stealth"/>
          </a:ln>
        </p:spPr>
      </p:cxnSp>
      <p:cxnSp>
        <p:nvCxnSpPr>
          <p:cNvPr id="828" name="Google Shape;828;p31"/>
          <p:cNvCxnSpPr/>
          <p:nvPr/>
        </p:nvCxnSpPr>
        <p:spPr>
          <a:xfrm>
            <a:off x="4061854" y="4043830"/>
            <a:ext cx="79664" cy="506566"/>
          </a:xfrm>
          <a:prstGeom prst="straightConnector1">
            <a:avLst/>
          </a:prstGeom>
          <a:solidFill>
            <a:schemeClr val="accent1"/>
          </a:solidFill>
          <a:ln cap="sq" cmpd="sng" w="12700">
            <a:solidFill>
              <a:schemeClr val="lt1"/>
            </a:solidFill>
            <a:prstDash val="solid"/>
            <a:miter lim="800000"/>
            <a:headEnd len="sm" w="sm" type="none"/>
            <a:tailEnd len="med" w="med" type="stealth"/>
          </a:ln>
        </p:spPr>
      </p:cxnSp>
      <p:sp>
        <p:nvSpPr>
          <p:cNvPr id="829" name="Google Shape;829;p31"/>
          <p:cNvSpPr txBox="1"/>
          <p:nvPr/>
        </p:nvSpPr>
        <p:spPr>
          <a:xfrm>
            <a:off x="3298566" y="3518975"/>
            <a:ext cx="1435008"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lt1"/>
                </a:solidFill>
                <a:latin typeface="Times New Roman"/>
                <a:ea typeface="Times New Roman"/>
                <a:cs typeface="Times New Roman"/>
                <a:sym typeface="Times New Roman"/>
              </a:rPr>
              <a:t> (x, y+1)</a:t>
            </a:r>
            <a:endParaRPr/>
          </a:p>
        </p:txBody>
      </p:sp>
      <p:cxnSp>
        <p:nvCxnSpPr>
          <p:cNvPr id="830" name="Google Shape;830;p31"/>
          <p:cNvCxnSpPr/>
          <p:nvPr/>
        </p:nvCxnSpPr>
        <p:spPr>
          <a:xfrm>
            <a:off x="2580524" y="4944848"/>
            <a:ext cx="1000876" cy="42562"/>
          </a:xfrm>
          <a:prstGeom prst="straightConnector1">
            <a:avLst/>
          </a:prstGeom>
          <a:solidFill>
            <a:schemeClr val="accent1"/>
          </a:solidFill>
          <a:ln cap="sq" cmpd="sng" w="12700">
            <a:solidFill>
              <a:schemeClr val="lt1"/>
            </a:solidFill>
            <a:prstDash val="solid"/>
            <a:miter lim="800000"/>
            <a:headEnd len="sm" w="sm" type="none"/>
            <a:tailEnd len="med" w="med" type="stealth"/>
          </a:ln>
        </p:spPr>
      </p:cxnSp>
      <p:sp>
        <p:nvSpPr>
          <p:cNvPr id="831" name="Google Shape;831;p31"/>
          <p:cNvSpPr txBox="1"/>
          <p:nvPr/>
        </p:nvSpPr>
        <p:spPr>
          <a:xfrm>
            <a:off x="1103612" y="4704519"/>
            <a:ext cx="1353256"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lt1"/>
                </a:solidFill>
                <a:latin typeface="Times New Roman"/>
                <a:ea typeface="Times New Roman"/>
                <a:cs typeface="Times New Roman"/>
                <a:sym typeface="Times New Roman"/>
              </a:rPr>
              <a:t> (x-1, y)</a:t>
            </a:r>
            <a:endParaRPr/>
          </a:p>
        </p:txBody>
      </p:sp>
      <p:sp>
        <p:nvSpPr>
          <p:cNvPr id="832" name="Google Shape;832;p31"/>
          <p:cNvSpPr txBox="1"/>
          <p:nvPr/>
        </p:nvSpPr>
        <p:spPr>
          <a:xfrm>
            <a:off x="5319154" y="6253630"/>
            <a:ext cx="3073277"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FFB827"/>
                </a:solidFill>
                <a:latin typeface="Times New Roman"/>
                <a:ea typeface="Times New Roman"/>
                <a:cs typeface="Times New Roman"/>
                <a:sym typeface="Times New Roman"/>
              </a:rPr>
              <a:t> 8-Connected Pixels</a:t>
            </a:r>
            <a:endParaRPr/>
          </a:p>
        </p:txBody>
      </p:sp>
      <p:sp>
        <p:nvSpPr>
          <p:cNvPr id="825" name="Google Shape;825;p31"/>
          <p:cNvSpPr/>
          <p:nvPr/>
        </p:nvSpPr>
        <p:spPr>
          <a:xfrm>
            <a:off x="3958930" y="5162081"/>
            <a:ext cx="319646" cy="312223"/>
          </a:xfrm>
          <a:prstGeom prst="ellipse">
            <a:avLst/>
          </a:prstGeom>
          <a:solidFill>
            <a:srgbClr val="FFB827"/>
          </a:solidFill>
          <a:ln cap="sq"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Times New Roman"/>
              <a:buNone/>
            </a:pPr>
            <a:r>
              <a:t/>
            </a:r>
            <a:endParaRPr b="0" i="0" sz="2800" u="none" cap="none" strike="noStrike">
              <a:solidFill>
                <a:schemeClr val="dk1"/>
              </a:solidFill>
              <a:latin typeface="Times New Roman"/>
              <a:ea typeface="Times New Roman"/>
              <a:cs typeface="Times New Roman"/>
              <a:sym typeface="Times New Roman"/>
            </a:endParaRPr>
          </a:p>
        </p:txBody>
      </p:sp>
      <p:sp>
        <p:nvSpPr>
          <p:cNvPr id="833" name="Google Shape;833;p31"/>
          <p:cNvSpPr/>
          <p:nvPr/>
        </p:nvSpPr>
        <p:spPr>
          <a:xfrm>
            <a:off x="3966354" y="4550396"/>
            <a:ext cx="319646" cy="312223"/>
          </a:xfrm>
          <a:prstGeom prst="ellipse">
            <a:avLst/>
          </a:prstGeom>
          <a:solidFill>
            <a:srgbClr val="FFB827"/>
          </a:solidFill>
          <a:ln cap="sq"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Times New Roman"/>
              <a:buNone/>
            </a:pPr>
            <a:r>
              <a:t/>
            </a:r>
            <a:endParaRPr b="0" i="0" sz="2800" u="none" cap="none" strike="noStrike">
              <a:solidFill>
                <a:schemeClr val="dk1"/>
              </a:solidFill>
              <a:latin typeface="Times New Roman"/>
              <a:ea typeface="Times New Roman"/>
              <a:cs typeface="Times New Roman"/>
              <a:sym typeface="Times New Roman"/>
            </a:endParaRPr>
          </a:p>
        </p:txBody>
      </p:sp>
      <p:sp>
        <p:nvSpPr>
          <p:cNvPr id="834" name="Google Shape;834;p31"/>
          <p:cNvSpPr/>
          <p:nvPr/>
        </p:nvSpPr>
        <p:spPr>
          <a:xfrm>
            <a:off x="4297875" y="4871654"/>
            <a:ext cx="319646" cy="312223"/>
          </a:xfrm>
          <a:prstGeom prst="ellipse">
            <a:avLst/>
          </a:prstGeom>
          <a:solidFill>
            <a:srgbClr val="FFB827"/>
          </a:solidFill>
          <a:ln cap="sq"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Times New Roman"/>
              <a:buNone/>
            </a:pPr>
            <a:r>
              <a:t/>
            </a:r>
            <a:endParaRPr b="0" i="0" sz="2800" u="none" cap="none" strike="noStrike">
              <a:solidFill>
                <a:schemeClr val="dk1"/>
              </a:solidFill>
              <a:latin typeface="Times New Roman"/>
              <a:ea typeface="Times New Roman"/>
              <a:cs typeface="Times New Roman"/>
              <a:sym typeface="Times New Roman"/>
            </a:endParaRPr>
          </a:p>
        </p:txBody>
      </p:sp>
      <p:sp>
        <p:nvSpPr>
          <p:cNvPr id="835" name="Google Shape;835;p31"/>
          <p:cNvSpPr/>
          <p:nvPr/>
        </p:nvSpPr>
        <p:spPr>
          <a:xfrm>
            <a:off x="4290451" y="5183877"/>
            <a:ext cx="319646" cy="312223"/>
          </a:xfrm>
          <a:prstGeom prst="ellipse">
            <a:avLst/>
          </a:prstGeom>
          <a:solidFill>
            <a:srgbClr val="FFB827"/>
          </a:solidFill>
          <a:ln cap="sq"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Times New Roman"/>
              <a:buNone/>
            </a:pPr>
            <a:r>
              <a:t/>
            </a:r>
            <a:endParaRPr b="0" i="0" sz="2800" u="none" cap="none" strike="noStrike">
              <a:solidFill>
                <a:schemeClr val="dk1"/>
              </a:solidFill>
              <a:latin typeface="Times New Roman"/>
              <a:ea typeface="Times New Roman"/>
              <a:cs typeface="Times New Roman"/>
              <a:sym typeface="Times New Roman"/>
            </a:endParaRPr>
          </a:p>
        </p:txBody>
      </p:sp>
      <p:sp>
        <p:nvSpPr>
          <p:cNvPr id="836" name="Google Shape;836;p31"/>
          <p:cNvSpPr/>
          <p:nvPr/>
        </p:nvSpPr>
        <p:spPr>
          <a:xfrm>
            <a:off x="4297875" y="4572192"/>
            <a:ext cx="319646" cy="312223"/>
          </a:xfrm>
          <a:prstGeom prst="ellipse">
            <a:avLst/>
          </a:prstGeom>
          <a:solidFill>
            <a:srgbClr val="FFB827"/>
          </a:solidFill>
          <a:ln cap="sq"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Times New Roman"/>
              <a:buNone/>
            </a:pPr>
            <a:r>
              <a:t/>
            </a:r>
            <a:endParaRPr b="0" i="0" sz="2800" u="none" cap="none" strike="noStrike">
              <a:solidFill>
                <a:schemeClr val="dk1"/>
              </a:solidFill>
              <a:latin typeface="Times New Roman"/>
              <a:ea typeface="Times New Roman"/>
              <a:cs typeface="Times New Roman"/>
              <a:sym typeface="Times New Roman"/>
            </a:endParaRPr>
          </a:p>
        </p:txBody>
      </p:sp>
      <p:sp>
        <p:nvSpPr>
          <p:cNvPr id="837" name="Google Shape;837;p31"/>
          <p:cNvSpPr/>
          <p:nvPr/>
        </p:nvSpPr>
        <p:spPr>
          <a:xfrm>
            <a:off x="3654132" y="4859779"/>
            <a:ext cx="319646" cy="312223"/>
          </a:xfrm>
          <a:prstGeom prst="ellipse">
            <a:avLst/>
          </a:prstGeom>
          <a:solidFill>
            <a:srgbClr val="FFB827"/>
          </a:solidFill>
          <a:ln cap="sq"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Times New Roman"/>
              <a:buNone/>
            </a:pPr>
            <a:r>
              <a:t/>
            </a:r>
            <a:endParaRPr b="0" i="0" sz="2800" u="none" cap="none" strike="noStrike">
              <a:solidFill>
                <a:schemeClr val="dk1"/>
              </a:solidFill>
              <a:latin typeface="Times New Roman"/>
              <a:ea typeface="Times New Roman"/>
              <a:cs typeface="Times New Roman"/>
              <a:sym typeface="Times New Roman"/>
            </a:endParaRPr>
          </a:p>
        </p:txBody>
      </p:sp>
      <p:sp>
        <p:nvSpPr>
          <p:cNvPr id="838" name="Google Shape;838;p31"/>
          <p:cNvSpPr/>
          <p:nvPr/>
        </p:nvSpPr>
        <p:spPr>
          <a:xfrm>
            <a:off x="3646708" y="5172002"/>
            <a:ext cx="319646" cy="312223"/>
          </a:xfrm>
          <a:prstGeom prst="ellipse">
            <a:avLst/>
          </a:prstGeom>
          <a:solidFill>
            <a:srgbClr val="FFB827"/>
          </a:solidFill>
          <a:ln cap="sq"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Times New Roman"/>
              <a:buNone/>
            </a:pPr>
            <a:r>
              <a:t/>
            </a:r>
            <a:endParaRPr b="0" i="0" sz="2800" u="none" cap="none" strike="noStrike">
              <a:solidFill>
                <a:schemeClr val="dk1"/>
              </a:solidFill>
              <a:latin typeface="Times New Roman"/>
              <a:ea typeface="Times New Roman"/>
              <a:cs typeface="Times New Roman"/>
              <a:sym typeface="Times New Roman"/>
            </a:endParaRPr>
          </a:p>
        </p:txBody>
      </p:sp>
      <p:sp>
        <p:nvSpPr>
          <p:cNvPr id="839" name="Google Shape;839;p31"/>
          <p:cNvSpPr/>
          <p:nvPr/>
        </p:nvSpPr>
        <p:spPr>
          <a:xfrm>
            <a:off x="3654132" y="4560317"/>
            <a:ext cx="319646" cy="312223"/>
          </a:xfrm>
          <a:prstGeom prst="ellipse">
            <a:avLst/>
          </a:prstGeom>
          <a:solidFill>
            <a:srgbClr val="FFB827"/>
          </a:solidFill>
          <a:ln cap="sq"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Times New Roman"/>
              <a:buNone/>
            </a:pPr>
            <a:r>
              <a:t/>
            </a:r>
            <a:endParaRPr b="0" i="0" sz="2800" u="none" cap="none" strike="noStrike">
              <a:solidFill>
                <a:schemeClr val="dk1"/>
              </a:solidFill>
              <a:latin typeface="Times New Roman"/>
              <a:ea typeface="Times New Roman"/>
              <a:cs typeface="Times New Roman"/>
              <a:sym typeface="Times New Roman"/>
            </a:endParaRPr>
          </a:p>
        </p:txBody>
      </p:sp>
      <p:sp>
        <p:nvSpPr>
          <p:cNvPr id="840" name="Google Shape;840;p31"/>
          <p:cNvSpPr txBox="1"/>
          <p:nvPr/>
        </p:nvSpPr>
        <p:spPr>
          <a:xfrm rot="-1537511">
            <a:off x="5448043" y="3887600"/>
            <a:ext cx="1816523"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lt1"/>
                </a:solidFill>
                <a:latin typeface="Times New Roman"/>
                <a:ea typeface="Times New Roman"/>
                <a:cs typeface="Times New Roman"/>
                <a:sym typeface="Times New Roman"/>
              </a:rPr>
              <a:t> (x+1, y+1)</a:t>
            </a:r>
            <a:endParaRPr/>
          </a:p>
        </p:txBody>
      </p:sp>
      <p:cxnSp>
        <p:nvCxnSpPr>
          <p:cNvPr id="841" name="Google Shape;841;p31"/>
          <p:cNvCxnSpPr>
            <a:stCxn id="840" idx="1"/>
          </p:cNvCxnSpPr>
          <p:nvPr/>
        </p:nvCxnSpPr>
        <p:spPr>
          <a:xfrm flipH="1">
            <a:off x="4673977" y="4542017"/>
            <a:ext cx="863400" cy="184500"/>
          </a:xfrm>
          <a:prstGeom prst="straightConnector1">
            <a:avLst/>
          </a:prstGeom>
          <a:solidFill>
            <a:schemeClr val="accent1"/>
          </a:solidFill>
          <a:ln cap="sq" cmpd="sng" w="12700">
            <a:solidFill>
              <a:schemeClr val="lt1"/>
            </a:solidFill>
            <a:prstDash val="solid"/>
            <a:miter lim="800000"/>
            <a:headEnd len="sm" w="sm" type="none"/>
            <a:tailEnd len="med" w="med" type="stealth"/>
          </a:ln>
        </p:spPr>
      </p:cxnSp>
      <p:sp>
        <p:nvSpPr>
          <p:cNvPr id="842" name="Google Shape;842;p31"/>
          <p:cNvSpPr txBox="1"/>
          <p:nvPr/>
        </p:nvSpPr>
        <p:spPr>
          <a:xfrm rot="494080">
            <a:off x="5174688" y="5564000"/>
            <a:ext cx="173477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lt1"/>
                </a:solidFill>
                <a:latin typeface="Times New Roman"/>
                <a:ea typeface="Times New Roman"/>
                <a:cs typeface="Times New Roman"/>
                <a:sym typeface="Times New Roman"/>
              </a:rPr>
              <a:t> (x+1, y-1)</a:t>
            </a:r>
            <a:endParaRPr/>
          </a:p>
        </p:txBody>
      </p:sp>
      <p:cxnSp>
        <p:nvCxnSpPr>
          <p:cNvPr id="843" name="Google Shape;843;p31"/>
          <p:cNvCxnSpPr/>
          <p:nvPr/>
        </p:nvCxnSpPr>
        <p:spPr>
          <a:xfrm rot="10800000">
            <a:off x="4602128" y="5426035"/>
            <a:ext cx="717026" cy="399575"/>
          </a:xfrm>
          <a:prstGeom prst="straightConnector1">
            <a:avLst/>
          </a:prstGeom>
          <a:solidFill>
            <a:schemeClr val="accent1"/>
          </a:solidFill>
          <a:ln cap="sq" cmpd="sng" w="12700">
            <a:solidFill>
              <a:schemeClr val="lt1"/>
            </a:solidFill>
            <a:prstDash val="solid"/>
            <a:miter lim="800000"/>
            <a:headEnd len="sm" w="sm" type="none"/>
            <a:tailEnd len="med" w="med" type="stealth"/>
          </a:ln>
        </p:spPr>
      </p:cxnSp>
      <p:sp>
        <p:nvSpPr>
          <p:cNvPr id="844" name="Google Shape;844;p31"/>
          <p:cNvSpPr txBox="1"/>
          <p:nvPr/>
        </p:nvSpPr>
        <p:spPr>
          <a:xfrm rot="494080">
            <a:off x="1317665" y="3887600"/>
            <a:ext cx="173477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lt1"/>
                </a:solidFill>
                <a:latin typeface="Times New Roman"/>
                <a:ea typeface="Times New Roman"/>
                <a:cs typeface="Times New Roman"/>
                <a:sym typeface="Times New Roman"/>
              </a:rPr>
              <a:t> (x-1, y+1)</a:t>
            </a:r>
            <a:endParaRPr/>
          </a:p>
        </p:txBody>
      </p:sp>
      <p:cxnSp>
        <p:nvCxnSpPr>
          <p:cNvPr id="845" name="Google Shape;845;p31"/>
          <p:cNvCxnSpPr/>
          <p:nvPr/>
        </p:nvCxnSpPr>
        <p:spPr>
          <a:xfrm>
            <a:off x="2975871" y="4301616"/>
            <a:ext cx="605529" cy="332666"/>
          </a:xfrm>
          <a:prstGeom prst="straightConnector1">
            <a:avLst/>
          </a:prstGeom>
          <a:solidFill>
            <a:schemeClr val="accent1"/>
          </a:solidFill>
          <a:ln cap="sq" cmpd="sng" w="12700">
            <a:solidFill>
              <a:schemeClr val="lt1"/>
            </a:solidFill>
            <a:prstDash val="solid"/>
            <a:miter lim="800000"/>
            <a:headEnd len="sm" w="sm" type="none"/>
            <a:tailEnd len="med" w="med" type="stealth"/>
          </a:ln>
        </p:spPr>
      </p:cxnSp>
      <p:cxnSp>
        <p:nvCxnSpPr>
          <p:cNvPr id="846" name="Google Shape;846;p31"/>
          <p:cNvCxnSpPr/>
          <p:nvPr/>
        </p:nvCxnSpPr>
        <p:spPr>
          <a:xfrm flipH="1" rot="10800000">
            <a:off x="1676400" y="5114581"/>
            <a:ext cx="2339670" cy="511241"/>
          </a:xfrm>
          <a:prstGeom prst="straightConnector1">
            <a:avLst/>
          </a:prstGeom>
          <a:solidFill>
            <a:schemeClr val="accent1"/>
          </a:solidFill>
          <a:ln cap="sq" cmpd="sng" w="12700">
            <a:solidFill>
              <a:schemeClr val="lt1"/>
            </a:solidFill>
            <a:prstDash val="solid"/>
            <a:miter lim="800000"/>
            <a:headEnd len="sm" w="sm" type="none"/>
            <a:tailEnd len="med" w="med" type="stealth"/>
          </a:ln>
        </p:spPr>
      </p:cxnSp>
      <p:cxnSp>
        <p:nvCxnSpPr>
          <p:cNvPr id="847" name="Google Shape;847;p31"/>
          <p:cNvCxnSpPr/>
          <p:nvPr/>
        </p:nvCxnSpPr>
        <p:spPr>
          <a:xfrm flipH="1" rot="10800000">
            <a:off x="2456868" y="5457254"/>
            <a:ext cx="1183404" cy="796376"/>
          </a:xfrm>
          <a:prstGeom prst="straightConnector1">
            <a:avLst/>
          </a:prstGeom>
          <a:solidFill>
            <a:schemeClr val="accent1"/>
          </a:solidFill>
          <a:ln cap="sq" cmpd="sng" w="12700">
            <a:solidFill>
              <a:schemeClr val="lt1"/>
            </a:solidFill>
            <a:prstDash val="solid"/>
            <a:miter lim="800000"/>
            <a:headEnd len="sm" w="sm" type="none"/>
            <a:tailEnd len="med" w="med" type="stealth"/>
          </a:ln>
        </p:spPr>
      </p:cxnSp>
      <p:sp>
        <p:nvSpPr>
          <p:cNvPr id="848" name="Google Shape;848;p31"/>
          <p:cNvSpPr txBox="1"/>
          <p:nvPr/>
        </p:nvSpPr>
        <p:spPr>
          <a:xfrm rot="1134722">
            <a:off x="1472735" y="6110844"/>
            <a:ext cx="1653017"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lt1"/>
                </a:solidFill>
                <a:latin typeface="Times New Roman"/>
                <a:ea typeface="Times New Roman"/>
                <a:cs typeface="Times New Roman"/>
                <a:sym typeface="Times New Roman"/>
              </a:rPr>
              <a:t> (x-1, y-1)</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2" name="Shape 852"/>
        <p:cNvGrpSpPr/>
        <p:nvPr/>
      </p:nvGrpSpPr>
      <p:grpSpPr>
        <a:xfrm>
          <a:off x="0" y="0"/>
          <a:ext cx="0" cy="0"/>
          <a:chOff x="0" y="0"/>
          <a:chExt cx="0" cy="0"/>
        </a:xfrm>
      </p:grpSpPr>
      <p:sp>
        <p:nvSpPr>
          <p:cNvPr id="853" name="Google Shape;853;p32"/>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1" lang="en-US" sz="2400">
                <a:solidFill>
                  <a:srgbClr val="CC3300"/>
                </a:solidFill>
                <a:latin typeface="Tahoma"/>
                <a:ea typeface="Tahoma"/>
                <a:cs typeface="Tahoma"/>
                <a:sym typeface="Tahoma"/>
              </a:rPr>
              <a:t>‹#›</a:t>
            </a:fld>
            <a:endParaRPr b="1" sz="2400">
              <a:solidFill>
                <a:srgbClr val="CC3300"/>
              </a:solidFill>
              <a:latin typeface="Tahoma"/>
              <a:ea typeface="Tahoma"/>
              <a:cs typeface="Tahoma"/>
              <a:sym typeface="Tahoma"/>
            </a:endParaRPr>
          </a:p>
        </p:txBody>
      </p:sp>
      <p:sp>
        <p:nvSpPr>
          <p:cNvPr id="854" name="Google Shape;854;p32"/>
          <p:cNvSpPr txBox="1"/>
          <p:nvPr/>
        </p:nvSpPr>
        <p:spPr>
          <a:xfrm>
            <a:off x="342900" y="228600"/>
            <a:ext cx="8458200" cy="57038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3333CC"/>
                </a:solidFill>
                <a:latin typeface="Arial"/>
                <a:ea typeface="Arial"/>
                <a:cs typeface="Arial"/>
                <a:sym typeface="Arial"/>
              </a:rPr>
              <a:t>Boundary Fill Algorithm</a:t>
            </a:r>
            <a:endParaRPr/>
          </a:p>
          <a:p>
            <a:pPr indent="0" lvl="0" marL="0" marR="0" rtl="0" algn="just">
              <a:spcBef>
                <a:spcPts val="0"/>
              </a:spcBef>
              <a:spcAft>
                <a:spcPts val="0"/>
              </a:spcAft>
              <a:buNone/>
            </a:pPr>
            <a:r>
              <a:rPr lang="en-US" sz="2800">
                <a:solidFill>
                  <a:srgbClr val="000000"/>
                </a:solidFill>
                <a:latin typeface="Arial"/>
                <a:ea typeface="Arial"/>
                <a:cs typeface="Arial"/>
                <a:sym typeface="Arial"/>
              </a:rPr>
              <a:t>The following steps illustrate the idea of the </a:t>
            </a:r>
            <a:r>
              <a:rPr b="1" lang="en-US" sz="2800">
                <a:solidFill>
                  <a:srgbClr val="000000"/>
                </a:solidFill>
                <a:latin typeface="Arial"/>
                <a:ea typeface="Arial"/>
                <a:cs typeface="Arial"/>
                <a:sym typeface="Arial"/>
              </a:rPr>
              <a:t>recursive</a:t>
            </a:r>
            <a:r>
              <a:rPr lang="en-US" sz="2800">
                <a:solidFill>
                  <a:srgbClr val="000000"/>
                </a:solidFill>
                <a:latin typeface="Arial"/>
                <a:ea typeface="Arial"/>
                <a:cs typeface="Arial"/>
                <a:sym typeface="Arial"/>
              </a:rPr>
              <a:t> boundary-fill algorithm:</a:t>
            </a:r>
            <a:endParaRPr/>
          </a:p>
          <a:p>
            <a:pPr indent="0" lvl="0" marL="0" marR="0" rtl="0" algn="just">
              <a:spcBef>
                <a:spcPts val="0"/>
              </a:spcBef>
              <a:spcAft>
                <a:spcPts val="0"/>
              </a:spcAft>
              <a:buNone/>
            </a:pPr>
            <a:r>
              <a:t/>
            </a:r>
            <a:endParaRPr sz="2800">
              <a:solidFill>
                <a:srgbClr val="000000"/>
              </a:solidFill>
              <a:latin typeface="Arial"/>
              <a:ea typeface="Arial"/>
              <a:cs typeface="Arial"/>
              <a:sym typeface="Arial"/>
            </a:endParaRPr>
          </a:p>
          <a:p>
            <a:pPr indent="0" lvl="0" marL="0" marR="0" rtl="0" algn="just">
              <a:spcBef>
                <a:spcPts val="0"/>
              </a:spcBef>
              <a:spcAft>
                <a:spcPts val="0"/>
              </a:spcAft>
              <a:buNone/>
            </a:pPr>
            <a:r>
              <a:rPr b="1" lang="en-US" sz="2800">
                <a:solidFill>
                  <a:srgbClr val="FF0000"/>
                </a:solidFill>
                <a:latin typeface="Arial"/>
                <a:ea typeface="Arial"/>
                <a:cs typeface="Arial"/>
                <a:sym typeface="Arial"/>
              </a:rPr>
              <a:t>1.</a:t>
            </a:r>
            <a:r>
              <a:rPr lang="en-US" sz="2800">
                <a:solidFill>
                  <a:srgbClr val="000000"/>
                </a:solidFill>
                <a:latin typeface="Arial"/>
                <a:ea typeface="Arial"/>
                <a:cs typeface="Arial"/>
                <a:sym typeface="Arial"/>
              </a:rPr>
              <a:t> Start from an interior point.</a:t>
            </a:r>
            <a:endParaRPr/>
          </a:p>
          <a:p>
            <a:pPr indent="0" lvl="0" marL="0" marR="0" rtl="0" algn="just">
              <a:spcBef>
                <a:spcPts val="0"/>
              </a:spcBef>
              <a:spcAft>
                <a:spcPts val="0"/>
              </a:spcAft>
              <a:buNone/>
            </a:pPr>
            <a:r>
              <a:rPr b="1" lang="en-US" sz="2800">
                <a:solidFill>
                  <a:srgbClr val="FF0000"/>
                </a:solidFill>
                <a:latin typeface="Arial"/>
                <a:ea typeface="Arial"/>
                <a:cs typeface="Arial"/>
                <a:sym typeface="Arial"/>
              </a:rPr>
              <a:t>2.</a:t>
            </a:r>
            <a:r>
              <a:rPr lang="en-US" sz="2800">
                <a:solidFill>
                  <a:srgbClr val="000000"/>
                </a:solidFill>
                <a:latin typeface="Arial"/>
                <a:ea typeface="Arial"/>
                <a:cs typeface="Arial"/>
                <a:sym typeface="Arial"/>
              </a:rPr>
              <a:t> If the current pixel is </a:t>
            </a:r>
            <a:r>
              <a:rPr b="1" lang="en-US" sz="2800">
                <a:solidFill>
                  <a:srgbClr val="000000"/>
                </a:solidFill>
                <a:latin typeface="Arial"/>
                <a:ea typeface="Arial"/>
                <a:cs typeface="Arial"/>
                <a:sym typeface="Arial"/>
              </a:rPr>
              <a:t>not already</a:t>
            </a:r>
            <a:r>
              <a:rPr lang="en-US" sz="2800">
                <a:solidFill>
                  <a:srgbClr val="000000"/>
                </a:solidFill>
                <a:latin typeface="Arial"/>
                <a:ea typeface="Arial"/>
                <a:cs typeface="Arial"/>
                <a:sym typeface="Arial"/>
              </a:rPr>
              <a:t> filled and if it is not an edge point, then set the pixel with the fill color, and store its neighboring pixels (</a:t>
            </a:r>
            <a:r>
              <a:rPr b="1" lang="en-US" sz="2800">
                <a:solidFill>
                  <a:srgbClr val="000000"/>
                </a:solidFill>
                <a:latin typeface="Arial"/>
                <a:ea typeface="Arial"/>
                <a:cs typeface="Arial"/>
                <a:sym typeface="Arial"/>
              </a:rPr>
              <a:t>4 </a:t>
            </a:r>
            <a:r>
              <a:rPr lang="en-US" sz="2800">
                <a:solidFill>
                  <a:srgbClr val="000000"/>
                </a:solidFill>
                <a:latin typeface="Arial"/>
                <a:ea typeface="Arial"/>
                <a:cs typeface="Arial"/>
                <a:sym typeface="Arial"/>
              </a:rPr>
              <a:t>or</a:t>
            </a:r>
            <a:r>
              <a:rPr b="1" lang="en-US" sz="2800">
                <a:solidFill>
                  <a:srgbClr val="000000"/>
                </a:solidFill>
                <a:latin typeface="Arial"/>
                <a:ea typeface="Arial"/>
                <a:cs typeface="Arial"/>
                <a:sym typeface="Arial"/>
              </a:rPr>
              <a:t> 8-connected</a:t>
            </a:r>
            <a:r>
              <a:rPr lang="en-US" sz="2800">
                <a:solidFill>
                  <a:srgbClr val="000000"/>
                </a:solidFill>
                <a:latin typeface="Arial"/>
                <a:ea typeface="Arial"/>
                <a:cs typeface="Arial"/>
                <a:sym typeface="Arial"/>
              </a:rPr>
              <a:t>) in the stack for processing. Store only neighboring pixel that is </a:t>
            </a:r>
            <a:r>
              <a:rPr b="1" lang="en-US" sz="2800">
                <a:solidFill>
                  <a:srgbClr val="000000"/>
                </a:solidFill>
                <a:latin typeface="Arial"/>
                <a:ea typeface="Arial"/>
                <a:cs typeface="Arial"/>
                <a:sym typeface="Arial"/>
              </a:rPr>
              <a:t>not already</a:t>
            </a:r>
            <a:r>
              <a:rPr lang="en-US" sz="2800">
                <a:solidFill>
                  <a:srgbClr val="000000"/>
                </a:solidFill>
                <a:latin typeface="Arial"/>
                <a:ea typeface="Arial"/>
                <a:cs typeface="Arial"/>
                <a:sym typeface="Arial"/>
              </a:rPr>
              <a:t> filled and is not an edge point. </a:t>
            </a:r>
            <a:endParaRPr/>
          </a:p>
          <a:p>
            <a:pPr indent="0" lvl="0" marL="0" marR="0" rtl="0" algn="just">
              <a:spcBef>
                <a:spcPts val="0"/>
              </a:spcBef>
              <a:spcAft>
                <a:spcPts val="0"/>
              </a:spcAft>
              <a:buNone/>
            </a:pPr>
            <a:r>
              <a:rPr b="1" lang="en-US" sz="2800">
                <a:solidFill>
                  <a:srgbClr val="FF0000"/>
                </a:solidFill>
                <a:latin typeface="Arial"/>
                <a:ea typeface="Arial"/>
                <a:cs typeface="Arial"/>
                <a:sym typeface="Arial"/>
              </a:rPr>
              <a:t>3.</a:t>
            </a:r>
            <a:r>
              <a:rPr lang="en-US" sz="2800">
                <a:solidFill>
                  <a:srgbClr val="000000"/>
                </a:solidFill>
                <a:latin typeface="Arial"/>
                <a:ea typeface="Arial"/>
                <a:cs typeface="Arial"/>
                <a:sym typeface="Arial"/>
              </a:rPr>
              <a:t> Select the next pixel from the stack, and continue with step </a:t>
            </a:r>
            <a:r>
              <a:rPr b="1" lang="en-US" sz="2800">
                <a:solidFill>
                  <a:srgbClr val="000000"/>
                </a:solidFill>
                <a:latin typeface="Arial"/>
                <a:ea typeface="Arial"/>
                <a:cs typeface="Arial"/>
                <a:sym typeface="Arial"/>
              </a:rPr>
              <a:t>2</a:t>
            </a:r>
            <a:r>
              <a:rPr lang="en-US" sz="2800">
                <a:solidFill>
                  <a:srgbClr val="000000"/>
                </a:solidFill>
                <a:latin typeface="Arial"/>
                <a:ea typeface="Arial"/>
                <a:cs typeface="Arial"/>
                <a:sym typeface="Arial"/>
              </a:rPr>
              <a:t>.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8" name="Shape 858"/>
        <p:cNvGrpSpPr/>
        <p:nvPr/>
      </p:nvGrpSpPr>
      <p:grpSpPr>
        <a:xfrm>
          <a:off x="0" y="0"/>
          <a:ext cx="0" cy="0"/>
          <a:chOff x="0" y="0"/>
          <a:chExt cx="0" cy="0"/>
        </a:xfrm>
      </p:grpSpPr>
      <p:sp>
        <p:nvSpPr>
          <p:cNvPr id="859" name="Google Shape;859;p33"/>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1" lang="en-US" sz="2400">
                <a:solidFill>
                  <a:srgbClr val="CC3300"/>
                </a:solidFill>
                <a:latin typeface="Tahoma"/>
                <a:ea typeface="Tahoma"/>
                <a:cs typeface="Tahoma"/>
                <a:sym typeface="Tahoma"/>
              </a:rPr>
              <a:t>‹#›</a:t>
            </a:fld>
            <a:endParaRPr b="1" sz="2400">
              <a:solidFill>
                <a:srgbClr val="CC3300"/>
              </a:solidFill>
              <a:latin typeface="Tahoma"/>
              <a:ea typeface="Tahoma"/>
              <a:cs typeface="Tahoma"/>
              <a:sym typeface="Tahoma"/>
            </a:endParaRPr>
          </a:p>
        </p:txBody>
      </p:sp>
      <p:graphicFrame>
        <p:nvGraphicFramePr>
          <p:cNvPr id="860" name="Google Shape;860;p33"/>
          <p:cNvGraphicFramePr/>
          <p:nvPr/>
        </p:nvGraphicFramePr>
        <p:xfrm>
          <a:off x="6477000" y="1609725"/>
          <a:ext cx="3000000" cy="3000000"/>
        </p:xfrm>
        <a:graphic>
          <a:graphicData uri="http://schemas.openxmlformats.org/drawingml/2006/table">
            <a:tbl>
              <a:tblPr>
                <a:noFill/>
                <a:tableStyleId>{FD1CA7B9-0ED0-4342-BBFB-D95BC0C4817D}</a:tableStyleId>
              </a:tblPr>
              <a:tblGrid>
                <a:gridCol w="304800"/>
              </a:tblGrid>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grpSp>
        <p:nvGrpSpPr>
          <p:cNvPr id="861" name="Google Shape;861;p33"/>
          <p:cNvGrpSpPr/>
          <p:nvPr/>
        </p:nvGrpSpPr>
        <p:grpSpPr>
          <a:xfrm>
            <a:off x="3657600" y="1827213"/>
            <a:ext cx="2408238" cy="2667000"/>
            <a:chOff x="2112" y="1584"/>
            <a:chExt cx="1517" cy="1680"/>
          </a:xfrm>
        </p:grpSpPr>
        <p:sp>
          <p:nvSpPr>
            <p:cNvPr id="862" name="Google Shape;862;p33"/>
            <p:cNvSpPr txBox="1"/>
            <p:nvPr/>
          </p:nvSpPr>
          <p:spPr>
            <a:xfrm>
              <a:off x="2208" y="3072"/>
              <a:ext cx="912" cy="19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Start Position</a:t>
              </a:r>
              <a:endParaRPr/>
            </a:p>
          </p:txBody>
        </p:sp>
        <p:sp>
          <p:nvSpPr>
            <p:cNvPr id="863" name="Google Shape;863;p33"/>
            <p:cNvSpPr/>
            <p:nvPr/>
          </p:nvSpPr>
          <p:spPr>
            <a:xfrm>
              <a:off x="2688" y="1584"/>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864" name="Google Shape;864;p33"/>
            <p:cNvSpPr/>
            <p:nvPr/>
          </p:nvSpPr>
          <p:spPr>
            <a:xfrm>
              <a:off x="2880" y="1584"/>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865" name="Google Shape;865;p33"/>
            <p:cNvSpPr/>
            <p:nvPr/>
          </p:nvSpPr>
          <p:spPr>
            <a:xfrm>
              <a:off x="3072" y="1584"/>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866" name="Google Shape;866;p33"/>
            <p:cNvSpPr/>
            <p:nvPr/>
          </p:nvSpPr>
          <p:spPr>
            <a:xfrm>
              <a:off x="3264" y="1584"/>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867" name="Google Shape;867;p33"/>
            <p:cNvSpPr/>
            <p:nvPr/>
          </p:nvSpPr>
          <p:spPr>
            <a:xfrm>
              <a:off x="3456" y="1584"/>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868" name="Google Shape;868;p33"/>
            <p:cNvSpPr/>
            <p:nvPr/>
          </p:nvSpPr>
          <p:spPr>
            <a:xfrm>
              <a:off x="2688" y="1776"/>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869" name="Google Shape;869;p33"/>
            <p:cNvSpPr/>
            <p:nvPr/>
          </p:nvSpPr>
          <p:spPr>
            <a:xfrm>
              <a:off x="2880" y="1776"/>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870" name="Google Shape;870;p33"/>
            <p:cNvSpPr/>
            <p:nvPr/>
          </p:nvSpPr>
          <p:spPr>
            <a:xfrm>
              <a:off x="3072" y="1776"/>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871" name="Google Shape;871;p33"/>
            <p:cNvSpPr/>
            <p:nvPr/>
          </p:nvSpPr>
          <p:spPr>
            <a:xfrm>
              <a:off x="3264" y="1776"/>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872" name="Google Shape;872;p33"/>
            <p:cNvSpPr/>
            <p:nvPr/>
          </p:nvSpPr>
          <p:spPr>
            <a:xfrm>
              <a:off x="3456" y="1776"/>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873" name="Google Shape;873;p33"/>
            <p:cNvSpPr/>
            <p:nvPr/>
          </p:nvSpPr>
          <p:spPr>
            <a:xfrm>
              <a:off x="2688" y="1968"/>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874" name="Google Shape;874;p33"/>
            <p:cNvSpPr/>
            <p:nvPr/>
          </p:nvSpPr>
          <p:spPr>
            <a:xfrm>
              <a:off x="2880" y="1968"/>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875" name="Google Shape;875;p33"/>
            <p:cNvSpPr/>
            <p:nvPr/>
          </p:nvSpPr>
          <p:spPr>
            <a:xfrm>
              <a:off x="3072" y="1968"/>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876" name="Google Shape;876;p33"/>
            <p:cNvSpPr/>
            <p:nvPr/>
          </p:nvSpPr>
          <p:spPr>
            <a:xfrm>
              <a:off x="3264" y="1968"/>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877" name="Google Shape;877;p33"/>
            <p:cNvSpPr/>
            <p:nvPr/>
          </p:nvSpPr>
          <p:spPr>
            <a:xfrm>
              <a:off x="3456" y="1968"/>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878" name="Google Shape;878;p33"/>
            <p:cNvSpPr/>
            <p:nvPr/>
          </p:nvSpPr>
          <p:spPr>
            <a:xfrm>
              <a:off x="2112" y="2160"/>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879" name="Google Shape;879;p33"/>
            <p:cNvSpPr/>
            <p:nvPr/>
          </p:nvSpPr>
          <p:spPr>
            <a:xfrm>
              <a:off x="2304" y="2160"/>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880" name="Google Shape;880;p33"/>
            <p:cNvSpPr/>
            <p:nvPr/>
          </p:nvSpPr>
          <p:spPr>
            <a:xfrm>
              <a:off x="2496" y="2160"/>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881" name="Google Shape;881;p33"/>
            <p:cNvSpPr/>
            <p:nvPr/>
          </p:nvSpPr>
          <p:spPr>
            <a:xfrm>
              <a:off x="2688" y="2160"/>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882" name="Google Shape;882;p33"/>
            <p:cNvSpPr/>
            <p:nvPr/>
          </p:nvSpPr>
          <p:spPr>
            <a:xfrm>
              <a:off x="2880" y="2160"/>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883" name="Google Shape;883;p33"/>
            <p:cNvSpPr/>
            <p:nvPr/>
          </p:nvSpPr>
          <p:spPr>
            <a:xfrm>
              <a:off x="3072" y="2160"/>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884" name="Google Shape;884;p33"/>
            <p:cNvSpPr/>
            <p:nvPr/>
          </p:nvSpPr>
          <p:spPr>
            <a:xfrm>
              <a:off x="3264" y="2160"/>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885" name="Google Shape;885;p33"/>
            <p:cNvSpPr/>
            <p:nvPr/>
          </p:nvSpPr>
          <p:spPr>
            <a:xfrm>
              <a:off x="3456" y="2160"/>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886" name="Google Shape;886;p33"/>
            <p:cNvSpPr/>
            <p:nvPr/>
          </p:nvSpPr>
          <p:spPr>
            <a:xfrm>
              <a:off x="2112" y="2352"/>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887" name="Google Shape;887;p33"/>
            <p:cNvSpPr/>
            <p:nvPr/>
          </p:nvSpPr>
          <p:spPr>
            <a:xfrm>
              <a:off x="2304" y="2352"/>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888" name="Google Shape;888;p33"/>
            <p:cNvSpPr/>
            <p:nvPr/>
          </p:nvSpPr>
          <p:spPr>
            <a:xfrm>
              <a:off x="2496" y="2352"/>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889" name="Google Shape;889;p33"/>
            <p:cNvSpPr/>
            <p:nvPr/>
          </p:nvSpPr>
          <p:spPr>
            <a:xfrm>
              <a:off x="2688" y="2352"/>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890" name="Google Shape;890;p33"/>
            <p:cNvSpPr/>
            <p:nvPr/>
          </p:nvSpPr>
          <p:spPr>
            <a:xfrm>
              <a:off x="2880" y="2352"/>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891" name="Google Shape;891;p33"/>
            <p:cNvSpPr/>
            <p:nvPr/>
          </p:nvSpPr>
          <p:spPr>
            <a:xfrm>
              <a:off x="3072" y="2352"/>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892" name="Google Shape;892;p33"/>
            <p:cNvSpPr/>
            <p:nvPr/>
          </p:nvSpPr>
          <p:spPr>
            <a:xfrm>
              <a:off x="2112" y="2544"/>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893" name="Google Shape;893;p33"/>
            <p:cNvSpPr/>
            <p:nvPr/>
          </p:nvSpPr>
          <p:spPr>
            <a:xfrm>
              <a:off x="2304" y="2544"/>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894" name="Google Shape;894;p33"/>
            <p:cNvSpPr/>
            <p:nvPr/>
          </p:nvSpPr>
          <p:spPr>
            <a:xfrm>
              <a:off x="2496" y="2544"/>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895" name="Google Shape;895;p33"/>
            <p:cNvSpPr/>
            <p:nvPr/>
          </p:nvSpPr>
          <p:spPr>
            <a:xfrm>
              <a:off x="2688" y="2544"/>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896" name="Google Shape;896;p33"/>
            <p:cNvSpPr/>
            <p:nvPr/>
          </p:nvSpPr>
          <p:spPr>
            <a:xfrm>
              <a:off x="2880" y="2544"/>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897" name="Google Shape;897;p33"/>
            <p:cNvSpPr/>
            <p:nvPr/>
          </p:nvSpPr>
          <p:spPr>
            <a:xfrm>
              <a:off x="2112" y="2736"/>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898" name="Google Shape;898;p33"/>
            <p:cNvSpPr/>
            <p:nvPr/>
          </p:nvSpPr>
          <p:spPr>
            <a:xfrm>
              <a:off x="2304" y="2736"/>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899" name="Google Shape;899;p33"/>
            <p:cNvSpPr/>
            <p:nvPr/>
          </p:nvSpPr>
          <p:spPr>
            <a:xfrm>
              <a:off x="2496" y="2736"/>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900" name="Google Shape;900;p33"/>
            <p:cNvSpPr/>
            <p:nvPr/>
          </p:nvSpPr>
          <p:spPr>
            <a:xfrm>
              <a:off x="2688" y="2736"/>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901" name="Google Shape;901;p33"/>
            <p:cNvSpPr/>
            <p:nvPr/>
          </p:nvSpPr>
          <p:spPr>
            <a:xfrm>
              <a:off x="2880" y="2736"/>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cxnSp>
          <p:nvCxnSpPr>
            <p:cNvPr id="902" name="Google Shape;902;p33"/>
            <p:cNvCxnSpPr/>
            <p:nvPr/>
          </p:nvCxnSpPr>
          <p:spPr>
            <a:xfrm rot="10800000">
              <a:off x="2592" y="2592"/>
              <a:ext cx="0" cy="480"/>
            </a:xfrm>
            <a:prstGeom prst="straightConnector1">
              <a:avLst/>
            </a:prstGeom>
            <a:noFill/>
            <a:ln cap="flat" cmpd="sng" w="9525">
              <a:solidFill>
                <a:srgbClr val="FF0000"/>
              </a:solidFill>
              <a:prstDash val="solid"/>
              <a:round/>
              <a:headEnd len="med" w="med" type="none"/>
              <a:tailEnd len="med" w="med" type="triangle"/>
            </a:ln>
          </p:spPr>
        </p:cxnSp>
      </p:grpSp>
      <p:sp>
        <p:nvSpPr>
          <p:cNvPr id="903" name="Google Shape;903;p33"/>
          <p:cNvSpPr txBox="1"/>
          <p:nvPr/>
        </p:nvSpPr>
        <p:spPr>
          <a:xfrm>
            <a:off x="342900" y="228600"/>
            <a:ext cx="8458200" cy="1066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3333CC"/>
                </a:solidFill>
                <a:latin typeface="Arial"/>
                <a:ea typeface="Arial"/>
                <a:cs typeface="Arial"/>
                <a:sym typeface="Arial"/>
              </a:rPr>
              <a:t>Boundary Fill Algorithm</a:t>
            </a:r>
            <a:endParaRPr/>
          </a:p>
          <a:p>
            <a:pPr indent="0" lvl="0" marL="0" marR="0" rtl="0" algn="l">
              <a:spcBef>
                <a:spcPts val="0"/>
              </a:spcBef>
              <a:spcAft>
                <a:spcPts val="0"/>
              </a:spcAft>
              <a:buNone/>
            </a:pPr>
            <a:r>
              <a:rPr b="1" lang="en-US" sz="2800">
                <a:solidFill>
                  <a:srgbClr val="FF0000"/>
                </a:solidFill>
                <a:latin typeface="Arial"/>
                <a:ea typeface="Arial"/>
                <a:cs typeface="Arial"/>
                <a:sym typeface="Arial"/>
              </a:rPr>
              <a:t>4-connected (Example)</a:t>
            </a:r>
            <a:r>
              <a:rPr b="1" lang="en-US" sz="3200">
                <a:solidFill>
                  <a:srgbClr val="3333CC"/>
                </a:solidFill>
                <a:latin typeface="Arial"/>
                <a:ea typeface="Arial"/>
                <a:cs typeface="Arial"/>
                <a:sym typeface="Arial"/>
              </a:rPr>
              <a:t> </a:t>
            </a:r>
            <a:r>
              <a:rPr lang="en-US" sz="2800">
                <a:solidFill>
                  <a:srgbClr val="000000"/>
                </a:solidFill>
                <a:latin typeface="Arial"/>
                <a:ea typeface="Arial"/>
                <a:cs typeface="Arial"/>
                <a:sym typeface="Arial"/>
              </a:rPr>
              <a:t>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7" name="Shape 907"/>
        <p:cNvGrpSpPr/>
        <p:nvPr/>
      </p:nvGrpSpPr>
      <p:grpSpPr>
        <a:xfrm>
          <a:off x="0" y="0"/>
          <a:ext cx="0" cy="0"/>
          <a:chOff x="0" y="0"/>
          <a:chExt cx="0" cy="0"/>
        </a:xfrm>
      </p:grpSpPr>
      <p:graphicFrame>
        <p:nvGraphicFramePr>
          <p:cNvPr id="908" name="Google Shape;908;p34"/>
          <p:cNvGraphicFramePr/>
          <p:nvPr/>
        </p:nvGraphicFramePr>
        <p:xfrm>
          <a:off x="6400800" y="1609725"/>
          <a:ext cx="3000000" cy="3000000"/>
        </p:xfrm>
        <a:graphic>
          <a:graphicData uri="http://schemas.openxmlformats.org/drawingml/2006/table">
            <a:tbl>
              <a:tblPr>
                <a:noFill/>
                <a:tableStyleId>{FD1CA7B9-0ED0-4342-BBFB-D95BC0C4817D}</a:tableStyleId>
              </a:tblPr>
              <a:tblGrid>
                <a:gridCol w="304800"/>
              </a:tblGrid>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3</a:t>
                      </a:r>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2</a:t>
                      </a:r>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1</a:t>
                      </a:r>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grpSp>
        <p:nvGrpSpPr>
          <p:cNvPr id="909" name="Google Shape;909;p34"/>
          <p:cNvGrpSpPr/>
          <p:nvPr/>
        </p:nvGrpSpPr>
        <p:grpSpPr>
          <a:xfrm>
            <a:off x="3656013" y="1827213"/>
            <a:ext cx="2408237" cy="2103437"/>
            <a:chOff x="2112" y="1584"/>
            <a:chExt cx="1517" cy="1325"/>
          </a:xfrm>
        </p:grpSpPr>
        <p:sp>
          <p:nvSpPr>
            <p:cNvPr id="910" name="Google Shape;910;p34"/>
            <p:cNvSpPr/>
            <p:nvPr/>
          </p:nvSpPr>
          <p:spPr>
            <a:xfrm>
              <a:off x="2688" y="1584"/>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911" name="Google Shape;911;p34"/>
            <p:cNvSpPr/>
            <p:nvPr/>
          </p:nvSpPr>
          <p:spPr>
            <a:xfrm>
              <a:off x="2880" y="1584"/>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912" name="Google Shape;912;p34"/>
            <p:cNvSpPr/>
            <p:nvPr/>
          </p:nvSpPr>
          <p:spPr>
            <a:xfrm>
              <a:off x="3072" y="1584"/>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913" name="Google Shape;913;p34"/>
            <p:cNvSpPr/>
            <p:nvPr/>
          </p:nvSpPr>
          <p:spPr>
            <a:xfrm>
              <a:off x="3264" y="1584"/>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914" name="Google Shape;914;p34"/>
            <p:cNvSpPr/>
            <p:nvPr/>
          </p:nvSpPr>
          <p:spPr>
            <a:xfrm>
              <a:off x="3456" y="1584"/>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915" name="Google Shape;915;p34"/>
            <p:cNvSpPr/>
            <p:nvPr/>
          </p:nvSpPr>
          <p:spPr>
            <a:xfrm>
              <a:off x="2688" y="1776"/>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916" name="Google Shape;916;p34"/>
            <p:cNvSpPr/>
            <p:nvPr/>
          </p:nvSpPr>
          <p:spPr>
            <a:xfrm>
              <a:off x="2880" y="1776"/>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917" name="Google Shape;917;p34"/>
            <p:cNvSpPr/>
            <p:nvPr/>
          </p:nvSpPr>
          <p:spPr>
            <a:xfrm>
              <a:off x="3072" y="1776"/>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918" name="Google Shape;918;p34"/>
            <p:cNvSpPr/>
            <p:nvPr/>
          </p:nvSpPr>
          <p:spPr>
            <a:xfrm>
              <a:off x="3264" y="1776"/>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919" name="Google Shape;919;p34"/>
            <p:cNvSpPr/>
            <p:nvPr/>
          </p:nvSpPr>
          <p:spPr>
            <a:xfrm>
              <a:off x="3456" y="1776"/>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920" name="Google Shape;920;p34"/>
            <p:cNvSpPr/>
            <p:nvPr/>
          </p:nvSpPr>
          <p:spPr>
            <a:xfrm>
              <a:off x="2688" y="1968"/>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921" name="Google Shape;921;p34"/>
            <p:cNvSpPr/>
            <p:nvPr/>
          </p:nvSpPr>
          <p:spPr>
            <a:xfrm>
              <a:off x="2880" y="1968"/>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922" name="Google Shape;922;p34"/>
            <p:cNvSpPr/>
            <p:nvPr/>
          </p:nvSpPr>
          <p:spPr>
            <a:xfrm>
              <a:off x="3072" y="1968"/>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923" name="Google Shape;923;p34"/>
            <p:cNvSpPr/>
            <p:nvPr/>
          </p:nvSpPr>
          <p:spPr>
            <a:xfrm>
              <a:off x="3264" y="1968"/>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924" name="Google Shape;924;p34"/>
            <p:cNvSpPr/>
            <p:nvPr/>
          </p:nvSpPr>
          <p:spPr>
            <a:xfrm>
              <a:off x="3456" y="1968"/>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925" name="Google Shape;925;p34"/>
            <p:cNvSpPr/>
            <p:nvPr/>
          </p:nvSpPr>
          <p:spPr>
            <a:xfrm>
              <a:off x="2112" y="2160"/>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926" name="Google Shape;926;p34"/>
            <p:cNvSpPr/>
            <p:nvPr/>
          </p:nvSpPr>
          <p:spPr>
            <a:xfrm>
              <a:off x="2304" y="2160"/>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927" name="Google Shape;927;p34"/>
            <p:cNvSpPr/>
            <p:nvPr/>
          </p:nvSpPr>
          <p:spPr>
            <a:xfrm>
              <a:off x="2496" y="2160"/>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928" name="Google Shape;928;p34"/>
            <p:cNvSpPr/>
            <p:nvPr/>
          </p:nvSpPr>
          <p:spPr>
            <a:xfrm>
              <a:off x="2688" y="2160"/>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929" name="Google Shape;929;p34"/>
            <p:cNvSpPr/>
            <p:nvPr/>
          </p:nvSpPr>
          <p:spPr>
            <a:xfrm>
              <a:off x="2880" y="2160"/>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930" name="Google Shape;930;p34"/>
            <p:cNvSpPr/>
            <p:nvPr/>
          </p:nvSpPr>
          <p:spPr>
            <a:xfrm>
              <a:off x="3072" y="2160"/>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931" name="Google Shape;931;p34"/>
            <p:cNvSpPr/>
            <p:nvPr/>
          </p:nvSpPr>
          <p:spPr>
            <a:xfrm>
              <a:off x="3264" y="2160"/>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932" name="Google Shape;932;p34"/>
            <p:cNvSpPr/>
            <p:nvPr/>
          </p:nvSpPr>
          <p:spPr>
            <a:xfrm>
              <a:off x="3456" y="2160"/>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933" name="Google Shape;933;p34"/>
            <p:cNvSpPr/>
            <p:nvPr/>
          </p:nvSpPr>
          <p:spPr>
            <a:xfrm>
              <a:off x="2112" y="2352"/>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934" name="Google Shape;934;p34"/>
            <p:cNvSpPr/>
            <p:nvPr/>
          </p:nvSpPr>
          <p:spPr>
            <a:xfrm>
              <a:off x="2304" y="2352"/>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935" name="Google Shape;935;p34"/>
            <p:cNvSpPr/>
            <p:nvPr/>
          </p:nvSpPr>
          <p:spPr>
            <a:xfrm>
              <a:off x="2496" y="2352"/>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1</a:t>
              </a:r>
              <a:endParaRPr/>
            </a:p>
          </p:txBody>
        </p:sp>
        <p:sp>
          <p:nvSpPr>
            <p:cNvPr id="936" name="Google Shape;936;p34"/>
            <p:cNvSpPr/>
            <p:nvPr/>
          </p:nvSpPr>
          <p:spPr>
            <a:xfrm>
              <a:off x="2688" y="2352"/>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937" name="Google Shape;937;p34"/>
            <p:cNvSpPr/>
            <p:nvPr/>
          </p:nvSpPr>
          <p:spPr>
            <a:xfrm>
              <a:off x="2880" y="2352"/>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938" name="Google Shape;938;p34"/>
            <p:cNvSpPr/>
            <p:nvPr/>
          </p:nvSpPr>
          <p:spPr>
            <a:xfrm>
              <a:off x="3072" y="2352"/>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939" name="Google Shape;939;p34"/>
            <p:cNvSpPr/>
            <p:nvPr/>
          </p:nvSpPr>
          <p:spPr>
            <a:xfrm>
              <a:off x="2112" y="2544"/>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940" name="Google Shape;940;p34"/>
            <p:cNvSpPr/>
            <p:nvPr/>
          </p:nvSpPr>
          <p:spPr>
            <a:xfrm>
              <a:off x="2304" y="2544"/>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2</a:t>
              </a:r>
              <a:endParaRPr/>
            </a:p>
          </p:txBody>
        </p:sp>
        <p:sp>
          <p:nvSpPr>
            <p:cNvPr id="941" name="Google Shape;941;p34"/>
            <p:cNvSpPr/>
            <p:nvPr/>
          </p:nvSpPr>
          <p:spPr>
            <a:xfrm>
              <a:off x="2496" y="2544"/>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942" name="Google Shape;942;p34"/>
            <p:cNvSpPr/>
            <p:nvPr/>
          </p:nvSpPr>
          <p:spPr>
            <a:xfrm>
              <a:off x="2688" y="2544"/>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3</a:t>
              </a:r>
              <a:endParaRPr/>
            </a:p>
          </p:txBody>
        </p:sp>
        <p:sp>
          <p:nvSpPr>
            <p:cNvPr id="943" name="Google Shape;943;p34"/>
            <p:cNvSpPr/>
            <p:nvPr/>
          </p:nvSpPr>
          <p:spPr>
            <a:xfrm>
              <a:off x="2880" y="2544"/>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944" name="Google Shape;944;p34"/>
            <p:cNvSpPr/>
            <p:nvPr/>
          </p:nvSpPr>
          <p:spPr>
            <a:xfrm>
              <a:off x="2112" y="2736"/>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945" name="Google Shape;945;p34"/>
            <p:cNvSpPr/>
            <p:nvPr/>
          </p:nvSpPr>
          <p:spPr>
            <a:xfrm>
              <a:off x="2304" y="2736"/>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946" name="Google Shape;946;p34"/>
            <p:cNvSpPr/>
            <p:nvPr/>
          </p:nvSpPr>
          <p:spPr>
            <a:xfrm>
              <a:off x="2496" y="2736"/>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947" name="Google Shape;947;p34"/>
            <p:cNvSpPr/>
            <p:nvPr/>
          </p:nvSpPr>
          <p:spPr>
            <a:xfrm>
              <a:off x="2688" y="2736"/>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948" name="Google Shape;948;p34"/>
            <p:cNvSpPr/>
            <p:nvPr/>
          </p:nvSpPr>
          <p:spPr>
            <a:xfrm>
              <a:off x="2880" y="2736"/>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grpSp>
      <p:sp>
        <p:nvSpPr>
          <p:cNvPr id="949" name="Google Shape;949;p34"/>
          <p:cNvSpPr txBox="1"/>
          <p:nvPr/>
        </p:nvSpPr>
        <p:spPr>
          <a:xfrm>
            <a:off x="342900" y="228600"/>
            <a:ext cx="8458200" cy="1066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3333CC"/>
                </a:solidFill>
                <a:latin typeface="Arial"/>
                <a:ea typeface="Arial"/>
                <a:cs typeface="Arial"/>
                <a:sym typeface="Arial"/>
              </a:rPr>
              <a:t>Boundary Fill Algorithm</a:t>
            </a:r>
            <a:endParaRPr/>
          </a:p>
          <a:p>
            <a:pPr indent="0" lvl="0" marL="0" marR="0" rtl="0" algn="l">
              <a:spcBef>
                <a:spcPts val="0"/>
              </a:spcBef>
              <a:spcAft>
                <a:spcPts val="0"/>
              </a:spcAft>
              <a:buNone/>
            </a:pPr>
            <a:r>
              <a:rPr b="1" lang="en-US" sz="2800">
                <a:solidFill>
                  <a:srgbClr val="FF0000"/>
                </a:solidFill>
                <a:latin typeface="Arial"/>
                <a:ea typeface="Arial"/>
                <a:cs typeface="Arial"/>
                <a:sym typeface="Arial"/>
              </a:rPr>
              <a:t>4-connected (Example)</a:t>
            </a:r>
            <a:r>
              <a:rPr b="1" lang="en-US" sz="3200">
                <a:solidFill>
                  <a:srgbClr val="3333CC"/>
                </a:solidFill>
                <a:latin typeface="Arial"/>
                <a:ea typeface="Arial"/>
                <a:cs typeface="Arial"/>
                <a:sym typeface="Arial"/>
              </a:rPr>
              <a:t> </a:t>
            </a:r>
            <a:r>
              <a:rPr lang="en-US" sz="2800">
                <a:solidFill>
                  <a:srgbClr val="000000"/>
                </a:solidFill>
                <a:latin typeface="Arial"/>
                <a:ea typeface="Arial"/>
                <a:cs typeface="Arial"/>
                <a:sym typeface="Arial"/>
              </a:rPr>
              <a:t>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3" name="Shape 953"/>
        <p:cNvGrpSpPr/>
        <p:nvPr/>
      </p:nvGrpSpPr>
      <p:grpSpPr>
        <a:xfrm>
          <a:off x="0" y="0"/>
          <a:ext cx="0" cy="0"/>
          <a:chOff x="0" y="0"/>
          <a:chExt cx="0" cy="0"/>
        </a:xfrm>
      </p:grpSpPr>
      <p:sp>
        <p:nvSpPr>
          <p:cNvPr id="954" name="Google Shape;954;p35"/>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1" lang="en-US" sz="2400">
                <a:solidFill>
                  <a:srgbClr val="CC3300"/>
                </a:solidFill>
                <a:latin typeface="Tahoma"/>
                <a:ea typeface="Tahoma"/>
                <a:cs typeface="Tahoma"/>
                <a:sym typeface="Tahoma"/>
              </a:rPr>
              <a:t>‹#›</a:t>
            </a:fld>
            <a:endParaRPr b="1" sz="2400">
              <a:solidFill>
                <a:srgbClr val="CC3300"/>
              </a:solidFill>
              <a:latin typeface="Tahoma"/>
              <a:ea typeface="Tahoma"/>
              <a:cs typeface="Tahoma"/>
              <a:sym typeface="Tahoma"/>
            </a:endParaRPr>
          </a:p>
        </p:txBody>
      </p:sp>
      <p:grpSp>
        <p:nvGrpSpPr>
          <p:cNvPr id="955" name="Google Shape;955;p35"/>
          <p:cNvGrpSpPr/>
          <p:nvPr/>
        </p:nvGrpSpPr>
        <p:grpSpPr>
          <a:xfrm>
            <a:off x="3656013" y="1827213"/>
            <a:ext cx="2408237" cy="2103437"/>
            <a:chOff x="2131" y="1584"/>
            <a:chExt cx="1517" cy="1325"/>
          </a:xfrm>
        </p:grpSpPr>
        <p:sp>
          <p:nvSpPr>
            <p:cNvPr id="956" name="Google Shape;956;p35"/>
            <p:cNvSpPr/>
            <p:nvPr/>
          </p:nvSpPr>
          <p:spPr>
            <a:xfrm>
              <a:off x="2707" y="1584"/>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957" name="Google Shape;957;p35"/>
            <p:cNvSpPr/>
            <p:nvPr/>
          </p:nvSpPr>
          <p:spPr>
            <a:xfrm>
              <a:off x="2899" y="1584"/>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958" name="Google Shape;958;p35"/>
            <p:cNvSpPr/>
            <p:nvPr/>
          </p:nvSpPr>
          <p:spPr>
            <a:xfrm>
              <a:off x="3091" y="1584"/>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959" name="Google Shape;959;p35"/>
            <p:cNvSpPr/>
            <p:nvPr/>
          </p:nvSpPr>
          <p:spPr>
            <a:xfrm>
              <a:off x="3283" y="1584"/>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960" name="Google Shape;960;p35"/>
            <p:cNvSpPr/>
            <p:nvPr/>
          </p:nvSpPr>
          <p:spPr>
            <a:xfrm>
              <a:off x="3475" y="1584"/>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961" name="Google Shape;961;p35"/>
            <p:cNvSpPr/>
            <p:nvPr/>
          </p:nvSpPr>
          <p:spPr>
            <a:xfrm>
              <a:off x="2707" y="1776"/>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962" name="Google Shape;962;p35"/>
            <p:cNvSpPr/>
            <p:nvPr/>
          </p:nvSpPr>
          <p:spPr>
            <a:xfrm>
              <a:off x="2899" y="1776"/>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963" name="Google Shape;963;p35"/>
            <p:cNvSpPr/>
            <p:nvPr/>
          </p:nvSpPr>
          <p:spPr>
            <a:xfrm>
              <a:off x="3091" y="1776"/>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964" name="Google Shape;964;p35"/>
            <p:cNvSpPr/>
            <p:nvPr/>
          </p:nvSpPr>
          <p:spPr>
            <a:xfrm>
              <a:off x="3283" y="1776"/>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965" name="Google Shape;965;p35"/>
            <p:cNvSpPr/>
            <p:nvPr/>
          </p:nvSpPr>
          <p:spPr>
            <a:xfrm>
              <a:off x="3475" y="1776"/>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966" name="Google Shape;966;p35"/>
            <p:cNvSpPr/>
            <p:nvPr/>
          </p:nvSpPr>
          <p:spPr>
            <a:xfrm>
              <a:off x="2707" y="1968"/>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967" name="Google Shape;967;p35"/>
            <p:cNvSpPr/>
            <p:nvPr/>
          </p:nvSpPr>
          <p:spPr>
            <a:xfrm>
              <a:off x="2899" y="1968"/>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968" name="Google Shape;968;p35"/>
            <p:cNvSpPr/>
            <p:nvPr/>
          </p:nvSpPr>
          <p:spPr>
            <a:xfrm>
              <a:off x="3091" y="1968"/>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969" name="Google Shape;969;p35"/>
            <p:cNvSpPr/>
            <p:nvPr/>
          </p:nvSpPr>
          <p:spPr>
            <a:xfrm>
              <a:off x="3283" y="1968"/>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970" name="Google Shape;970;p35"/>
            <p:cNvSpPr/>
            <p:nvPr/>
          </p:nvSpPr>
          <p:spPr>
            <a:xfrm>
              <a:off x="3475" y="1968"/>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971" name="Google Shape;971;p35"/>
            <p:cNvSpPr/>
            <p:nvPr/>
          </p:nvSpPr>
          <p:spPr>
            <a:xfrm>
              <a:off x="2131" y="2160"/>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972" name="Google Shape;972;p35"/>
            <p:cNvSpPr/>
            <p:nvPr/>
          </p:nvSpPr>
          <p:spPr>
            <a:xfrm>
              <a:off x="2323" y="2160"/>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973" name="Google Shape;973;p35"/>
            <p:cNvSpPr/>
            <p:nvPr/>
          </p:nvSpPr>
          <p:spPr>
            <a:xfrm>
              <a:off x="2515" y="2160"/>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974" name="Google Shape;974;p35"/>
            <p:cNvSpPr/>
            <p:nvPr/>
          </p:nvSpPr>
          <p:spPr>
            <a:xfrm>
              <a:off x="2707" y="2160"/>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975" name="Google Shape;975;p35"/>
            <p:cNvSpPr/>
            <p:nvPr/>
          </p:nvSpPr>
          <p:spPr>
            <a:xfrm>
              <a:off x="2899" y="2160"/>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976" name="Google Shape;976;p35"/>
            <p:cNvSpPr/>
            <p:nvPr/>
          </p:nvSpPr>
          <p:spPr>
            <a:xfrm>
              <a:off x="3091" y="2160"/>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977" name="Google Shape;977;p35"/>
            <p:cNvSpPr/>
            <p:nvPr/>
          </p:nvSpPr>
          <p:spPr>
            <a:xfrm>
              <a:off x="3283" y="2160"/>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978" name="Google Shape;978;p35"/>
            <p:cNvSpPr/>
            <p:nvPr/>
          </p:nvSpPr>
          <p:spPr>
            <a:xfrm>
              <a:off x="3475" y="2160"/>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979" name="Google Shape;979;p35"/>
            <p:cNvSpPr/>
            <p:nvPr/>
          </p:nvSpPr>
          <p:spPr>
            <a:xfrm>
              <a:off x="2131" y="2352"/>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980" name="Google Shape;980;p35"/>
            <p:cNvSpPr/>
            <p:nvPr/>
          </p:nvSpPr>
          <p:spPr>
            <a:xfrm>
              <a:off x="2323" y="2352"/>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981" name="Google Shape;981;p35"/>
            <p:cNvSpPr/>
            <p:nvPr/>
          </p:nvSpPr>
          <p:spPr>
            <a:xfrm>
              <a:off x="2515" y="2352"/>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1</a:t>
              </a:r>
              <a:endParaRPr/>
            </a:p>
          </p:txBody>
        </p:sp>
        <p:sp>
          <p:nvSpPr>
            <p:cNvPr id="982" name="Google Shape;982;p35"/>
            <p:cNvSpPr/>
            <p:nvPr/>
          </p:nvSpPr>
          <p:spPr>
            <a:xfrm>
              <a:off x="2707" y="2352"/>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4</a:t>
              </a:r>
              <a:endParaRPr/>
            </a:p>
          </p:txBody>
        </p:sp>
        <p:sp>
          <p:nvSpPr>
            <p:cNvPr id="983" name="Google Shape;983;p35"/>
            <p:cNvSpPr/>
            <p:nvPr/>
          </p:nvSpPr>
          <p:spPr>
            <a:xfrm>
              <a:off x="2899" y="2352"/>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984" name="Google Shape;984;p35"/>
            <p:cNvSpPr/>
            <p:nvPr/>
          </p:nvSpPr>
          <p:spPr>
            <a:xfrm>
              <a:off x="3091" y="2352"/>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985" name="Google Shape;985;p35"/>
            <p:cNvSpPr/>
            <p:nvPr/>
          </p:nvSpPr>
          <p:spPr>
            <a:xfrm>
              <a:off x="2131" y="2544"/>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986" name="Google Shape;986;p35"/>
            <p:cNvSpPr/>
            <p:nvPr/>
          </p:nvSpPr>
          <p:spPr>
            <a:xfrm>
              <a:off x="2323" y="2544"/>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2</a:t>
              </a:r>
              <a:endParaRPr/>
            </a:p>
          </p:txBody>
        </p:sp>
        <p:sp>
          <p:nvSpPr>
            <p:cNvPr id="987" name="Google Shape;987;p35"/>
            <p:cNvSpPr/>
            <p:nvPr/>
          </p:nvSpPr>
          <p:spPr>
            <a:xfrm>
              <a:off x="2515" y="2544"/>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988" name="Google Shape;988;p35"/>
            <p:cNvSpPr/>
            <p:nvPr/>
          </p:nvSpPr>
          <p:spPr>
            <a:xfrm>
              <a:off x="2707" y="2544"/>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989" name="Google Shape;989;p35"/>
            <p:cNvSpPr/>
            <p:nvPr/>
          </p:nvSpPr>
          <p:spPr>
            <a:xfrm>
              <a:off x="2899" y="2544"/>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990" name="Google Shape;990;p35"/>
            <p:cNvSpPr/>
            <p:nvPr/>
          </p:nvSpPr>
          <p:spPr>
            <a:xfrm>
              <a:off x="2131" y="2736"/>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991" name="Google Shape;991;p35"/>
            <p:cNvSpPr/>
            <p:nvPr/>
          </p:nvSpPr>
          <p:spPr>
            <a:xfrm>
              <a:off x="2323" y="2736"/>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992" name="Google Shape;992;p35"/>
            <p:cNvSpPr/>
            <p:nvPr/>
          </p:nvSpPr>
          <p:spPr>
            <a:xfrm>
              <a:off x="2515" y="2736"/>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993" name="Google Shape;993;p35"/>
            <p:cNvSpPr/>
            <p:nvPr/>
          </p:nvSpPr>
          <p:spPr>
            <a:xfrm>
              <a:off x="2707" y="2736"/>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994" name="Google Shape;994;p35"/>
            <p:cNvSpPr/>
            <p:nvPr/>
          </p:nvSpPr>
          <p:spPr>
            <a:xfrm>
              <a:off x="2899" y="2736"/>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grpSp>
      <p:graphicFrame>
        <p:nvGraphicFramePr>
          <p:cNvPr id="995" name="Google Shape;995;p35"/>
          <p:cNvGraphicFramePr/>
          <p:nvPr/>
        </p:nvGraphicFramePr>
        <p:xfrm>
          <a:off x="6400800" y="1609725"/>
          <a:ext cx="3000000" cy="3000000"/>
        </p:xfrm>
        <a:graphic>
          <a:graphicData uri="http://schemas.openxmlformats.org/drawingml/2006/table">
            <a:tbl>
              <a:tblPr>
                <a:noFill/>
                <a:tableStyleId>{FD1CA7B9-0ED0-4342-BBFB-D95BC0C4817D}</a:tableStyleId>
              </a:tblPr>
              <a:tblGrid>
                <a:gridCol w="304800"/>
              </a:tblGrid>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4</a:t>
                      </a:r>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2</a:t>
                      </a:r>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1</a:t>
                      </a:r>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996" name="Google Shape;996;p35"/>
          <p:cNvSpPr txBox="1"/>
          <p:nvPr/>
        </p:nvSpPr>
        <p:spPr>
          <a:xfrm>
            <a:off x="342900" y="228600"/>
            <a:ext cx="8458200" cy="1066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3333CC"/>
                </a:solidFill>
                <a:latin typeface="Arial"/>
                <a:ea typeface="Arial"/>
                <a:cs typeface="Arial"/>
                <a:sym typeface="Arial"/>
              </a:rPr>
              <a:t>Boundary Fill Algorithm</a:t>
            </a:r>
            <a:endParaRPr/>
          </a:p>
          <a:p>
            <a:pPr indent="0" lvl="0" marL="0" marR="0" rtl="0" algn="l">
              <a:spcBef>
                <a:spcPts val="0"/>
              </a:spcBef>
              <a:spcAft>
                <a:spcPts val="0"/>
              </a:spcAft>
              <a:buNone/>
            </a:pPr>
            <a:r>
              <a:rPr b="1" lang="en-US" sz="2800">
                <a:solidFill>
                  <a:srgbClr val="FF0000"/>
                </a:solidFill>
                <a:latin typeface="Arial"/>
                <a:ea typeface="Arial"/>
                <a:cs typeface="Arial"/>
                <a:sym typeface="Arial"/>
              </a:rPr>
              <a:t>4-connected (Example)</a:t>
            </a:r>
            <a:r>
              <a:rPr b="1" lang="en-US" sz="3200">
                <a:solidFill>
                  <a:srgbClr val="3333CC"/>
                </a:solidFill>
                <a:latin typeface="Arial"/>
                <a:ea typeface="Arial"/>
                <a:cs typeface="Arial"/>
                <a:sym typeface="Arial"/>
              </a:rPr>
              <a:t> </a:t>
            </a:r>
            <a:r>
              <a:rPr lang="en-US" sz="2800">
                <a:solidFill>
                  <a:srgbClr val="000000"/>
                </a:solidFill>
                <a:latin typeface="Arial"/>
                <a:ea typeface="Arial"/>
                <a:cs typeface="Arial"/>
                <a:sym typeface="Arial"/>
              </a:rPr>
              <a:t>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0" name="Shape 1000"/>
        <p:cNvGrpSpPr/>
        <p:nvPr/>
      </p:nvGrpSpPr>
      <p:grpSpPr>
        <a:xfrm>
          <a:off x="0" y="0"/>
          <a:ext cx="0" cy="0"/>
          <a:chOff x="0" y="0"/>
          <a:chExt cx="0" cy="0"/>
        </a:xfrm>
      </p:grpSpPr>
      <p:sp>
        <p:nvSpPr>
          <p:cNvPr id="1001" name="Google Shape;1001;p36"/>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1" lang="en-US" sz="2400">
                <a:solidFill>
                  <a:srgbClr val="CC3300"/>
                </a:solidFill>
                <a:latin typeface="Tahoma"/>
                <a:ea typeface="Tahoma"/>
                <a:cs typeface="Tahoma"/>
                <a:sym typeface="Tahoma"/>
              </a:rPr>
              <a:t>‹#›</a:t>
            </a:fld>
            <a:endParaRPr b="1" sz="2400">
              <a:solidFill>
                <a:srgbClr val="CC3300"/>
              </a:solidFill>
              <a:latin typeface="Tahoma"/>
              <a:ea typeface="Tahoma"/>
              <a:cs typeface="Tahoma"/>
              <a:sym typeface="Tahoma"/>
            </a:endParaRPr>
          </a:p>
        </p:txBody>
      </p:sp>
      <p:grpSp>
        <p:nvGrpSpPr>
          <p:cNvPr id="1002" name="Google Shape;1002;p36"/>
          <p:cNvGrpSpPr/>
          <p:nvPr/>
        </p:nvGrpSpPr>
        <p:grpSpPr>
          <a:xfrm>
            <a:off x="3656013" y="1827213"/>
            <a:ext cx="2408237" cy="2103437"/>
            <a:chOff x="2025" y="1392"/>
            <a:chExt cx="1517" cy="1325"/>
          </a:xfrm>
        </p:grpSpPr>
        <p:sp>
          <p:nvSpPr>
            <p:cNvPr id="1003" name="Google Shape;1003;p36"/>
            <p:cNvSpPr/>
            <p:nvPr/>
          </p:nvSpPr>
          <p:spPr>
            <a:xfrm>
              <a:off x="2601" y="1392"/>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004" name="Google Shape;1004;p36"/>
            <p:cNvSpPr/>
            <p:nvPr/>
          </p:nvSpPr>
          <p:spPr>
            <a:xfrm>
              <a:off x="2793" y="1392"/>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005" name="Google Shape;1005;p36"/>
            <p:cNvSpPr/>
            <p:nvPr/>
          </p:nvSpPr>
          <p:spPr>
            <a:xfrm>
              <a:off x="2985" y="1392"/>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006" name="Google Shape;1006;p36"/>
            <p:cNvSpPr/>
            <p:nvPr/>
          </p:nvSpPr>
          <p:spPr>
            <a:xfrm>
              <a:off x="3177" y="1392"/>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007" name="Google Shape;1007;p36"/>
            <p:cNvSpPr/>
            <p:nvPr/>
          </p:nvSpPr>
          <p:spPr>
            <a:xfrm>
              <a:off x="3369" y="1392"/>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008" name="Google Shape;1008;p36"/>
            <p:cNvSpPr/>
            <p:nvPr/>
          </p:nvSpPr>
          <p:spPr>
            <a:xfrm>
              <a:off x="2601" y="1584"/>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009" name="Google Shape;1009;p36"/>
            <p:cNvSpPr/>
            <p:nvPr/>
          </p:nvSpPr>
          <p:spPr>
            <a:xfrm>
              <a:off x="2793" y="1584"/>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010" name="Google Shape;1010;p36"/>
            <p:cNvSpPr/>
            <p:nvPr/>
          </p:nvSpPr>
          <p:spPr>
            <a:xfrm>
              <a:off x="2985" y="1584"/>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011" name="Google Shape;1011;p36"/>
            <p:cNvSpPr/>
            <p:nvPr/>
          </p:nvSpPr>
          <p:spPr>
            <a:xfrm>
              <a:off x="3177" y="1584"/>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012" name="Google Shape;1012;p36"/>
            <p:cNvSpPr/>
            <p:nvPr/>
          </p:nvSpPr>
          <p:spPr>
            <a:xfrm>
              <a:off x="3369" y="1584"/>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013" name="Google Shape;1013;p36"/>
            <p:cNvSpPr/>
            <p:nvPr/>
          </p:nvSpPr>
          <p:spPr>
            <a:xfrm>
              <a:off x="2601" y="1776"/>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014" name="Google Shape;1014;p36"/>
            <p:cNvSpPr/>
            <p:nvPr/>
          </p:nvSpPr>
          <p:spPr>
            <a:xfrm>
              <a:off x="2793" y="1776"/>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015" name="Google Shape;1015;p36"/>
            <p:cNvSpPr/>
            <p:nvPr/>
          </p:nvSpPr>
          <p:spPr>
            <a:xfrm>
              <a:off x="2985" y="1776"/>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016" name="Google Shape;1016;p36"/>
            <p:cNvSpPr/>
            <p:nvPr/>
          </p:nvSpPr>
          <p:spPr>
            <a:xfrm>
              <a:off x="3177" y="1776"/>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017" name="Google Shape;1017;p36"/>
            <p:cNvSpPr/>
            <p:nvPr/>
          </p:nvSpPr>
          <p:spPr>
            <a:xfrm>
              <a:off x="3369" y="1776"/>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018" name="Google Shape;1018;p36"/>
            <p:cNvSpPr/>
            <p:nvPr/>
          </p:nvSpPr>
          <p:spPr>
            <a:xfrm>
              <a:off x="2025" y="1968"/>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019" name="Google Shape;1019;p36"/>
            <p:cNvSpPr/>
            <p:nvPr/>
          </p:nvSpPr>
          <p:spPr>
            <a:xfrm>
              <a:off x="2217" y="1968"/>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020" name="Google Shape;1020;p36"/>
            <p:cNvSpPr/>
            <p:nvPr/>
          </p:nvSpPr>
          <p:spPr>
            <a:xfrm>
              <a:off x="2409" y="1968"/>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021" name="Google Shape;1021;p36"/>
            <p:cNvSpPr/>
            <p:nvPr/>
          </p:nvSpPr>
          <p:spPr>
            <a:xfrm>
              <a:off x="2601" y="1968"/>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022" name="Google Shape;1022;p36"/>
            <p:cNvSpPr/>
            <p:nvPr/>
          </p:nvSpPr>
          <p:spPr>
            <a:xfrm>
              <a:off x="2793" y="1968"/>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023" name="Google Shape;1023;p36"/>
            <p:cNvSpPr/>
            <p:nvPr/>
          </p:nvSpPr>
          <p:spPr>
            <a:xfrm>
              <a:off x="2985" y="1968"/>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024" name="Google Shape;1024;p36"/>
            <p:cNvSpPr/>
            <p:nvPr/>
          </p:nvSpPr>
          <p:spPr>
            <a:xfrm>
              <a:off x="3177" y="1968"/>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025" name="Google Shape;1025;p36"/>
            <p:cNvSpPr/>
            <p:nvPr/>
          </p:nvSpPr>
          <p:spPr>
            <a:xfrm>
              <a:off x="3369" y="1968"/>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026" name="Google Shape;1026;p36"/>
            <p:cNvSpPr/>
            <p:nvPr/>
          </p:nvSpPr>
          <p:spPr>
            <a:xfrm>
              <a:off x="2025" y="2160"/>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027" name="Google Shape;1027;p36"/>
            <p:cNvSpPr/>
            <p:nvPr/>
          </p:nvSpPr>
          <p:spPr>
            <a:xfrm>
              <a:off x="2217" y="2160"/>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028" name="Google Shape;1028;p36"/>
            <p:cNvSpPr/>
            <p:nvPr/>
          </p:nvSpPr>
          <p:spPr>
            <a:xfrm>
              <a:off x="2409" y="2160"/>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1</a:t>
              </a:r>
              <a:endParaRPr/>
            </a:p>
          </p:txBody>
        </p:sp>
        <p:sp>
          <p:nvSpPr>
            <p:cNvPr id="1029" name="Google Shape;1029;p36"/>
            <p:cNvSpPr/>
            <p:nvPr/>
          </p:nvSpPr>
          <p:spPr>
            <a:xfrm>
              <a:off x="2601" y="2160"/>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030" name="Google Shape;1030;p36"/>
            <p:cNvSpPr/>
            <p:nvPr/>
          </p:nvSpPr>
          <p:spPr>
            <a:xfrm>
              <a:off x="2793" y="2160"/>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031" name="Google Shape;1031;p36"/>
            <p:cNvSpPr/>
            <p:nvPr/>
          </p:nvSpPr>
          <p:spPr>
            <a:xfrm>
              <a:off x="2985" y="2160"/>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032" name="Google Shape;1032;p36"/>
            <p:cNvSpPr/>
            <p:nvPr/>
          </p:nvSpPr>
          <p:spPr>
            <a:xfrm>
              <a:off x="2025" y="2352"/>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033" name="Google Shape;1033;p36"/>
            <p:cNvSpPr/>
            <p:nvPr/>
          </p:nvSpPr>
          <p:spPr>
            <a:xfrm>
              <a:off x="2217" y="2352"/>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2</a:t>
              </a:r>
              <a:endParaRPr/>
            </a:p>
          </p:txBody>
        </p:sp>
        <p:sp>
          <p:nvSpPr>
            <p:cNvPr id="1034" name="Google Shape;1034;p36"/>
            <p:cNvSpPr/>
            <p:nvPr/>
          </p:nvSpPr>
          <p:spPr>
            <a:xfrm>
              <a:off x="2409" y="2352"/>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035" name="Google Shape;1035;p36"/>
            <p:cNvSpPr/>
            <p:nvPr/>
          </p:nvSpPr>
          <p:spPr>
            <a:xfrm>
              <a:off x="2601" y="2352"/>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036" name="Google Shape;1036;p36"/>
            <p:cNvSpPr/>
            <p:nvPr/>
          </p:nvSpPr>
          <p:spPr>
            <a:xfrm>
              <a:off x="2793" y="2352"/>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037" name="Google Shape;1037;p36"/>
            <p:cNvSpPr/>
            <p:nvPr/>
          </p:nvSpPr>
          <p:spPr>
            <a:xfrm>
              <a:off x="2025" y="2544"/>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038" name="Google Shape;1038;p36"/>
            <p:cNvSpPr/>
            <p:nvPr/>
          </p:nvSpPr>
          <p:spPr>
            <a:xfrm>
              <a:off x="2217" y="2544"/>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039" name="Google Shape;1039;p36"/>
            <p:cNvSpPr/>
            <p:nvPr/>
          </p:nvSpPr>
          <p:spPr>
            <a:xfrm>
              <a:off x="2409" y="2544"/>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040" name="Google Shape;1040;p36"/>
            <p:cNvSpPr/>
            <p:nvPr/>
          </p:nvSpPr>
          <p:spPr>
            <a:xfrm>
              <a:off x="2601" y="2544"/>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041" name="Google Shape;1041;p36"/>
            <p:cNvSpPr/>
            <p:nvPr/>
          </p:nvSpPr>
          <p:spPr>
            <a:xfrm>
              <a:off x="2793" y="2544"/>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grpSp>
      <p:graphicFrame>
        <p:nvGraphicFramePr>
          <p:cNvPr id="1042" name="Google Shape;1042;p36"/>
          <p:cNvGraphicFramePr/>
          <p:nvPr/>
        </p:nvGraphicFramePr>
        <p:xfrm>
          <a:off x="6400800" y="1609725"/>
          <a:ext cx="3000000" cy="3000000"/>
        </p:xfrm>
        <a:graphic>
          <a:graphicData uri="http://schemas.openxmlformats.org/drawingml/2006/table">
            <a:tbl>
              <a:tblPr>
                <a:noFill/>
                <a:tableStyleId>{FD1CA7B9-0ED0-4342-BBFB-D95BC0C4817D}</a:tableStyleId>
              </a:tblPr>
              <a:tblGrid>
                <a:gridCol w="304800"/>
              </a:tblGrid>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2</a:t>
                      </a:r>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1</a:t>
                      </a:r>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1043" name="Google Shape;1043;p36"/>
          <p:cNvSpPr txBox="1"/>
          <p:nvPr/>
        </p:nvSpPr>
        <p:spPr>
          <a:xfrm>
            <a:off x="342900" y="228600"/>
            <a:ext cx="8458200" cy="1066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3333CC"/>
                </a:solidFill>
                <a:latin typeface="Arial"/>
                <a:ea typeface="Arial"/>
                <a:cs typeface="Arial"/>
                <a:sym typeface="Arial"/>
              </a:rPr>
              <a:t>Boundary Fill Algorithm</a:t>
            </a:r>
            <a:endParaRPr/>
          </a:p>
          <a:p>
            <a:pPr indent="0" lvl="0" marL="0" marR="0" rtl="0" algn="l">
              <a:spcBef>
                <a:spcPts val="0"/>
              </a:spcBef>
              <a:spcAft>
                <a:spcPts val="0"/>
              </a:spcAft>
              <a:buNone/>
            </a:pPr>
            <a:r>
              <a:rPr b="1" lang="en-US" sz="2800">
                <a:solidFill>
                  <a:srgbClr val="FF0000"/>
                </a:solidFill>
                <a:latin typeface="Arial"/>
                <a:ea typeface="Arial"/>
                <a:cs typeface="Arial"/>
                <a:sym typeface="Arial"/>
              </a:rPr>
              <a:t>4-connected (Example)</a:t>
            </a:r>
            <a:r>
              <a:rPr b="1" lang="en-US" sz="3200">
                <a:solidFill>
                  <a:srgbClr val="3333CC"/>
                </a:solidFill>
                <a:latin typeface="Arial"/>
                <a:ea typeface="Arial"/>
                <a:cs typeface="Arial"/>
                <a:sym typeface="Arial"/>
              </a:rPr>
              <a:t> </a:t>
            </a:r>
            <a:r>
              <a:rPr lang="en-US" sz="2800">
                <a:solidFill>
                  <a:srgbClr val="000000"/>
                </a:solidFill>
                <a:latin typeface="Arial"/>
                <a:ea typeface="Arial"/>
                <a:cs typeface="Arial"/>
                <a:sym typeface="Arial"/>
              </a:rPr>
              <a:t>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7" name="Shape 1047"/>
        <p:cNvGrpSpPr/>
        <p:nvPr/>
      </p:nvGrpSpPr>
      <p:grpSpPr>
        <a:xfrm>
          <a:off x="0" y="0"/>
          <a:ext cx="0" cy="0"/>
          <a:chOff x="0" y="0"/>
          <a:chExt cx="0" cy="0"/>
        </a:xfrm>
      </p:grpSpPr>
      <p:sp>
        <p:nvSpPr>
          <p:cNvPr id="1048" name="Google Shape;1048;p37"/>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1" lang="en-US" sz="2400">
                <a:solidFill>
                  <a:srgbClr val="CC3300"/>
                </a:solidFill>
                <a:latin typeface="Tahoma"/>
                <a:ea typeface="Tahoma"/>
                <a:cs typeface="Tahoma"/>
                <a:sym typeface="Tahoma"/>
              </a:rPr>
              <a:t>‹#›</a:t>
            </a:fld>
            <a:endParaRPr b="1" sz="2400">
              <a:solidFill>
                <a:srgbClr val="CC3300"/>
              </a:solidFill>
              <a:latin typeface="Tahoma"/>
              <a:ea typeface="Tahoma"/>
              <a:cs typeface="Tahoma"/>
              <a:sym typeface="Tahoma"/>
            </a:endParaRPr>
          </a:p>
        </p:txBody>
      </p:sp>
      <p:grpSp>
        <p:nvGrpSpPr>
          <p:cNvPr id="1049" name="Google Shape;1049;p37"/>
          <p:cNvGrpSpPr/>
          <p:nvPr/>
        </p:nvGrpSpPr>
        <p:grpSpPr>
          <a:xfrm>
            <a:off x="3656013" y="1827213"/>
            <a:ext cx="2408237" cy="2103437"/>
            <a:chOff x="1939" y="1497"/>
            <a:chExt cx="1517" cy="1325"/>
          </a:xfrm>
        </p:grpSpPr>
        <p:sp>
          <p:nvSpPr>
            <p:cNvPr id="1050" name="Google Shape;1050;p37"/>
            <p:cNvSpPr/>
            <p:nvPr/>
          </p:nvSpPr>
          <p:spPr>
            <a:xfrm>
              <a:off x="2515" y="149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051" name="Google Shape;1051;p37"/>
            <p:cNvSpPr/>
            <p:nvPr/>
          </p:nvSpPr>
          <p:spPr>
            <a:xfrm>
              <a:off x="2707" y="149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052" name="Google Shape;1052;p37"/>
            <p:cNvSpPr/>
            <p:nvPr/>
          </p:nvSpPr>
          <p:spPr>
            <a:xfrm>
              <a:off x="2899" y="149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053" name="Google Shape;1053;p37"/>
            <p:cNvSpPr/>
            <p:nvPr/>
          </p:nvSpPr>
          <p:spPr>
            <a:xfrm>
              <a:off x="3091" y="149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054" name="Google Shape;1054;p37"/>
            <p:cNvSpPr/>
            <p:nvPr/>
          </p:nvSpPr>
          <p:spPr>
            <a:xfrm>
              <a:off x="3283" y="149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055" name="Google Shape;1055;p37"/>
            <p:cNvSpPr/>
            <p:nvPr/>
          </p:nvSpPr>
          <p:spPr>
            <a:xfrm>
              <a:off x="2515" y="1689"/>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056" name="Google Shape;1056;p37"/>
            <p:cNvSpPr/>
            <p:nvPr/>
          </p:nvSpPr>
          <p:spPr>
            <a:xfrm>
              <a:off x="2707" y="1689"/>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057" name="Google Shape;1057;p37"/>
            <p:cNvSpPr/>
            <p:nvPr/>
          </p:nvSpPr>
          <p:spPr>
            <a:xfrm>
              <a:off x="2899" y="1689"/>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058" name="Google Shape;1058;p37"/>
            <p:cNvSpPr/>
            <p:nvPr/>
          </p:nvSpPr>
          <p:spPr>
            <a:xfrm>
              <a:off x="3091" y="1689"/>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059" name="Google Shape;1059;p37"/>
            <p:cNvSpPr/>
            <p:nvPr/>
          </p:nvSpPr>
          <p:spPr>
            <a:xfrm>
              <a:off x="3283" y="1689"/>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060" name="Google Shape;1060;p37"/>
            <p:cNvSpPr/>
            <p:nvPr/>
          </p:nvSpPr>
          <p:spPr>
            <a:xfrm>
              <a:off x="2515" y="188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061" name="Google Shape;1061;p37"/>
            <p:cNvSpPr/>
            <p:nvPr/>
          </p:nvSpPr>
          <p:spPr>
            <a:xfrm>
              <a:off x="2707" y="1881"/>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062" name="Google Shape;1062;p37"/>
            <p:cNvSpPr/>
            <p:nvPr/>
          </p:nvSpPr>
          <p:spPr>
            <a:xfrm>
              <a:off x="2899" y="1881"/>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063" name="Google Shape;1063;p37"/>
            <p:cNvSpPr/>
            <p:nvPr/>
          </p:nvSpPr>
          <p:spPr>
            <a:xfrm>
              <a:off x="3091" y="1881"/>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064" name="Google Shape;1064;p37"/>
            <p:cNvSpPr/>
            <p:nvPr/>
          </p:nvSpPr>
          <p:spPr>
            <a:xfrm>
              <a:off x="3283" y="188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065" name="Google Shape;1065;p37"/>
            <p:cNvSpPr/>
            <p:nvPr/>
          </p:nvSpPr>
          <p:spPr>
            <a:xfrm>
              <a:off x="1939" y="207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066" name="Google Shape;1066;p37"/>
            <p:cNvSpPr/>
            <p:nvPr/>
          </p:nvSpPr>
          <p:spPr>
            <a:xfrm>
              <a:off x="2131" y="207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067" name="Google Shape;1067;p37"/>
            <p:cNvSpPr/>
            <p:nvPr/>
          </p:nvSpPr>
          <p:spPr>
            <a:xfrm>
              <a:off x="2323" y="207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068" name="Google Shape;1068;p37"/>
            <p:cNvSpPr/>
            <p:nvPr/>
          </p:nvSpPr>
          <p:spPr>
            <a:xfrm>
              <a:off x="2515" y="207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069" name="Google Shape;1069;p37"/>
            <p:cNvSpPr/>
            <p:nvPr/>
          </p:nvSpPr>
          <p:spPr>
            <a:xfrm>
              <a:off x="2707" y="2073"/>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070" name="Google Shape;1070;p37"/>
            <p:cNvSpPr/>
            <p:nvPr/>
          </p:nvSpPr>
          <p:spPr>
            <a:xfrm>
              <a:off x="2899" y="207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071" name="Google Shape;1071;p37"/>
            <p:cNvSpPr/>
            <p:nvPr/>
          </p:nvSpPr>
          <p:spPr>
            <a:xfrm>
              <a:off x="3091" y="207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072" name="Google Shape;1072;p37"/>
            <p:cNvSpPr/>
            <p:nvPr/>
          </p:nvSpPr>
          <p:spPr>
            <a:xfrm>
              <a:off x="3283" y="207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073" name="Google Shape;1073;p37"/>
            <p:cNvSpPr/>
            <p:nvPr/>
          </p:nvSpPr>
          <p:spPr>
            <a:xfrm>
              <a:off x="1939" y="2265"/>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074" name="Google Shape;1074;p37"/>
            <p:cNvSpPr/>
            <p:nvPr/>
          </p:nvSpPr>
          <p:spPr>
            <a:xfrm>
              <a:off x="2131" y="2265"/>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5</a:t>
              </a:r>
              <a:endParaRPr/>
            </a:p>
          </p:txBody>
        </p:sp>
        <p:sp>
          <p:nvSpPr>
            <p:cNvPr id="1075" name="Google Shape;1075;p37"/>
            <p:cNvSpPr/>
            <p:nvPr/>
          </p:nvSpPr>
          <p:spPr>
            <a:xfrm>
              <a:off x="2323" y="2265"/>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1</a:t>
              </a:r>
              <a:endParaRPr/>
            </a:p>
          </p:txBody>
        </p:sp>
        <p:sp>
          <p:nvSpPr>
            <p:cNvPr id="1076" name="Google Shape;1076;p37"/>
            <p:cNvSpPr/>
            <p:nvPr/>
          </p:nvSpPr>
          <p:spPr>
            <a:xfrm>
              <a:off x="2515" y="2265"/>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077" name="Google Shape;1077;p37"/>
            <p:cNvSpPr/>
            <p:nvPr/>
          </p:nvSpPr>
          <p:spPr>
            <a:xfrm>
              <a:off x="2707" y="2265"/>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078" name="Google Shape;1078;p37"/>
            <p:cNvSpPr/>
            <p:nvPr/>
          </p:nvSpPr>
          <p:spPr>
            <a:xfrm>
              <a:off x="2899" y="2265"/>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079" name="Google Shape;1079;p37"/>
            <p:cNvSpPr/>
            <p:nvPr/>
          </p:nvSpPr>
          <p:spPr>
            <a:xfrm>
              <a:off x="1939" y="245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080" name="Google Shape;1080;p37"/>
            <p:cNvSpPr/>
            <p:nvPr/>
          </p:nvSpPr>
          <p:spPr>
            <a:xfrm>
              <a:off x="2131" y="2457"/>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081" name="Google Shape;1081;p37"/>
            <p:cNvSpPr/>
            <p:nvPr/>
          </p:nvSpPr>
          <p:spPr>
            <a:xfrm>
              <a:off x="2323" y="2457"/>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082" name="Google Shape;1082;p37"/>
            <p:cNvSpPr/>
            <p:nvPr/>
          </p:nvSpPr>
          <p:spPr>
            <a:xfrm>
              <a:off x="2515" y="2457"/>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083" name="Google Shape;1083;p37"/>
            <p:cNvSpPr/>
            <p:nvPr/>
          </p:nvSpPr>
          <p:spPr>
            <a:xfrm>
              <a:off x="2707" y="245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084" name="Google Shape;1084;p37"/>
            <p:cNvSpPr/>
            <p:nvPr/>
          </p:nvSpPr>
          <p:spPr>
            <a:xfrm>
              <a:off x="1939" y="2649"/>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085" name="Google Shape;1085;p37"/>
            <p:cNvSpPr/>
            <p:nvPr/>
          </p:nvSpPr>
          <p:spPr>
            <a:xfrm>
              <a:off x="2131" y="2649"/>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086" name="Google Shape;1086;p37"/>
            <p:cNvSpPr/>
            <p:nvPr/>
          </p:nvSpPr>
          <p:spPr>
            <a:xfrm>
              <a:off x="2323" y="2649"/>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087" name="Google Shape;1087;p37"/>
            <p:cNvSpPr/>
            <p:nvPr/>
          </p:nvSpPr>
          <p:spPr>
            <a:xfrm>
              <a:off x="2515" y="2649"/>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088" name="Google Shape;1088;p37"/>
            <p:cNvSpPr/>
            <p:nvPr/>
          </p:nvSpPr>
          <p:spPr>
            <a:xfrm>
              <a:off x="2707" y="2649"/>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grpSp>
      <p:graphicFrame>
        <p:nvGraphicFramePr>
          <p:cNvPr id="1089" name="Google Shape;1089;p37"/>
          <p:cNvGraphicFramePr/>
          <p:nvPr/>
        </p:nvGraphicFramePr>
        <p:xfrm>
          <a:off x="6400800" y="1609725"/>
          <a:ext cx="3000000" cy="3000000"/>
        </p:xfrm>
        <a:graphic>
          <a:graphicData uri="http://schemas.openxmlformats.org/drawingml/2006/table">
            <a:tbl>
              <a:tblPr>
                <a:noFill/>
                <a:tableStyleId>{FD1CA7B9-0ED0-4342-BBFB-D95BC0C4817D}</a:tableStyleId>
              </a:tblPr>
              <a:tblGrid>
                <a:gridCol w="304800"/>
              </a:tblGrid>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5</a:t>
                      </a:r>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1</a:t>
                      </a:r>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1090" name="Google Shape;1090;p37"/>
          <p:cNvSpPr txBox="1"/>
          <p:nvPr/>
        </p:nvSpPr>
        <p:spPr>
          <a:xfrm>
            <a:off x="342900" y="228600"/>
            <a:ext cx="8458200" cy="1066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3333CC"/>
                </a:solidFill>
                <a:latin typeface="Arial"/>
                <a:ea typeface="Arial"/>
                <a:cs typeface="Arial"/>
                <a:sym typeface="Arial"/>
              </a:rPr>
              <a:t>Boundary Fill Algorithm</a:t>
            </a:r>
            <a:endParaRPr/>
          </a:p>
          <a:p>
            <a:pPr indent="0" lvl="0" marL="0" marR="0" rtl="0" algn="l">
              <a:spcBef>
                <a:spcPts val="0"/>
              </a:spcBef>
              <a:spcAft>
                <a:spcPts val="0"/>
              </a:spcAft>
              <a:buNone/>
            </a:pPr>
            <a:r>
              <a:rPr b="1" lang="en-US" sz="2800">
                <a:solidFill>
                  <a:srgbClr val="FF0000"/>
                </a:solidFill>
                <a:latin typeface="Arial"/>
                <a:ea typeface="Arial"/>
                <a:cs typeface="Arial"/>
                <a:sym typeface="Arial"/>
              </a:rPr>
              <a:t>4-connected (Example)</a:t>
            </a:r>
            <a:r>
              <a:rPr b="1" lang="en-US" sz="3200">
                <a:solidFill>
                  <a:srgbClr val="3333CC"/>
                </a:solidFill>
                <a:latin typeface="Arial"/>
                <a:ea typeface="Arial"/>
                <a:cs typeface="Arial"/>
                <a:sym typeface="Arial"/>
              </a:rPr>
              <a:t> </a:t>
            </a:r>
            <a:r>
              <a:rPr lang="en-US" sz="2800">
                <a:solidFill>
                  <a:srgbClr val="000000"/>
                </a:solidFill>
                <a:latin typeface="Arial"/>
                <a:ea typeface="Arial"/>
                <a:cs typeface="Arial"/>
                <a:sym typeface="Arial"/>
              </a:rPr>
              <a:t>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4" name="Shape 1094"/>
        <p:cNvGrpSpPr/>
        <p:nvPr/>
      </p:nvGrpSpPr>
      <p:grpSpPr>
        <a:xfrm>
          <a:off x="0" y="0"/>
          <a:ext cx="0" cy="0"/>
          <a:chOff x="0" y="0"/>
          <a:chExt cx="0" cy="0"/>
        </a:xfrm>
      </p:grpSpPr>
      <p:sp>
        <p:nvSpPr>
          <p:cNvPr id="1095" name="Google Shape;1095;p38"/>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1" lang="en-US" sz="2400">
                <a:solidFill>
                  <a:srgbClr val="CC3300"/>
                </a:solidFill>
                <a:latin typeface="Tahoma"/>
                <a:ea typeface="Tahoma"/>
                <a:cs typeface="Tahoma"/>
                <a:sym typeface="Tahoma"/>
              </a:rPr>
              <a:t>‹#›</a:t>
            </a:fld>
            <a:endParaRPr b="1" sz="2400">
              <a:solidFill>
                <a:srgbClr val="CC3300"/>
              </a:solidFill>
              <a:latin typeface="Tahoma"/>
              <a:ea typeface="Tahoma"/>
              <a:cs typeface="Tahoma"/>
              <a:sym typeface="Tahoma"/>
            </a:endParaRPr>
          </a:p>
        </p:txBody>
      </p:sp>
      <p:grpSp>
        <p:nvGrpSpPr>
          <p:cNvPr id="1096" name="Google Shape;1096;p38"/>
          <p:cNvGrpSpPr/>
          <p:nvPr/>
        </p:nvGrpSpPr>
        <p:grpSpPr>
          <a:xfrm>
            <a:off x="3656013" y="1827213"/>
            <a:ext cx="2408237" cy="2103437"/>
            <a:chOff x="2016" y="1440"/>
            <a:chExt cx="1517" cy="1325"/>
          </a:xfrm>
        </p:grpSpPr>
        <p:sp>
          <p:nvSpPr>
            <p:cNvPr id="1097" name="Google Shape;1097;p38"/>
            <p:cNvSpPr/>
            <p:nvPr/>
          </p:nvSpPr>
          <p:spPr>
            <a:xfrm>
              <a:off x="2592" y="1440"/>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098" name="Google Shape;1098;p38"/>
            <p:cNvSpPr/>
            <p:nvPr/>
          </p:nvSpPr>
          <p:spPr>
            <a:xfrm>
              <a:off x="2784" y="1440"/>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099" name="Google Shape;1099;p38"/>
            <p:cNvSpPr/>
            <p:nvPr/>
          </p:nvSpPr>
          <p:spPr>
            <a:xfrm>
              <a:off x="2976" y="1440"/>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100" name="Google Shape;1100;p38"/>
            <p:cNvSpPr/>
            <p:nvPr/>
          </p:nvSpPr>
          <p:spPr>
            <a:xfrm>
              <a:off x="3168" y="1440"/>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101" name="Google Shape;1101;p38"/>
            <p:cNvSpPr/>
            <p:nvPr/>
          </p:nvSpPr>
          <p:spPr>
            <a:xfrm>
              <a:off x="3360" y="1440"/>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102" name="Google Shape;1102;p38"/>
            <p:cNvSpPr/>
            <p:nvPr/>
          </p:nvSpPr>
          <p:spPr>
            <a:xfrm>
              <a:off x="2592" y="1632"/>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103" name="Google Shape;1103;p38"/>
            <p:cNvSpPr/>
            <p:nvPr/>
          </p:nvSpPr>
          <p:spPr>
            <a:xfrm>
              <a:off x="2784" y="1632"/>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104" name="Google Shape;1104;p38"/>
            <p:cNvSpPr/>
            <p:nvPr/>
          </p:nvSpPr>
          <p:spPr>
            <a:xfrm>
              <a:off x="2976" y="1632"/>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105" name="Google Shape;1105;p38"/>
            <p:cNvSpPr/>
            <p:nvPr/>
          </p:nvSpPr>
          <p:spPr>
            <a:xfrm>
              <a:off x="3168" y="1632"/>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106" name="Google Shape;1106;p38"/>
            <p:cNvSpPr/>
            <p:nvPr/>
          </p:nvSpPr>
          <p:spPr>
            <a:xfrm>
              <a:off x="3360" y="1632"/>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107" name="Google Shape;1107;p38"/>
            <p:cNvSpPr/>
            <p:nvPr/>
          </p:nvSpPr>
          <p:spPr>
            <a:xfrm>
              <a:off x="2592" y="1824"/>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108" name="Google Shape;1108;p38"/>
            <p:cNvSpPr/>
            <p:nvPr/>
          </p:nvSpPr>
          <p:spPr>
            <a:xfrm>
              <a:off x="2784" y="1824"/>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109" name="Google Shape;1109;p38"/>
            <p:cNvSpPr/>
            <p:nvPr/>
          </p:nvSpPr>
          <p:spPr>
            <a:xfrm>
              <a:off x="2976" y="1824"/>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110" name="Google Shape;1110;p38"/>
            <p:cNvSpPr/>
            <p:nvPr/>
          </p:nvSpPr>
          <p:spPr>
            <a:xfrm>
              <a:off x="3168" y="1824"/>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111" name="Google Shape;1111;p38"/>
            <p:cNvSpPr/>
            <p:nvPr/>
          </p:nvSpPr>
          <p:spPr>
            <a:xfrm>
              <a:off x="3360" y="1824"/>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112" name="Google Shape;1112;p38"/>
            <p:cNvSpPr/>
            <p:nvPr/>
          </p:nvSpPr>
          <p:spPr>
            <a:xfrm>
              <a:off x="2016" y="2016"/>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113" name="Google Shape;1113;p38"/>
            <p:cNvSpPr/>
            <p:nvPr/>
          </p:nvSpPr>
          <p:spPr>
            <a:xfrm>
              <a:off x="2208" y="2016"/>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114" name="Google Shape;1114;p38"/>
            <p:cNvSpPr/>
            <p:nvPr/>
          </p:nvSpPr>
          <p:spPr>
            <a:xfrm>
              <a:off x="2400" y="2016"/>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115" name="Google Shape;1115;p38"/>
            <p:cNvSpPr/>
            <p:nvPr/>
          </p:nvSpPr>
          <p:spPr>
            <a:xfrm>
              <a:off x="2592" y="2016"/>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116" name="Google Shape;1116;p38"/>
            <p:cNvSpPr/>
            <p:nvPr/>
          </p:nvSpPr>
          <p:spPr>
            <a:xfrm>
              <a:off x="2784" y="2016"/>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117" name="Google Shape;1117;p38"/>
            <p:cNvSpPr/>
            <p:nvPr/>
          </p:nvSpPr>
          <p:spPr>
            <a:xfrm>
              <a:off x="2976" y="2016"/>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118" name="Google Shape;1118;p38"/>
            <p:cNvSpPr/>
            <p:nvPr/>
          </p:nvSpPr>
          <p:spPr>
            <a:xfrm>
              <a:off x="3168" y="2016"/>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119" name="Google Shape;1119;p38"/>
            <p:cNvSpPr/>
            <p:nvPr/>
          </p:nvSpPr>
          <p:spPr>
            <a:xfrm>
              <a:off x="3360" y="2016"/>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120" name="Google Shape;1120;p38"/>
            <p:cNvSpPr/>
            <p:nvPr/>
          </p:nvSpPr>
          <p:spPr>
            <a:xfrm>
              <a:off x="2016" y="2208"/>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121" name="Google Shape;1121;p38"/>
            <p:cNvSpPr/>
            <p:nvPr/>
          </p:nvSpPr>
          <p:spPr>
            <a:xfrm>
              <a:off x="2208" y="2208"/>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122" name="Google Shape;1122;p38"/>
            <p:cNvSpPr/>
            <p:nvPr/>
          </p:nvSpPr>
          <p:spPr>
            <a:xfrm>
              <a:off x="2400" y="2208"/>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1</a:t>
              </a:r>
              <a:endParaRPr/>
            </a:p>
          </p:txBody>
        </p:sp>
        <p:sp>
          <p:nvSpPr>
            <p:cNvPr id="1123" name="Google Shape;1123;p38"/>
            <p:cNvSpPr/>
            <p:nvPr/>
          </p:nvSpPr>
          <p:spPr>
            <a:xfrm>
              <a:off x="2592" y="2208"/>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124" name="Google Shape;1124;p38"/>
            <p:cNvSpPr/>
            <p:nvPr/>
          </p:nvSpPr>
          <p:spPr>
            <a:xfrm>
              <a:off x="2784" y="2208"/>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125" name="Google Shape;1125;p38"/>
            <p:cNvSpPr/>
            <p:nvPr/>
          </p:nvSpPr>
          <p:spPr>
            <a:xfrm>
              <a:off x="2976" y="2208"/>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126" name="Google Shape;1126;p38"/>
            <p:cNvSpPr/>
            <p:nvPr/>
          </p:nvSpPr>
          <p:spPr>
            <a:xfrm>
              <a:off x="2016" y="2400"/>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127" name="Google Shape;1127;p38"/>
            <p:cNvSpPr/>
            <p:nvPr/>
          </p:nvSpPr>
          <p:spPr>
            <a:xfrm>
              <a:off x="2208" y="2400"/>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128" name="Google Shape;1128;p38"/>
            <p:cNvSpPr/>
            <p:nvPr/>
          </p:nvSpPr>
          <p:spPr>
            <a:xfrm>
              <a:off x="2400" y="2400"/>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129" name="Google Shape;1129;p38"/>
            <p:cNvSpPr/>
            <p:nvPr/>
          </p:nvSpPr>
          <p:spPr>
            <a:xfrm>
              <a:off x="2592" y="2400"/>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130" name="Google Shape;1130;p38"/>
            <p:cNvSpPr/>
            <p:nvPr/>
          </p:nvSpPr>
          <p:spPr>
            <a:xfrm>
              <a:off x="2784" y="2400"/>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131" name="Google Shape;1131;p38"/>
            <p:cNvSpPr/>
            <p:nvPr/>
          </p:nvSpPr>
          <p:spPr>
            <a:xfrm>
              <a:off x="2016" y="2592"/>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132" name="Google Shape;1132;p38"/>
            <p:cNvSpPr/>
            <p:nvPr/>
          </p:nvSpPr>
          <p:spPr>
            <a:xfrm>
              <a:off x="2208" y="2592"/>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133" name="Google Shape;1133;p38"/>
            <p:cNvSpPr/>
            <p:nvPr/>
          </p:nvSpPr>
          <p:spPr>
            <a:xfrm>
              <a:off x="2400" y="2592"/>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134" name="Google Shape;1134;p38"/>
            <p:cNvSpPr/>
            <p:nvPr/>
          </p:nvSpPr>
          <p:spPr>
            <a:xfrm>
              <a:off x="2592" y="2592"/>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135" name="Google Shape;1135;p38"/>
            <p:cNvSpPr/>
            <p:nvPr/>
          </p:nvSpPr>
          <p:spPr>
            <a:xfrm>
              <a:off x="2784" y="2592"/>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grpSp>
      <p:graphicFrame>
        <p:nvGraphicFramePr>
          <p:cNvPr id="1136" name="Google Shape;1136;p38"/>
          <p:cNvGraphicFramePr/>
          <p:nvPr/>
        </p:nvGraphicFramePr>
        <p:xfrm>
          <a:off x="6400800" y="1609725"/>
          <a:ext cx="3000000" cy="3000000"/>
        </p:xfrm>
        <a:graphic>
          <a:graphicData uri="http://schemas.openxmlformats.org/drawingml/2006/table">
            <a:tbl>
              <a:tblPr>
                <a:noFill/>
                <a:tableStyleId>{FD1CA7B9-0ED0-4342-BBFB-D95BC0C4817D}</a:tableStyleId>
              </a:tblPr>
              <a:tblGrid>
                <a:gridCol w="304800"/>
              </a:tblGrid>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1</a:t>
                      </a:r>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1137" name="Google Shape;1137;p38"/>
          <p:cNvSpPr txBox="1"/>
          <p:nvPr/>
        </p:nvSpPr>
        <p:spPr>
          <a:xfrm>
            <a:off x="342900" y="228600"/>
            <a:ext cx="8458200" cy="1066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3333CC"/>
                </a:solidFill>
                <a:latin typeface="Arial"/>
                <a:ea typeface="Arial"/>
                <a:cs typeface="Arial"/>
                <a:sym typeface="Arial"/>
              </a:rPr>
              <a:t>Boundary Fill Algorithm</a:t>
            </a:r>
            <a:endParaRPr/>
          </a:p>
          <a:p>
            <a:pPr indent="0" lvl="0" marL="0" marR="0" rtl="0" algn="l">
              <a:spcBef>
                <a:spcPts val="0"/>
              </a:spcBef>
              <a:spcAft>
                <a:spcPts val="0"/>
              </a:spcAft>
              <a:buNone/>
            </a:pPr>
            <a:r>
              <a:rPr b="1" lang="en-US" sz="2800">
                <a:solidFill>
                  <a:srgbClr val="FF0000"/>
                </a:solidFill>
                <a:latin typeface="Arial"/>
                <a:ea typeface="Arial"/>
                <a:cs typeface="Arial"/>
                <a:sym typeface="Arial"/>
              </a:rPr>
              <a:t>4-connected (Example)</a:t>
            </a:r>
            <a:r>
              <a:rPr b="1" lang="en-US" sz="3200">
                <a:solidFill>
                  <a:srgbClr val="3333CC"/>
                </a:solidFill>
                <a:latin typeface="Arial"/>
                <a:ea typeface="Arial"/>
                <a:cs typeface="Arial"/>
                <a:sym typeface="Arial"/>
              </a:rPr>
              <a:t> </a:t>
            </a:r>
            <a:r>
              <a:rPr lang="en-US" sz="2800">
                <a:solidFill>
                  <a:srgbClr val="000000"/>
                </a:solidFill>
                <a:latin typeface="Arial"/>
                <a:ea typeface="Arial"/>
                <a:cs typeface="Arial"/>
                <a:sym typeface="Arial"/>
              </a:rPr>
              <a:t>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1" name="Shape 1141"/>
        <p:cNvGrpSpPr/>
        <p:nvPr/>
      </p:nvGrpSpPr>
      <p:grpSpPr>
        <a:xfrm>
          <a:off x="0" y="0"/>
          <a:ext cx="0" cy="0"/>
          <a:chOff x="0" y="0"/>
          <a:chExt cx="0" cy="0"/>
        </a:xfrm>
      </p:grpSpPr>
      <p:sp>
        <p:nvSpPr>
          <p:cNvPr id="1142" name="Google Shape;1142;p39"/>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1" lang="en-US" sz="2400">
                <a:solidFill>
                  <a:srgbClr val="CC3300"/>
                </a:solidFill>
                <a:latin typeface="Tahoma"/>
                <a:ea typeface="Tahoma"/>
                <a:cs typeface="Tahoma"/>
                <a:sym typeface="Tahoma"/>
              </a:rPr>
              <a:t>‹#›</a:t>
            </a:fld>
            <a:endParaRPr b="1" sz="2400">
              <a:solidFill>
                <a:srgbClr val="CC3300"/>
              </a:solidFill>
              <a:latin typeface="Tahoma"/>
              <a:ea typeface="Tahoma"/>
              <a:cs typeface="Tahoma"/>
              <a:sym typeface="Tahoma"/>
            </a:endParaRPr>
          </a:p>
        </p:txBody>
      </p:sp>
      <p:grpSp>
        <p:nvGrpSpPr>
          <p:cNvPr id="1143" name="Google Shape;1143;p39"/>
          <p:cNvGrpSpPr/>
          <p:nvPr/>
        </p:nvGrpSpPr>
        <p:grpSpPr>
          <a:xfrm>
            <a:off x="3656013" y="1827213"/>
            <a:ext cx="2408237" cy="2103437"/>
            <a:chOff x="1920" y="1440"/>
            <a:chExt cx="1517" cy="1325"/>
          </a:xfrm>
        </p:grpSpPr>
        <p:sp>
          <p:nvSpPr>
            <p:cNvPr id="1144" name="Google Shape;1144;p39"/>
            <p:cNvSpPr/>
            <p:nvPr/>
          </p:nvSpPr>
          <p:spPr>
            <a:xfrm>
              <a:off x="2496" y="1440"/>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145" name="Google Shape;1145;p39"/>
            <p:cNvSpPr/>
            <p:nvPr/>
          </p:nvSpPr>
          <p:spPr>
            <a:xfrm>
              <a:off x="2688" y="1440"/>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146" name="Google Shape;1146;p39"/>
            <p:cNvSpPr/>
            <p:nvPr/>
          </p:nvSpPr>
          <p:spPr>
            <a:xfrm>
              <a:off x="2880" y="1440"/>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147" name="Google Shape;1147;p39"/>
            <p:cNvSpPr/>
            <p:nvPr/>
          </p:nvSpPr>
          <p:spPr>
            <a:xfrm>
              <a:off x="3072" y="1440"/>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148" name="Google Shape;1148;p39"/>
            <p:cNvSpPr/>
            <p:nvPr/>
          </p:nvSpPr>
          <p:spPr>
            <a:xfrm>
              <a:off x="3264" y="1440"/>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149" name="Google Shape;1149;p39"/>
            <p:cNvSpPr/>
            <p:nvPr/>
          </p:nvSpPr>
          <p:spPr>
            <a:xfrm>
              <a:off x="2496" y="1632"/>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150" name="Google Shape;1150;p39"/>
            <p:cNvSpPr/>
            <p:nvPr/>
          </p:nvSpPr>
          <p:spPr>
            <a:xfrm>
              <a:off x="2688" y="1632"/>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151" name="Google Shape;1151;p39"/>
            <p:cNvSpPr/>
            <p:nvPr/>
          </p:nvSpPr>
          <p:spPr>
            <a:xfrm>
              <a:off x="2880" y="1632"/>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152" name="Google Shape;1152;p39"/>
            <p:cNvSpPr/>
            <p:nvPr/>
          </p:nvSpPr>
          <p:spPr>
            <a:xfrm>
              <a:off x="3072" y="1632"/>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153" name="Google Shape;1153;p39"/>
            <p:cNvSpPr/>
            <p:nvPr/>
          </p:nvSpPr>
          <p:spPr>
            <a:xfrm>
              <a:off x="3264" y="1632"/>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154" name="Google Shape;1154;p39"/>
            <p:cNvSpPr/>
            <p:nvPr/>
          </p:nvSpPr>
          <p:spPr>
            <a:xfrm>
              <a:off x="2496" y="1824"/>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155" name="Google Shape;1155;p39"/>
            <p:cNvSpPr/>
            <p:nvPr/>
          </p:nvSpPr>
          <p:spPr>
            <a:xfrm>
              <a:off x="2688" y="1824"/>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156" name="Google Shape;1156;p39"/>
            <p:cNvSpPr/>
            <p:nvPr/>
          </p:nvSpPr>
          <p:spPr>
            <a:xfrm>
              <a:off x="2880" y="1824"/>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157" name="Google Shape;1157;p39"/>
            <p:cNvSpPr/>
            <p:nvPr/>
          </p:nvSpPr>
          <p:spPr>
            <a:xfrm>
              <a:off x="3072" y="1824"/>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158" name="Google Shape;1158;p39"/>
            <p:cNvSpPr/>
            <p:nvPr/>
          </p:nvSpPr>
          <p:spPr>
            <a:xfrm>
              <a:off x="3264" y="1824"/>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159" name="Google Shape;1159;p39"/>
            <p:cNvSpPr/>
            <p:nvPr/>
          </p:nvSpPr>
          <p:spPr>
            <a:xfrm>
              <a:off x="1920" y="2016"/>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160" name="Google Shape;1160;p39"/>
            <p:cNvSpPr/>
            <p:nvPr/>
          </p:nvSpPr>
          <p:spPr>
            <a:xfrm>
              <a:off x="2112" y="2016"/>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161" name="Google Shape;1161;p39"/>
            <p:cNvSpPr/>
            <p:nvPr/>
          </p:nvSpPr>
          <p:spPr>
            <a:xfrm>
              <a:off x="2304" y="2016"/>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162" name="Google Shape;1162;p39"/>
            <p:cNvSpPr/>
            <p:nvPr/>
          </p:nvSpPr>
          <p:spPr>
            <a:xfrm>
              <a:off x="2496" y="2016"/>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163" name="Google Shape;1163;p39"/>
            <p:cNvSpPr/>
            <p:nvPr/>
          </p:nvSpPr>
          <p:spPr>
            <a:xfrm>
              <a:off x="2688" y="2016"/>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164" name="Google Shape;1164;p39"/>
            <p:cNvSpPr/>
            <p:nvPr/>
          </p:nvSpPr>
          <p:spPr>
            <a:xfrm>
              <a:off x="2880" y="2016"/>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165" name="Google Shape;1165;p39"/>
            <p:cNvSpPr/>
            <p:nvPr/>
          </p:nvSpPr>
          <p:spPr>
            <a:xfrm>
              <a:off x="3072" y="2016"/>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166" name="Google Shape;1166;p39"/>
            <p:cNvSpPr/>
            <p:nvPr/>
          </p:nvSpPr>
          <p:spPr>
            <a:xfrm>
              <a:off x="3264" y="2016"/>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167" name="Google Shape;1167;p39"/>
            <p:cNvSpPr/>
            <p:nvPr/>
          </p:nvSpPr>
          <p:spPr>
            <a:xfrm>
              <a:off x="1920" y="2208"/>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168" name="Google Shape;1168;p39"/>
            <p:cNvSpPr/>
            <p:nvPr/>
          </p:nvSpPr>
          <p:spPr>
            <a:xfrm>
              <a:off x="2112" y="2208"/>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169" name="Google Shape;1169;p39"/>
            <p:cNvSpPr/>
            <p:nvPr/>
          </p:nvSpPr>
          <p:spPr>
            <a:xfrm>
              <a:off x="2304" y="2208"/>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170" name="Google Shape;1170;p39"/>
            <p:cNvSpPr/>
            <p:nvPr/>
          </p:nvSpPr>
          <p:spPr>
            <a:xfrm>
              <a:off x="2496" y="2208"/>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171" name="Google Shape;1171;p39"/>
            <p:cNvSpPr/>
            <p:nvPr/>
          </p:nvSpPr>
          <p:spPr>
            <a:xfrm>
              <a:off x="2688" y="2208"/>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172" name="Google Shape;1172;p39"/>
            <p:cNvSpPr/>
            <p:nvPr/>
          </p:nvSpPr>
          <p:spPr>
            <a:xfrm>
              <a:off x="2880" y="2208"/>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173" name="Google Shape;1173;p39"/>
            <p:cNvSpPr/>
            <p:nvPr/>
          </p:nvSpPr>
          <p:spPr>
            <a:xfrm>
              <a:off x="1920" y="2400"/>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174" name="Google Shape;1174;p39"/>
            <p:cNvSpPr/>
            <p:nvPr/>
          </p:nvSpPr>
          <p:spPr>
            <a:xfrm>
              <a:off x="2112" y="2400"/>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175" name="Google Shape;1175;p39"/>
            <p:cNvSpPr/>
            <p:nvPr/>
          </p:nvSpPr>
          <p:spPr>
            <a:xfrm>
              <a:off x="2304" y="2400"/>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176" name="Google Shape;1176;p39"/>
            <p:cNvSpPr/>
            <p:nvPr/>
          </p:nvSpPr>
          <p:spPr>
            <a:xfrm>
              <a:off x="2496" y="2400"/>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177" name="Google Shape;1177;p39"/>
            <p:cNvSpPr/>
            <p:nvPr/>
          </p:nvSpPr>
          <p:spPr>
            <a:xfrm>
              <a:off x="2688" y="2400"/>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178" name="Google Shape;1178;p39"/>
            <p:cNvSpPr/>
            <p:nvPr/>
          </p:nvSpPr>
          <p:spPr>
            <a:xfrm>
              <a:off x="1920" y="2592"/>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179" name="Google Shape;1179;p39"/>
            <p:cNvSpPr/>
            <p:nvPr/>
          </p:nvSpPr>
          <p:spPr>
            <a:xfrm>
              <a:off x="2112" y="2592"/>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180" name="Google Shape;1180;p39"/>
            <p:cNvSpPr/>
            <p:nvPr/>
          </p:nvSpPr>
          <p:spPr>
            <a:xfrm>
              <a:off x="2304" y="2592"/>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181" name="Google Shape;1181;p39"/>
            <p:cNvSpPr/>
            <p:nvPr/>
          </p:nvSpPr>
          <p:spPr>
            <a:xfrm>
              <a:off x="2496" y="2592"/>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182" name="Google Shape;1182;p39"/>
            <p:cNvSpPr/>
            <p:nvPr/>
          </p:nvSpPr>
          <p:spPr>
            <a:xfrm>
              <a:off x="2688" y="2592"/>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grpSp>
      <p:graphicFrame>
        <p:nvGraphicFramePr>
          <p:cNvPr id="1183" name="Google Shape;1183;p39"/>
          <p:cNvGraphicFramePr/>
          <p:nvPr/>
        </p:nvGraphicFramePr>
        <p:xfrm>
          <a:off x="6400800" y="1609725"/>
          <a:ext cx="3000000" cy="3000000"/>
        </p:xfrm>
        <a:graphic>
          <a:graphicData uri="http://schemas.openxmlformats.org/drawingml/2006/table">
            <a:tbl>
              <a:tblPr>
                <a:noFill/>
                <a:tableStyleId>{FD1CA7B9-0ED0-4342-BBFB-D95BC0C4817D}</a:tableStyleId>
              </a:tblPr>
              <a:tblGrid>
                <a:gridCol w="304800"/>
              </a:tblGrid>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1184" name="Google Shape;1184;p39"/>
          <p:cNvSpPr txBox="1"/>
          <p:nvPr/>
        </p:nvSpPr>
        <p:spPr>
          <a:xfrm>
            <a:off x="342900" y="228600"/>
            <a:ext cx="8458200" cy="1066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3333CC"/>
                </a:solidFill>
                <a:latin typeface="Arial"/>
                <a:ea typeface="Arial"/>
                <a:cs typeface="Arial"/>
                <a:sym typeface="Arial"/>
              </a:rPr>
              <a:t>Boundary Fill Algorithm</a:t>
            </a:r>
            <a:endParaRPr/>
          </a:p>
          <a:p>
            <a:pPr indent="0" lvl="0" marL="0" marR="0" rtl="0" algn="l">
              <a:spcBef>
                <a:spcPts val="0"/>
              </a:spcBef>
              <a:spcAft>
                <a:spcPts val="0"/>
              </a:spcAft>
              <a:buNone/>
            </a:pPr>
            <a:r>
              <a:rPr b="1" lang="en-US" sz="2800">
                <a:solidFill>
                  <a:srgbClr val="FF0000"/>
                </a:solidFill>
                <a:latin typeface="Arial"/>
                <a:ea typeface="Arial"/>
                <a:cs typeface="Arial"/>
                <a:sym typeface="Arial"/>
              </a:rPr>
              <a:t>4-connected (Example)</a:t>
            </a:r>
            <a:r>
              <a:rPr b="1" lang="en-US" sz="3200">
                <a:solidFill>
                  <a:srgbClr val="3333CC"/>
                </a:solidFill>
                <a:latin typeface="Arial"/>
                <a:ea typeface="Arial"/>
                <a:cs typeface="Arial"/>
                <a:sym typeface="Arial"/>
              </a:rPr>
              <a:t> </a:t>
            </a:r>
            <a:r>
              <a:rPr lang="en-US" sz="2800">
                <a:solidFill>
                  <a:srgbClr val="000000"/>
                </a:solidFill>
                <a:latin typeface="Arial"/>
                <a:ea typeface="Arial"/>
                <a:cs typeface="Arial"/>
                <a:sym typeface="Arial"/>
              </a:rPr>
              <a:t>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8" name="Shape 1188"/>
        <p:cNvGrpSpPr/>
        <p:nvPr/>
      </p:nvGrpSpPr>
      <p:grpSpPr>
        <a:xfrm>
          <a:off x="0" y="0"/>
          <a:ext cx="0" cy="0"/>
          <a:chOff x="0" y="0"/>
          <a:chExt cx="0" cy="0"/>
        </a:xfrm>
      </p:grpSpPr>
      <p:sp>
        <p:nvSpPr>
          <p:cNvPr id="1189" name="Google Shape;1189;p40"/>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1" lang="en-US" sz="2400">
                <a:solidFill>
                  <a:srgbClr val="CC3300"/>
                </a:solidFill>
                <a:latin typeface="Tahoma"/>
                <a:ea typeface="Tahoma"/>
                <a:cs typeface="Tahoma"/>
                <a:sym typeface="Tahoma"/>
              </a:rPr>
              <a:t>‹#›</a:t>
            </a:fld>
            <a:endParaRPr b="1" sz="2400">
              <a:solidFill>
                <a:srgbClr val="CC3300"/>
              </a:solidFill>
              <a:latin typeface="Tahoma"/>
              <a:ea typeface="Tahoma"/>
              <a:cs typeface="Tahoma"/>
              <a:sym typeface="Tahoma"/>
            </a:endParaRPr>
          </a:p>
        </p:txBody>
      </p:sp>
      <p:graphicFrame>
        <p:nvGraphicFramePr>
          <p:cNvPr id="1190" name="Google Shape;1190;p40"/>
          <p:cNvGraphicFramePr/>
          <p:nvPr/>
        </p:nvGraphicFramePr>
        <p:xfrm>
          <a:off x="6477000" y="1609725"/>
          <a:ext cx="3000000" cy="3000000"/>
        </p:xfrm>
        <a:graphic>
          <a:graphicData uri="http://schemas.openxmlformats.org/drawingml/2006/table">
            <a:tbl>
              <a:tblPr>
                <a:noFill/>
                <a:tableStyleId>{FD1CA7B9-0ED0-4342-BBFB-D95BC0C4817D}</a:tableStyleId>
              </a:tblPr>
              <a:tblGrid>
                <a:gridCol w="304800"/>
              </a:tblGrid>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grpSp>
        <p:nvGrpSpPr>
          <p:cNvPr id="1191" name="Google Shape;1191;p40"/>
          <p:cNvGrpSpPr/>
          <p:nvPr/>
        </p:nvGrpSpPr>
        <p:grpSpPr>
          <a:xfrm>
            <a:off x="3657600" y="1827213"/>
            <a:ext cx="2408238" cy="2667000"/>
            <a:chOff x="2112" y="1584"/>
            <a:chExt cx="1517" cy="1680"/>
          </a:xfrm>
        </p:grpSpPr>
        <p:sp>
          <p:nvSpPr>
            <p:cNvPr id="1192" name="Google Shape;1192;p40"/>
            <p:cNvSpPr txBox="1"/>
            <p:nvPr/>
          </p:nvSpPr>
          <p:spPr>
            <a:xfrm>
              <a:off x="2208" y="3072"/>
              <a:ext cx="912" cy="19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Start Position</a:t>
              </a:r>
              <a:endParaRPr/>
            </a:p>
          </p:txBody>
        </p:sp>
        <p:sp>
          <p:nvSpPr>
            <p:cNvPr id="1193" name="Google Shape;1193;p40"/>
            <p:cNvSpPr/>
            <p:nvPr/>
          </p:nvSpPr>
          <p:spPr>
            <a:xfrm>
              <a:off x="2688" y="1584"/>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194" name="Google Shape;1194;p40"/>
            <p:cNvSpPr/>
            <p:nvPr/>
          </p:nvSpPr>
          <p:spPr>
            <a:xfrm>
              <a:off x="2880" y="1584"/>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195" name="Google Shape;1195;p40"/>
            <p:cNvSpPr/>
            <p:nvPr/>
          </p:nvSpPr>
          <p:spPr>
            <a:xfrm>
              <a:off x="3072" y="1584"/>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196" name="Google Shape;1196;p40"/>
            <p:cNvSpPr/>
            <p:nvPr/>
          </p:nvSpPr>
          <p:spPr>
            <a:xfrm>
              <a:off x="3264" y="1584"/>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197" name="Google Shape;1197;p40"/>
            <p:cNvSpPr/>
            <p:nvPr/>
          </p:nvSpPr>
          <p:spPr>
            <a:xfrm>
              <a:off x="3456" y="1584"/>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198" name="Google Shape;1198;p40"/>
            <p:cNvSpPr/>
            <p:nvPr/>
          </p:nvSpPr>
          <p:spPr>
            <a:xfrm>
              <a:off x="2688" y="1776"/>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199" name="Google Shape;1199;p40"/>
            <p:cNvSpPr/>
            <p:nvPr/>
          </p:nvSpPr>
          <p:spPr>
            <a:xfrm>
              <a:off x="2880" y="1776"/>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200" name="Google Shape;1200;p40"/>
            <p:cNvSpPr/>
            <p:nvPr/>
          </p:nvSpPr>
          <p:spPr>
            <a:xfrm>
              <a:off x="3072" y="1776"/>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201" name="Google Shape;1201;p40"/>
            <p:cNvSpPr/>
            <p:nvPr/>
          </p:nvSpPr>
          <p:spPr>
            <a:xfrm>
              <a:off x="3264" y="1776"/>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202" name="Google Shape;1202;p40"/>
            <p:cNvSpPr/>
            <p:nvPr/>
          </p:nvSpPr>
          <p:spPr>
            <a:xfrm>
              <a:off x="3456" y="1776"/>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203" name="Google Shape;1203;p40"/>
            <p:cNvSpPr/>
            <p:nvPr/>
          </p:nvSpPr>
          <p:spPr>
            <a:xfrm>
              <a:off x="2688" y="1968"/>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204" name="Google Shape;1204;p40"/>
            <p:cNvSpPr/>
            <p:nvPr/>
          </p:nvSpPr>
          <p:spPr>
            <a:xfrm>
              <a:off x="2880" y="1968"/>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205" name="Google Shape;1205;p40"/>
            <p:cNvSpPr/>
            <p:nvPr/>
          </p:nvSpPr>
          <p:spPr>
            <a:xfrm>
              <a:off x="3072" y="1968"/>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206" name="Google Shape;1206;p40"/>
            <p:cNvSpPr/>
            <p:nvPr/>
          </p:nvSpPr>
          <p:spPr>
            <a:xfrm>
              <a:off x="3264" y="1968"/>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207" name="Google Shape;1207;p40"/>
            <p:cNvSpPr/>
            <p:nvPr/>
          </p:nvSpPr>
          <p:spPr>
            <a:xfrm>
              <a:off x="3456" y="1968"/>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208" name="Google Shape;1208;p40"/>
            <p:cNvSpPr/>
            <p:nvPr/>
          </p:nvSpPr>
          <p:spPr>
            <a:xfrm>
              <a:off x="2112" y="2160"/>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209" name="Google Shape;1209;p40"/>
            <p:cNvSpPr/>
            <p:nvPr/>
          </p:nvSpPr>
          <p:spPr>
            <a:xfrm>
              <a:off x="2304" y="2160"/>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210" name="Google Shape;1210;p40"/>
            <p:cNvSpPr/>
            <p:nvPr/>
          </p:nvSpPr>
          <p:spPr>
            <a:xfrm>
              <a:off x="2496" y="2160"/>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211" name="Google Shape;1211;p40"/>
            <p:cNvSpPr/>
            <p:nvPr/>
          </p:nvSpPr>
          <p:spPr>
            <a:xfrm>
              <a:off x="2688" y="2160"/>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212" name="Google Shape;1212;p40"/>
            <p:cNvSpPr/>
            <p:nvPr/>
          </p:nvSpPr>
          <p:spPr>
            <a:xfrm>
              <a:off x="2880" y="2160"/>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213" name="Google Shape;1213;p40"/>
            <p:cNvSpPr/>
            <p:nvPr/>
          </p:nvSpPr>
          <p:spPr>
            <a:xfrm>
              <a:off x="3072" y="2160"/>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214" name="Google Shape;1214;p40"/>
            <p:cNvSpPr/>
            <p:nvPr/>
          </p:nvSpPr>
          <p:spPr>
            <a:xfrm>
              <a:off x="3264" y="2160"/>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215" name="Google Shape;1215;p40"/>
            <p:cNvSpPr/>
            <p:nvPr/>
          </p:nvSpPr>
          <p:spPr>
            <a:xfrm>
              <a:off x="3456" y="2160"/>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216" name="Google Shape;1216;p40"/>
            <p:cNvSpPr/>
            <p:nvPr/>
          </p:nvSpPr>
          <p:spPr>
            <a:xfrm>
              <a:off x="2112" y="2352"/>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217" name="Google Shape;1217;p40"/>
            <p:cNvSpPr/>
            <p:nvPr/>
          </p:nvSpPr>
          <p:spPr>
            <a:xfrm>
              <a:off x="2304" y="2352"/>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218" name="Google Shape;1218;p40"/>
            <p:cNvSpPr/>
            <p:nvPr/>
          </p:nvSpPr>
          <p:spPr>
            <a:xfrm>
              <a:off x="2496" y="2352"/>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219" name="Google Shape;1219;p40"/>
            <p:cNvSpPr/>
            <p:nvPr/>
          </p:nvSpPr>
          <p:spPr>
            <a:xfrm>
              <a:off x="2688" y="2352"/>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220" name="Google Shape;1220;p40"/>
            <p:cNvSpPr/>
            <p:nvPr/>
          </p:nvSpPr>
          <p:spPr>
            <a:xfrm>
              <a:off x="2880" y="2352"/>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221" name="Google Shape;1221;p40"/>
            <p:cNvSpPr/>
            <p:nvPr/>
          </p:nvSpPr>
          <p:spPr>
            <a:xfrm>
              <a:off x="3072" y="2352"/>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222" name="Google Shape;1222;p40"/>
            <p:cNvSpPr/>
            <p:nvPr/>
          </p:nvSpPr>
          <p:spPr>
            <a:xfrm>
              <a:off x="2112" y="2544"/>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223" name="Google Shape;1223;p40"/>
            <p:cNvSpPr/>
            <p:nvPr/>
          </p:nvSpPr>
          <p:spPr>
            <a:xfrm>
              <a:off x="2304" y="2544"/>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224" name="Google Shape;1224;p40"/>
            <p:cNvSpPr/>
            <p:nvPr/>
          </p:nvSpPr>
          <p:spPr>
            <a:xfrm>
              <a:off x="2496" y="2544"/>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225" name="Google Shape;1225;p40"/>
            <p:cNvSpPr/>
            <p:nvPr/>
          </p:nvSpPr>
          <p:spPr>
            <a:xfrm>
              <a:off x="2688" y="2544"/>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226" name="Google Shape;1226;p40"/>
            <p:cNvSpPr/>
            <p:nvPr/>
          </p:nvSpPr>
          <p:spPr>
            <a:xfrm>
              <a:off x="2880" y="2544"/>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227" name="Google Shape;1227;p40"/>
            <p:cNvSpPr/>
            <p:nvPr/>
          </p:nvSpPr>
          <p:spPr>
            <a:xfrm>
              <a:off x="2112" y="2736"/>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228" name="Google Shape;1228;p40"/>
            <p:cNvSpPr/>
            <p:nvPr/>
          </p:nvSpPr>
          <p:spPr>
            <a:xfrm>
              <a:off x="2304" y="2736"/>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229" name="Google Shape;1229;p40"/>
            <p:cNvSpPr/>
            <p:nvPr/>
          </p:nvSpPr>
          <p:spPr>
            <a:xfrm>
              <a:off x="2496" y="2736"/>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230" name="Google Shape;1230;p40"/>
            <p:cNvSpPr/>
            <p:nvPr/>
          </p:nvSpPr>
          <p:spPr>
            <a:xfrm>
              <a:off x="2688" y="2736"/>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231" name="Google Shape;1231;p40"/>
            <p:cNvSpPr/>
            <p:nvPr/>
          </p:nvSpPr>
          <p:spPr>
            <a:xfrm>
              <a:off x="2880" y="2736"/>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cxnSp>
          <p:nvCxnSpPr>
            <p:cNvPr id="1232" name="Google Shape;1232;p40"/>
            <p:cNvCxnSpPr/>
            <p:nvPr/>
          </p:nvCxnSpPr>
          <p:spPr>
            <a:xfrm rot="10800000">
              <a:off x="2592" y="2592"/>
              <a:ext cx="0" cy="480"/>
            </a:xfrm>
            <a:prstGeom prst="straightConnector1">
              <a:avLst/>
            </a:prstGeom>
            <a:noFill/>
            <a:ln cap="flat" cmpd="sng" w="9525">
              <a:solidFill>
                <a:srgbClr val="FF0000"/>
              </a:solidFill>
              <a:prstDash val="solid"/>
              <a:round/>
              <a:headEnd len="med" w="med" type="none"/>
              <a:tailEnd len="med" w="med" type="triangle"/>
            </a:ln>
          </p:spPr>
        </p:cxnSp>
      </p:grpSp>
      <p:sp>
        <p:nvSpPr>
          <p:cNvPr id="1233" name="Google Shape;1233;p40"/>
          <p:cNvSpPr txBox="1"/>
          <p:nvPr/>
        </p:nvSpPr>
        <p:spPr>
          <a:xfrm>
            <a:off x="342900" y="228600"/>
            <a:ext cx="8458200" cy="1066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3333CC"/>
                </a:solidFill>
                <a:latin typeface="Arial"/>
                <a:ea typeface="Arial"/>
                <a:cs typeface="Arial"/>
                <a:sym typeface="Arial"/>
              </a:rPr>
              <a:t>Boundary Fill Algorithm</a:t>
            </a:r>
            <a:endParaRPr/>
          </a:p>
          <a:p>
            <a:pPr indent="0" lvl="0" marL="0" marR="0" rtl="0" algn="l">
              <a:spcBef>
                <a:spcPts val="0"/>
              </a:spcBef>
              <a:spcAft>
                <a:spcPts val="0"/>
              </a:spcAft>
              <a:buNone/>
            </a:pPr>
            <a:r>
              <a:rPr b="1" lang="en-US" sz="2800">
                <a:solidFill>
                  <a:srgbClr val="FF0000"/>
                </a:solidFill>
                <a:latin typeface="Arial"/>
                <a:ea typeface="Arial"/>
                <a:cs typeface="Arial"/>
                <a:sym typeface="Arial"/>
              </a:rPr>
              <a:t>8-connected (Example)</a:t>
            </a:r>
            <a:r>
              <a:rPr b="1" lang="en-US" sz="3200">
                <a:solidFill>
                  <a:srgbClr val="3333CC"/>
                </a:solidFill>
                <a:latin typeface="Arial"/>
                <a:ea typeface="Arial"/>
                <a:cs typeface="Arial"/>
                <a:sym typeface="Arial"/>
              </a:rPr>
              <a:t> </a:t>
            </a:r>
            <a:r>
              <a:rPr lang="en-US" sz="2800">
                <a:solidFill>
                  <a:srgbClr val="000000"/>
                </a:solidFill>
                <a:latin typeface="Arial"/>
                <a:ea typeface="Arial"/>
                <a:cs typeface="Arial"/>
                <a:sym typeface="Arial"/>
              </a:rPr>
              <a:t>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7" name="Shape 1237"/>
        <p:cNvGrpSpPr/>
        <p:nvPr/>
      </p:nvGrpSpPr>
      <p:grpSpPr>
        <a:xfrm>
          <a:off x="0" y="0"/>
          <a:ext cx="0" cy="0"/>
          <a:chOff x="0" y="0"/>
          <a:chExt cx="0" cy="0"/>
        </a:xfrm>
      </p:grpSpPr>
      <p:sp>
        <p:nvSpPr>
          <p:cNvPr id="1238" name="Google Shape;1238;p41"/>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1" lang="en-US" sz="2400">
                <a:solidFill>
                  <a:srgbClr val="CC3300"/>
                </a:solidFill>
                <a:latin typeface="Tahoma"/>
                <a:ea typeface="Tahoma"/>
                <a:cs typeface="Tahoma"/>
                <a:sym typeface="Tahoma"/>
              </a:rPr>
              <a:t>‹#›</a:t>
            </a:fld>
            <a:endParaRPr b="1" sz="2400">
              <a:solidFill>
                <a:srgbClr val="CC3300"/>
              </a:solidFill>
              <a:latin typeface="Tahoma"/>
              <a:ea typeface="Tahoma"/>
              <a:cs typeface="Tahoma"/>
              <a:sym typeface="Tahoma"/>
            </a:endParaRPr>
          </a:p>
        </p:txBody>
      </p:sp>
      <p:grpSp>
        <p:nvGrpSpPr>
          <p:cNvPr id="1239" name="Google Shape;1239;p41"/>
          <p:cNvGrpSpPr/>
          <p:nvPr/>
        </p:nvGrpSpPr>
        <p:grpSpPr>
          <a:xfrm>
            <a:off x="3656013" y="1827213"/>
            <a:ext cx="2408237" cy="2103437"/>
            <a:chOff x="2303" y="1151"/>
            <a:chExt cx="1517" cy="1325"/>
          </a:xfrm>
        </p:grpSpPr>
        <p:sp>
          <p:nvSpPr>
            <p:cNvPr id="1240" name="Google Shape;1240;p41"/>
            <p:cNvSpPr/>
            <p:nvPr/>
          </p:nvSpPr>
          <p:spPr>
            <a:xfrm>
              <a:off x="2879" y="115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241" name="Google Shape;1241;p41"/>
            <p:cNvSpPr/>
            <p:nvPr/>
          </p:nvSpPr>
          <p:spPr>
            <a:xfrm>
              <a:off x="3071" y="115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242" name="Google Shape;1242;p41"/>
            <p:cNvSpPr/>
            <p:nvPr/>
          </p:nvSpPr>
          <p:spPr>
            <a:xfrm>
              <a:off x="3263" y="115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243" name="Google Shape;1243;p41"/>
            <p:cNvSpPr/>
            <p:nvPr/>
          </p:nvSpPr>
          <p:spPr>
            <a:xfrm>
              <a:off x="3455" y="115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244" name="Google Shape;1244;p41"/>
            <p:cNvSpPr/>
            <p:nvPr/>
          </p:nvSpPr>
          <p:spPr>
            <a:xfrm>
              <a:off x="3647" y="115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245" name="Google Shape;1245;p41"/>
            <p:cNvSpPr/>
            <p:nvPr/>
          </p:nvSpPr>
          <p:spPr>
            <a:xfrm>
              <a:off x="2879" y="134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246" name="Google Shape;1246;p41"/>
            <p:cNvSpPr/>
            <p:nvPr/>
          </p:nvSpPr>
          <p:spPr>
            <a:xfrm>
              <a:off x="3071" y="1343"/>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247" name="Google Shape;1247;p41"/>
            <p:cNvSpPr/>
            <p:nvPr/>
          </p:nvSpPr>
          <p:spPr>
            <a:xfrm>
              <a:off x="3263" y="1343"/>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248" name="Google Shape;1248;p41"/>
            <p:cNvSpPr/>
            <p:nvPr/>
          </p:nvSpPr>
          <p:spPr>
            <a:xfrm>
              <a:off x="3455" y="1343"/>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249" name="Google Shape;1249;p41"/>
            <p:cNvSpPr/>
            <p:nvPr/>
          </p:nvSpPr>
          <p:spPr>
            <a:xfrm>
              <a:off x="3647" y="134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250" name="Google Shape;1250;p41"/>
            <p:cNvSpPr/>
            <p:nvPr/>
          </p:nvSpPr>
          <p:spPr>
            <a:xfrm>
              <a:off x="2879" y="1535"/>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251" name="Google Shape;1251;p41"/>
            <p:cNvSpPr/>
            <p:nvPr/>
          </p:nvSpPr>
          <p:spPr>
            <a:xfrm>
              <a:off x="3071" y="1535"/>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252" name="Google Shape;1252;p41"/>
            <p:cNvSpPr/>
            <p:nvPr/>
          </p:nvSpPr>
          <p:spPr>
            <a:xfrm>
              <a:off x="3263" y="1535"/>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253" name="Google Shape;1253;p41"/>
            <p:cNvSpPr/>
            <p:nvPr/>
          </p:nvSpPr>
          <p:spPr>
            <a:xfrm>
              <a:off x="3455" y="1535"/>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254" name="Google Shape;1254;p41"/>
            <p:cNvSpPr/>
            <p:nvPr/>
          </p:nvSpPr>
          <p:spPr>
            <a:xfrm>
              <a:off x="3647" y="1535"/>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255" name="Google Shape;1255;p41"/>
            <p:cNvSpPr/>
            <p:nvPr/>
          </p:nvSpPr>
          <p:spPr>
            <a:xfrm>
              <a:off x="2303"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256" name="Google Shape;1256;p41"/>
            <p:cNvSpPr/>
            <p:nvPr/>
          </p:nvSpPr>
          <p:spPr>
            <a:xfrm>
              <a:off x="2495"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257" name="Google Shape;1257;p41"/>
            <p:cNvSpPr/>
            <p:nvPr/>
          </p:nvSpPr>
          <p:spPr>
            <a:xfrm>
              <a:off x="2687"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258" name="Google Shape;1258;p41"/>
            <p:cNvSpPr/>
            <p:nvPr/>
          </p:nvSpPr>
          <p:spPr>
            <a:xfrm>
              <a:off x="2879"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259" name="Google Shape;1259;p41"/>
            <p:cNvSpPr/>
            <p:nvPr/>
          </p:nvSpPr>
          <p:spPr>
            <a:xfrm>
              <a:off x="3071" y="1727"/>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260" name="Google Shape;1260;p41"/>
            <p:cNvSpPr/>
            <p:nvPr/>
          </p:nvSpPr>
          <p:spPr>
            <a:xfrm>
              <a:off x="3263"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261" name="Google Shape;1261;p41"/>
            <p:cNvSpPr/>
            <p:nvPr/>
          </p:nvSpPr>
          <p:spPr>
            <a:xfrm>
              <a:off x="3455"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262" name="Google Shape;1262;p41"/>
            <p:cNvSpPr/>
            <p:nvPr/>
          </p:nvSpPr>
          <p:spPr>
            <a:xfrm>
              <a:off x="3647"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263" name="Google Shape;1263;p41"/>
            <p:cNvSpPr/>
            <p:nvPr/>
          </p:nvSpPr>
          <p:spPr>
            <a:xfrm>
              <a:off x="2303" y="1919"/>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264" name="Google Shape;1264;p41"/>
            <p:cNvSpPr/>
            <p:nvPr/>
          </p:nvSpPr>
          <p:spPr>
            <a:xfrm>
              <a:off x="2495" y="1919"/>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4</a:t>
              </a:r>
              <a:endParaRPr/>
            </a:p>
          </p:txBody>
        </p:sp>
        <p:sp>
          <p:nvSpPr>
            <p:cNvPr id="1265" name="Google Shape;1265;p41"/>
            <p:cNvSpPr/>
            <p:nvPr/>
          </p:nvSpPr>
          <p:spPr>
            <a:xfrm>
              <a:off x="2687" y="1919"/>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1</a:t>
              </a:r>
              <a:endParaRPr/>
            </a:p>
          </p:txBody>
        </p:sp>
        <p:sp>
          <p:nvSpPr>
            <p:cNvPr id="1266" name="Google Shape;1266;p41"/>
            <p:cNvSpPr/>
            <p:nvPr/>
          </p:nvSpPr>
          <p:spPr>
            <a:xfrm>
              <a:off x="2879" y="1919"/>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5</a:t>
              </a:r>
              <a:endParaRPr/>
            </a:p>
          </p:txBody>
        </p:sp>
        <p:sp>
          <p:nvSpPr>
            <p:cNvPr id="1267" name="Google Shape;1267;p41"/>
            <p:cNvSpPr/>
            <p:nvPr/>
          </p:nvSpPr>
          <p:spPr>
            <a:xfrm>
              <a:off x="3071" y="1919"/>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268" name="Google Shape;1268;p41"/>
            <p:cNvSpPr/>
            <p:nvPr/>
          </p:nvSpPr>
          <p:spPr>
            <a:xfrm>
              <a:off x="3263" y="1919"/>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269" name="Google Shape;1269;p41"/>
            <p:cNvSpPr/>
            <p:nvPr/>
          </p:nvSpPr>
          <p:spPr>
            <a:xfrm>
              <a:off x="2303" y="211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270" name="Google Shape;1270;p41"/>
            <p:cNvSpPr/>
            <p:nvPr/>
          </p:nvSpPr>
          <p:spPr>
            <a:xfrm>
              <a:off x="2495" y="2111"/>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2</a:t>
              </a:r>
              <a:endParaRPr/>
            </a:p>
          </p:txBody>
        </p:sp>
        <p:sp>
          <p:nvSpPr>
            <p:cNvPr id="1271" name="Google Shape;1271;p41"/>
            <p:cNvSpPr/>
            <p:nvPr/>
          </p:nvSpPr>
          <p:spPr>
            <a:xfrm>
              <a:off x="2687" y="2111"/>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272" name="Google Shape;1272;p41"/>
            <p:cNvSpPr/>
            <p:nvPr/>
          </p:nvSpPr>
          <p:spPr>
            <a:xfrm>
              <a:off x="2879" y="2111"/>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3</a:t>
              </a:r>
              <a:endParaRPr/>
            </a:p>
          </p:txBody>
        </p:sp>
        <p:sp>
          <p:nvSpPr>
            <p:cNvPr id="1273" name="Google Shape;1273;p41"/>
            <p:cNvSpPr/>
            <p:nvPr/>
          </p:nvSpPr>
          <p:spPr>
            <a:xfrm>
              <a:off x="3071" y="211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274" name="Google Shape;1274;p41"/>
            <p:cNvSpPr/>
            <p:nvPr/>
          </p:nvSpPr>
          <p:spPr>
            <a:xfrm>
              <a:off x="2303" y="230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275" name="Google Shape;1275;p41"/>
            <p:cNvSpPr/>
            <p:nvPr/>
          </p:nvSpPr>
          <p:spPr>
            <a:xfrm>
              <a:off x="2495" y="230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276" name="Google Shape;1276;p41"/>
            <p:cNvSpPr/>
            <p:nvPr/>
          </p:nvSpPr>
          <p:spPr>
            <a:xfrm>
              <a:off x="2687" y="230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277" name="Google Shape;1277;p41"/>
            <p:cNvSpPr/>
            <p:nvPr/>
          </p:nvSpPr>
          <p:spPr>
            <a:xfrm>
              <a:off x="2879" y="230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278" name="Google Shape;1278;p41"/>
            <p:cNvSpPr/>
            <p:nvPr/>
          </p:nvSpPr>
          <p:spPr>
            <a:xfrm>
              <a:off x="3071" y="230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grpSp>
      <p:graphicFrame>
        <p:nvGraphicFramePr>
          <p:cNvPr id="1279" name="Google Shape;1279;p41"/>
          <p:cNvGraphicFramePr/>
          <p:nvPr/>
        </p:nvGraphicFramePr>
        <p:xfrm>
          <a:off x="6477000" y="1609725"/>
          <a:ext cx="3000000" cy="3000000"/>
        </p:xfrm>
        <a:graphic>
          <a:graphicData uri="http://schemas.openxmlformats.org/drawingml/2006/table">
            <a:tbl>
              <a:tblPr>
                <a:noFill/>
                <a:tableStyleId>{FD1CA7B9-0ED0-4342-BBFB-D95BC0C4817D}</a:tableStyleId>
              </a:tblPr>
              <a:tblGrid>
                <a:gridCol w="381000"/>
              </a:tblGrid>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5</a:t>
                      </a:r>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4</a:t>
                      </a:r>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3</a:t>
                      </a:r>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2</a:t>
                      </a:r>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1</a:t>
                      </a:r>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1280" name="Google Shape;1280;p41"/>
          <p:cNvSpPr txBox="1"/>
          <p:nvPr/>
        </p:nvSpPr>
        <p:spPr>
          <a:xfrm>
            <a:off x="342900" y="228600"/>
            <a:ext cx="8458200" cy="1066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3333CC"/>
                </a:solidFill>
                <a:latin typeface="Arial"/>
                <a:ea typeface="Arial"/>
                <a:cs typeface="Arial"/>
                <a:sym typeface="Arial"/>
              </a:rPr>
              <a:t>Boundary Fill Algorithm</a:t>
            </a:r>
            <a:endParaRPr/>
          </a:p>
          <a:p>
            <a:pPr indent="0" lvl="0" marL="0" marR="0" rtl="0" algn="l">
              <a:spcBef>
                <a:spcPts val="0"/>
              </a:spcBef>
              <a:spcAft>
                <a:spcPts val="0"/>
              </a:spcAft>
              <a:buNone/>
            </a:pPr>
            <a:r>
              <a:rPr b="1" lang="en-US" sz="2800">
                <a:solidFill>
                  <a:srgbClr val="FF0000"/>
                </a:solidFill>
                <a:latin typeface="Arial"/>
                <a:ea typeface="Arial"/>
                <a:cs typeface="Arial"/>
                <a:sym typeface="Arial"/>
              </a:rPr>
              <a:t>8-connected (Example)</a:t>
            </a:r>
            <a:r>
              <a:rPr b="1" lang="en-US" sz="3200">
                <a:solidFill>
                  <a:srgbClr val="3333CC"/>
                </a:solidFill>
                <a:latin typeface="Arial"/>
                <a:ea typeface="Arial"/>
                <a:cs typeface="Arial"/>
                <a:sym typeface="Arial"/>
              </a:rPr>
              <a:t> </a:t>
            </a:r>
            <a:r>
              <a:rPr lang="en-US" sz="2800">
                <a:solidFill>
                  <a:srgbClr val="000000"/>
                </a:solidFill>
                <a:latin typeface="Arial"/>
                <a:ea typeface="Arial"/>
                <a:cs typeface="Arial"/>
                <a:sym typeface="Arial"/>
              </a:rPr>
              <a:t>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4" name="Shape 1284"/>
        <p:cNvGrpSpPr/>
        <p:nvPr/>
      </p:nvGrpSpPr>
      <p:grpSpPr>
        <a:xfrm>
          <a:off x="0" y="0"/>
          <a:ext cx="0" cy="0"/>
          <a:chOff x="0" y="0"/>
          <a:chExt cx="0" cy="0"/>
        </a:xfrm>
      </p:grpSpPr>
      <p:sp>
        <p:nvSpPr>
          <p:cNvPr id="1285" name="Google Shape;1285;p42"/>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1" lang="en-US" sz="2400">
                <a:solidFill>
                  <a:srgbClr val="CC3300"/>
                </a:solidFill>
                <a:latin typeface="Tahoma"/>
                <a:ea typeface="Tahoma"/>
                <a:cs typeface="Tahoma"/>
                <a:sym typeface="Tahoma"/>
              </a:rPr>
              <a:t>‹#›</a:t>
            </a:fld>
            <a:endParaRPr b="1" sz="2400">
              <a:solidFill>
                <a:srgbClr val="CC3300"/>
              </a:solidFill>
              <a:latin typeface="Tahoma"/>
              <a:ea typeface="Tahoma"/>
              <a:cs typeface="Tahoma"/>
              <a:sym typeface="Tahoma"/>
            </a:endParaRPr>
          </a:p>
        </p:txBody>
      </p:sp>
      <p:sp>
        <p:nvSpPr>
          <p:cNvPr id="1286" name="Google Shape;1286;p42"/>
          <p:cNvSpPr txBox="1"/>
          <p:nvPr/>
        </p:nvSpPr>
        <p:spPr>
          <a:xfrm>
            <a:off x="342900" y="228600"/>
            <a:ext cx="8458200" cy="1066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3333CC"/>
                </a:solidFill>
                <a:latin typeface="Arial"/>
                <a:ea typeface="Arial"/>
                <a:cs typeface="Arial"/>
                <a:sym typeface="Arial"/>
              </a:rPr>
              <a:t>Boundary Fill Algorithm</a:t>
            </a:r>
            <a:endParaRPr/>
          </a:p>
          <a:p>
            <a:pPr indent="0" lvl="0" marL="0" marR="0" rtl="0" algn="l">
              <a:spcBef>
                <a:spcPts val="0"/>
              </a:spcBef>
              <a:spcAft>
                <a:spcPts val="0"/>
              </a:spcAft>
              <a:buNone/>
            </a:pPr>
            <a:r>
              <a:rPr b="1" lang="en-US" sz="2800">
                <a:solidFill>
                  <a:srgbClr val="FF0000"/>
                </a:solidFill>
                <a:latin typeface="Arial"/>
                <a:ea typeface="Arial"/>
                <a:cs typeface="Arial"/>
                <a:sym typeface="Arial"/>
              </a:rPr>
              <a:t>8-connected (Example)</a:t>
            </a:r>
            <a:r>
              <a:rPr b="1" lang="en-US" sz="3200">
                <a:solidFill>
                  <a:srgbClr val="3333CC"/>
                </a:solidFill>
                <a:latin typeface="Arial"/>
                <a:ea typeface="Arial"/>
                <a:cs typeface="Arial"/>
                <a:sym typeface="Arial"/>
              </a:rPr>
              <a:t> </a:t>
            </a:r>
            <a:r>
              <a:rPr lang="en-US" sz="2800">
                <a:solidFill>
                  <a:srgbClr val="000000"/>
                </a:solidFill>
                <a:latin typeface="Arial"/>
                <a:ea typeface="Arial"/>
                <a:cs typeface="Arial"/>
                <a:sym typeface="Arial"/>
              </a:rPr>
              <a:t> </a:t>
            </a:r>
            <a:endParaRPr/>
          </a:p>
        </p:txBody>
      </p:sp>
      <p:grpSp>
        <p:nvGrpSpPr>
          <p:cNvPr id="1287" name="Google Shape;1287;p42"/>
          <p:cNvGrpSpPr/>
          <p:nvPr/>
        </p:nvGrpSpPr>
        <p:grpSpPr>
          <a:xfrm>
            <a:off x="3656013" y="1827213"/>
            <a:ext cx="2408237" cy="2103437"/>
            <a:chOff x="2303" y="1151"/>
            <a:chExt cx="1517" cy="1325"/>
          </a:xfrm>
        </p:grpSpPr>
        <p:sp>
          <p:nvSpPr>
            <p:cNvPr id="1288" name="Google Shape;1288;p42"/>
            <p:cNvSpPr/>
            <p:nvPr/>
          </p:nvSpPr>
          <p:spPr>
            <a:xfrm>
              <a:off x="2879" y="115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289" name="Google Shape;1289;p42"/>
            <p:cNvSpPr/>
            <p:nvPr/>
          </p:nvSpPr>
          <p:spPr>
            <a:xfrm>
              <a:off x="3071" y="115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290" name="Google Shape;1290;p42"/>
            <p:cNvSpPr/>
            <p:nvPr/>
          </p:nvSpPr>
          <p:spPr>
            <a:xfrm>
              <a:off x="3263" y="115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291" name="Google Shape;1291;p42"/>
            <p:cNvSpPr/>
            <p:nvPr/>
          </p:nvSpPr>
          <p:spPr>
            <a:xfrm>
              <a:off x="3455" y="115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292" name="Google Shape;1292;p42"/>
            <p:cNvSpPr/>
            <p:nvPr/>
          </p:nvSpPr>
          <p:spPr>
            <a:xfrm>
              <a:off x="3647" y="115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293" name="Google Shape;1293;p42"/>
            <p:cNvSpPr/>
            <p:nvPr/>
          </p:nvSpPr>
          <p:spPr>
            <a:xfrm>
              <a:off x="2879" y="134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294" name="Google Shape;1294;p42"/>
            <p:cNvSpPr/>
            <p:nvPr/>
          </p:nvSpPr>
          <p:spPr>
            <a:xfrm>
              <a:off x="3071" y="1343"/>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295" name="Google Shape;1295;p42"/>
            <p:cNvSpPr/>
            <p:nvPr/>
          </p:nvSpPr>
          <p:spPr>
            <a:xfrm>
              <a:off x="3263" y="1343"/>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296" name="Google Shape;1296;p42"/>
            <p:cNvSpPr/>
            <p:nvPr/>
          </p:nvSpPr>
          <p:spPr>
            <a:xfrm>
              <a:off x="3455" y="1343"/>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297" name="Google Shape;1297;p42"/>
            <p:cNvSpPr/>
            <p:nvPr/>
          </p:nvSpPr>
          <p:spPr>
            <a:xfrm>
              <a:off x="3647" y="134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298" name="Google Shape;1298;p42"/>
            <p:cNvSpPr/>
            <p:nvPr/>
          </p:nvSpPr>
          <p:spPr>
            <a:xfrm>
              <a:off x="2879" y="1535"/>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299" name="Google Shape;1299;p42"/>
            <p:cNvSpPr/>
            <p:nvPr/>
          </p:nvSpPr>
          <p:spPr>
            <a:xfrm>
              <a:off x="3071" y="1535"/>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300" name="Google Shape;1300;p42"/>
            <p:cNvSpPr/>
            <p:nvPr/>
          </p:nvSpPr>
          <p:spPr>
            <a:xfrm>
              <a:off x="3263" y="1535"/>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301" name="Google Shape;1301;p42"/>
            <p:cNvSpPr/>
            <p:nvPr/>
          </p:nvSpPr>
          <p:spPr>
            <a:xfrm>
              <a:off x="3455" y="1535"/>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302" name="Google Shape;1302;p42"/>
            <p:cNvSpPr/>
            <p:nvPr/>
          </p:nvSpPr>
          <p:spPr>
            <a:xfrm>
              <a:off x="3647" y="1535"/>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303" name="Google Shape;1303;p42"/>
            <p:cNvSpPr/>
            <p:nvPr/>
          </p:nvSpPr>
          <p:spPr>
            <a:xfrm>
              <a:off x="2303"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304" name="Google Shape;1304;p42"/>
            <p:cNvSpPr/>
            <p:nvPr/>
          </p:nvSpPr>
          <p:spPr>
            <a:xfrm>
              <a:off x="2495"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305" name="Google Shape;1305;p42"/>
            <p:cNvSpPr/>
            <p:nvPr/>
          </p:nvSpPr>
          <p:spPr>
            <a:xfrm>
              <a:off x="2687"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306" name="Google Shape;1306;p42"/>
            <p:cNvSpPr/>
            <p:nvPr/>
          </p:nvSpPr>
          <p:spPr>
            <a:xfrm>
              <a:off x="2879"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307" name="Google Shape;1307;p42"/>
            <p:cNvSpPr/>
            <p:nvPr/>
          </p:nvSpPr>
          <p:spPr>
            <a:xfrm>
              <a:off x="3071" y="1727"/>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6</a:t>
              </a:r>
              <a:endParaRPr/>
            </a:p>
          </p:txBody>
        </p:sp>
        <p:sp>
          <p:nvSpPr>
            <p:cNvPr id="1308" name="Google Shape;1308;p42"/>
            <p:cNvSpPr/>
            <p:nvPr/>
          </p:nvSpPr>
          <p:spPr>
            <a:xfrm>
              <a:off x="3263"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309" name="Google Shape;1309;p42"/>
            <p:cNvSpPr/>
            <p:nvPr/>
          </p:nvSpPr>
          <p:spPr>
            <a:xfrm>
              <a:off x="3455"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310" name="Google Shape;1310;p42"/>
            <p:cNvSpPr/>
            <p:nvPr/>
          </p:nvSpPr>
          <p:spPr>
            <a:xfrm>
              <a:off x="3647"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311" name="Google Shape;1311;p42"/>
            <p:cNvSpPr/>
            <p:nvPr/>
          </p:nvSpPr>
          <p:spPr>
            <a:xfrm>
              <a:off x="2303" y="1919"/>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312" name="Google Shape;1312;p42"/>
            <p:cNvSpPr/>
            <p:nvPr/>
          </p:nvSpPr>
          <p:spPr>
            <a:xfrm>
              <a:off x="2495" y="1919"/>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4</a:t>
              </a:r>
              <a:endParaRPr/>
            </a:p>
          </p:txBody>
        </p:sp>
        <p:sp>
          <p:nvSpPr>
            <p:cNvPr id="1313" name="Google Shape;1313;p42"/>
            <p:cNvSpPr/>
            <p:nvPr/>
          </p:nvSpPr>
          <p:spPr>
            <a:xfrm>
              <a:off x="2687" y="1919"/>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1</a:t>
              </a:r>
              <a:endParaRPr/>
            </a:p>
          </p:txBody>
        </p:sp>
        <p:sp>
          <p:nvSpPr>
            <p:cNvPr id="1314" name="Google Shape;1314;p42"/>
            <p:cNvSpPr/>
            <p:nvPr/>
          </p:nvSpPr>
          <p:spPr>
            <a:xfrm>
              <a:off x="2879" y="1919"/>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315" name="Google Shape;1315;p42"/>
            <p:cNvSpPr/>
            <p:nvPr/>
          </p:nvSpPr>
          <p:spPr>
            <a:xfrm>
              <a:off x="3071" y="1919"/>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316" name="Google Shape;1316;p42"/>
            <p:cNvSpPr/>
            <p:nvPr/>
          </p:nvSpPr>
          <p:spPr>
            <a:xfrm>
              <a:off x="3263" y="1919"/>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317" name="Google Shape;1317;p42"/>
            <p:cNvSpPr/>
            <p:nvPr/>
          </p:nvSpPr>
          <p:spPr>
            <a:xfrm>
              <a:off x="2303" y="211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318" name="Google Shape;1318;p42"/>
            <p:cNvSpPr/>
            <p:nvPr/>
          </p:nvSpPr>
          <p:spPr>
            <a:xfrm>
              <a:off x="2495" y="2111"/>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2</a:t>
              </a:r>
              <a:endParaRPr/>
            </a:p>
          </p:txBody>
        </p:sp>
        <p:sp>
          <p:nvSpPr>
            <p:cNvPr id="1319" name="Google Shape;1319;p42"/>
            <p:cNvSpPr/>
            <p:nvPr/>
          </p:nvSpPr>
          <p:spPr>
            <a:xfrm>
              <a:off x="2687" y="2111"/>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320" name="Google Shape;1320;p42"/>
            <p:cNvSpPr/>
            <p:nvPr/>
          </p:nvSpPr>
          <p:spPr>
            <a:xfrm>
              <a:off x="2879" y="2111"/>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3</a:t>
              </a:r>
              <a:endParaRPr/>
            </a:p>
          </p:txBody>
        </p:sp>
        <p:sp>
          <p:nvSpPr>
            <p:cNvPr id="1321" name="Google Shape;1321;p42"/>
            <p:cNvSpPr/>
            <p:nvPr/>
          </p:nvSpPr>
          <p:spPr>
            <a:xfrm>
              <a:off x="3071" y="211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322" name="Google Shape;1322;p42"/>
            <p:cNvSpPr/>
            <p:nvPr/>
          </p:nvSpPr>
          <p:spPr>
            <a:xfrm>
              <a:off x="2303" y="230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323" name="Google Shape;1323;p42"/>
            <p:cNvSpPr/>
            <p:nvPr/>
          </p:nvSpPr>
          <p:spPr>
            <a:xfrm>
              <a:off x="2495" y="230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324" name="Google Shape;1324;p42"/>
            <p:cNvSpPr/>
            <p:nvPr/>
          </p:nvSpPr>
          <p:spPr>
            <a:xfrm>
              <a:off x="2687" y="230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325" name="Google Shape;1325;p42"/>
            <p:cNvSpPr/>
            <p:nvPr/>
          </p:nvSpPr>
          <p:spPr>
            <a:xfrm>
              <a:off x="2879" y="230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326" name="Google Shape;1326;p42"/>
            <p:cNvSpPr/>
            <p:nvPr/>
          </p:nvSpPr>
          <p:spPr>
            <a:xfrm>
              <a:off x="3071" y="230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grpSp>
      <p:graphicFrame>
        <p:nvGraphicFramePr>
          <p:cNvPr id="1327" name="Google Shape;1327;p42"/>
          <p:cNvGraphicFramePr/>
          <p:nvPr/>
        </p:nvGraphicFramePr>
        <p:xfrm>
          <a:off x="6477000" y="1609725"/>
          <a:ext cx="3000000" cy="3000000"/>
        </p:xfrm>
        <a:graphic>
          <a:graphicData uri="http://schemas.openxmlformats.org/drawingml/2006/table">
            <a:tbl>
              <a:tblPr>
                <a:noFill/>
                <a:tableStyleId>{FD1CA7B9-0ED0-4342-BBFB-D95BC0C4817D}</a:tableStyleId>
              </a:tblPr>
              <a:tblGrid>
                <a:gridCol w="381000"/>
              </a:tblGrid>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6</a:t>
                      </a:r>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4</a:t>
                      </a:r>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3</a:t>
                      </a:r>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2</a:t>
                      </a:r>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1</a:t>
                      </a:r>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1" name="Shape 1331"/>
        <p:cNvGrpSpPr/>
        <p:nvPr/>
      </p:nvGrpSpPr>
      <p:grpSpPr>
        <a:xfrm>
          <a:off x="0" y="0"/>
          <a:ext cx="0" cy="0"/>
          <a:chOff x="0" y="0"/>
          <a:chExt cx="0" cy="0"/>
        </a:xfrm>
      </p:grpSpPr>
      <p:sp>
        <p:nvSpPr>
          <p:cNvPr id="1332" name="Google Shape;1332;p43"/>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1" lang="en-US" sz="2400">
                <a:solidFill>
                  <a:srgbClr val="CC3300"/>
                </a:solidFill>
                <a:latin typeface="Tahoma"/>
                <a:ea typeface="Tahoma"/>
                <a:cs typeface="Tahoma"/>
                <a:sym typeface="Tahoma"/>
              </a:rPr>
              <a:t>‹#›</a:t>
            </a:fld>
            <a:endParaRPr b="1" sz="2400">
              <a:solidFill>
                <a:srgbClr val="CC3300"/>
              </a:solidFill>
              <a:latin typeface="Tahoma"/>
              <a:ea typeface="Tahoma"/>
              <a:cs typeface="Tahoma"/>
              <a:sym typeface="Tahoma"/>
            </a:endParaRPr>
          </a:p>
        </p:txBody>
      </p:sp>
      <p:sp>
        <p:nvSpPr>
          <p:cNvPr id="1333" name="Google Shape;1333;p43"/>
          <p:cNvSpPr txBox="1"/>
          <p:nvPr/>
        </p:nvSpPr>
        <p:spPr>
          <a:xfrm>
            <a:off x="342900" y="228600"/>
            <a:ext cx="8458200" cy="1066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3333CC"/>
                </a:solidFill>
                <a:latin typeface="Arial"/>
                <a:ea typeface="Arial"/>
                <a:cs typeface="Arial"/>
                <a:sym typeface="Arial"/>
              </a:rPr>
              <a:t>Boundary Fill Algorithm</a:t>
            </a:r>
            <a:endParaRPr/>
          </a:p>
          <a:p>
            <a:pPr indent="0" lvl="0" marL="0" marR="0" rtl="0" algn="l">
              <a:spcBef>
                <a:spcPts val="0"/>
              </a:spcBef>
              <a:spcAft>
                <a:spcPts val="0"/>
              </a:spcAft>
              <a:buNone/>
            </a:pPr>
            <a:r>
              <a:rPr b="1" lang="en-US" sz="2800">
                <a:solidFill>
                  <a:srgbClr val="FF0000"/>
                </a:solidFill>
                <a:latin typeface="Arial"/>
                <a:ea typeface="Arial"/>
                <a:cs typeface="Arial"/>
                <a:sym typeface="Arial"/>
              </a:rPr>
              <a:t>8-connected (Example)</a:t>
            </a:r>
            <a:r>
              <a:rPr b="1" lang="en-US" sz="3200">
                <a:solidFill>
                  <a:srgbClr val="3333CC"/>
                </a:solidFill>
                <a:latin typeface="Arial"/>
                <a:ea typeface="Arial"/>
                <a:cs typeface="Arial"/>
                <a:sym typeface="Arial"/>
              </a:rPr>
              <a:t> </a:t>
            </a:r>
            <a:r>
              <a:rPr lang="en-US" sz="2800">
                <a:solidFill>
                  <a:srgbClr val="000000"/>
                </a:solidFill>
                <a:latin typeface="Arial"/>
                <a:ea typeface="Arial"/>
                <a:cs typeface="Arial"/>
                <a:sym typeface="Arial"/>
              </a:rPr>
              <a:t> </a:t>
            </a:r>
            <a:endParaRPr/>
          </a:p>
        </p:txBody>
      </p:sp>
      <p:grpSp>
        <p:nvGrpSpPr>
          <p:cNvPr id="1334" name="Google Shape;1334;p43"/>
          <p:cNvGrpSpPr/>
          <p:nvPr/>
        </p:nvGrpSpPr>
        <p:grpSpPr>
          <a:xfrm>
            <a:off x="3656013" y="1827213"/>
            <a:ext cx="2408237" cy="2103437"/>
            <a:chOff x="2303" y="1151"/>
            <a:chExt cx="1517" cy="1325"/>
          </a:xfrm>
        </p:grpSpPr>
        <p:sp>
          <p:nvSpPr>
            <p:cNvPr id="1335" name="Google Shape;1335;p43"/>
            <p:cNvSpPr/>
            <p:nvPr/>
          </p:nvSpPr>
          <p:spPr>
            <a:xfrm>
              <a:off x="2879" y="115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336" name="Google Shape;1336;p43"/>
            <p:cNvSpPr/>
            <p:nvPr/>
          </p:nvSpPr>
          <p:spPr>
            <a:xfrm>
              <a:off x="3071" y="115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337" name="Google Shape;1337;p43"/>
            <p:cNvSpPr/>
            <p:nvPr/>
          </p:nvSpPr>
          <p:spPr>
            <a:xfrm>
              <a:off x="3263" y="115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338" name="Google Shape;1338;p43"/>
            <p:cNvSpPr/>
            <p:nvPr/>
          </p:nvSpPr>
          <p:spPr>
            <a:xfrm>
              <a:off x="3455" y="115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339" name="Google Shape;1339;p43"/>
            <p:cNvSpPr/>
            <p:nvPr/>
          </p:nvSpPr>
          <p:spPr>
            <a:xfrm>
              <a:off x="3647" y="115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340" name="Google Shape;1340;p43"/>
            <p:cNvSpPr/>
            <p:nvPr/>
          </p:nvSpPr>
          <p:spPr>
            <a:xfrm>
              <a:off x="2879" y="134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341" name="Google Shape;1341;p43"/>
            <p:cNvSpPr/>
            <p:nvPr/>
          </p:nvSpPr>
          <p:spPr>
            <a:xfrm>
              <a:off x="3071" y="1343"/>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342" name="Google Shape;1342;p43"/>
            <p:cNvSpPr/>
            <p:nvPr/>
          </p:nvSpPr>
          <p:spPr>
            <a:xfrm>
              <a:off x="3263" y="1343"/>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343" name="Google Shape;1343;p43"/>
            <p:cNvSpPr/>
            <p:nvPr/>
          </p:nvSpPr>
          <p:spPr>
            <a:xfrm>
              <a:off x="3455" y="1343"/>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344" name="Google Shape;1344;p43"/>
            <p:cNvSpPr/>
            <p:nvPr/>
          </p:nvSpPr>
          <p:spPr>
            <a:xfrm>
              <a:off x="3647" y="134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345" name="Google Shape;1345;p43"/>
            <p:cNvSpPr/>
            <p:nvPr/>
          </p:nvSpPr>
          <p:spPr>
            <a:xfrm>
              <a:off x="2879" y="1535"/>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346" name="Google Shape;1346;p43"/>
            <p:cNvSpPr/>
            <p:nvPr/>
          </p:nvSpPr>
          <p:spPr>
            <a:xfrm>
              <a:off x="3072" y="1536"/>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7</a:t>
              </a:r>
              <a:endParaRPr/>
            </a:p>
          </p:txBody>
        </p:sp>
        <p:sp>
          <p:nvSpPr>
            <p:cNvPr id="1347" name="Google Shape;1347;p43"/>
            <p:cNvSpPr/>
            <p:nvPr/>
          </p:nvSpPr>
          <p:spPr>
            <a:xfrm>
              <a:off x="3263" y="1535"/>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8</a:t>
              </a:r>
              <a:endParaRPr/>
            </a:p>
          </p:txBody>
        </p:sp>
        <p:sp>
          <p:nvSpPr>
            <p:cNvPr id="1348" name="Google Shape;1348;p43"/>
            <p:cNvSpPr/>
            <p:nvPr/>
          </p:nvSpPr>
          <p:spPr>
            <a:xfrm>
              <a:off x="3455" y="1535"/>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349" name="Google Shape;1349;p43"/>
            <p:cNvSpPr/>
            <p:nvPr/>
          </p:nvSpPr>
          <p:spPr>
            <a:xfrm>
              <a:off x="3647" y="1535"/>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350" name="Google Shape;1350;p43"/>
            <p:cNvSpPr/>
            <p:nvPr/>
          </p:nvSpPr>
          <p:spPr>
            <a:xfrm>
              <a:off x="2303"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351" name="Google Shape;1351;p43"/>
            <p:cNvSpPr/>
            <p:nvPr/>
          </p:nvSpPr>
          <p:spPr>
            <a:xfrm>
              <a:off x="2495"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352" name="Google Shape;1352;p43"/>
            <p:cNvSpPr/>
            <p:nvPr/>
          </p:nvSpPr>
          <p:spPr>
            <a:xfrm>
              <a:off x="2687"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353" name="Google Shape;1353;p43"/>
            <p:cNvSpPr/>
            <p:nvPr/>
          </p:nvSpPr>
          <p:spPr>
            <a:xfrm>
              <a:off x="2879"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354" name="Google Shape;1354;p43"/>
            <p:cNvSpPr/>
            <p:nvPr/>
          </p:nvSpPr>
          <p:spPr>
            <a:xfrm>
              <a:off x="3071" y="1727"/>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355" name="Google Shape;1355;p43"/>
            <p:cNvSpPr/>
            <p:nvPr/>
          </p:nvSpPr>
          <p:spPr>
            <a:xfrm>
              <a:off x="3263"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356" name="Google Shape;1356;p43"/>
            <p:cNvSpPr/>
            <p:nvPr/>
          </p:nvSpPr>
          <p:spPr>
            <a:xfrm>
              <a:off x="3455"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357" name="Google Shape;1357;p43"/>
            <p:cNvSpPr/>
            <p:nvPr/>
          </p:nvSpPr>
          <p:spPr>
            <a:xfrm>
              <a:off x="3647"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358" name="Google Shape;1358;p43"/>
            <p:cNvSpPr/>
            <p:nvPr/>
          </p:nvSpPr>
          <p:spPr>
            <a:xfrm>
              <a:off x="2303" y="1919"/>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359" name="Google Shape;1359;p43"/>
            <p:cNvSpPr/>
            <p:nvPr/>
          </p:nvSpPr>
          <p:spPr>
            <a:xfrm>
              <a:off x="2495" y="1919"/>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4</a:t>
              </a:r>
              <a:endParaRPr/>
            </a:p>
          </p:txBody>
        </p:sp>
        <p:sp>
          <p:nvSpPr>
            <p:cNvPr id="1360" name="Google Shape;1360;p43"/>
            <p:cNvSpPr/>
            <p:nvPr/>
          </p:nvSpPr>
          <p:spPr>
            <a:xfrm>
              <a:off x="2687" y="1919"/>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1</a:t>
              </a:r>
              <a:endParaRPr/>
            </a:p>
          </p:txBody>
        </p:sp>
        <p:sp>
          <p:nvSpPr>
            <p:cNvPr id="1361" name="Google Shape;1361;p43"/>
            <p:cNvSpPr/>
            <p:nvPr/>
          </p:nvSpPr>
          <p:spPr>
            <a:xfrm>
              <a:off x="2879" y="1919"/>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362" name="Google Shape;1362;p43"/>
            <p:cNvSpPr/>
            <p:nvPr/>
          </p:nvSpPr>
          <p:spPr>
            <a:xfrm>
              <a:off x="3071" y="1919"/>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363" name="Google Shape;1363;p43"/>
            <p:cNvSpPr/>
            <p:nvPr/>
          </p:nvSpPr>
          <p:spPr>
            <a:xfrm>
              <a:off x="3263" y="1919"/>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364" name="Google Shape;1364;p43"/>
            <p:cNvSpPr/>
            <p:nvPr/>
          </p:nvSpPr>
          <p:spPr>
            <a:xfrm>
              <a:off x="2303" y="211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365" name="Google Shape;1365;p43"/>
            <p:cNvSpPr/>
            <p:nvPr/>
          </p:nvSpPr>
          <p:spPr>
            <a:xfrm>
              <a:off x="2495" y="2111"/>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2</a:t>
              </a:r>
              <a:endParaRPr/>
            </a:p>
          </p:txBody>
        </p:sp>
        <p:sp>
          <p:nvSpPr>
            <p:cNvPr id="1366" name="Google Shape;1366;p43"/>
            <p:cNvSpPr/>
            <p:nvPr/>
          </p:nvSpPr>
          <p:spPr>
            <a:xfrm>
              <a:off x="2687" y="2111"/>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367" name="Google Shape;1367;p43"/>
            <p:cNvSpPr/>
            <p:nvPr/>
          </p:nvSpPr>
          <p:spPr>
            <a:xfrm>
              <a:off x="2879" y="2111"/>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3</a:t>
              </a:r>
              <a:endParaRPr/>
            </a:p>
          </p:txBody>
        </p:sp>
        <p:sp>
          <p:nvSpPr>
            <p:cNvPr id="1368" name="Google Shape;1368;p43"/>
            <p:cNvSpPr/>
            <p:nvPr/>
          </p:nvSpPr>
          <p:spPr>
            <a:xfrm>
              <a:off x="3071" y="211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369" name="Google Shape;1369;p43"/>
            <p:cNvSpPr/>
            <p:nvPr/>
          </p:nvSpPr>
          <p:spPr>
            <a:xfrm>
              <a:off x="2303" y="230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370" name="Google Shape;1370;p43"/>
            <p:cNvSpPr/>
            <p:nvPr/>
          </p:nvSpPr>
          <p:spPr>
            <a:xfrm>
              <a:off x="2495" y="230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371" name="Google Shape;1371;p43"/>
            <p:cNvSpPr/>
            <p:nvPr/>
          </p:nvSpPr>
          <p:spPr>
            <a:xfrm>
              <a:off x="2687" y="230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372" name="Google Shape;1372;p43"/>
            <p:cNvSpPr/>
            <p:nvPr/>
          </p:nvSpPr>
          <p:spPr>
            <a:xfrm>
              <a:off x="2879" y="230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373" name="Google Shape;1373;p43"/>
            <p:cNvSpPr/>
            <p:nvPr/>
          </p:nvSpPr>
          <p:spPr>
            <a:xfrm>
              <a:off x="3071" y="230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grpSp>
      <p:graphicFrame>
        <p:nvGraphicFramePr>
          <p:cNvPr id="1374" name="Google Shape;1374;p43"/>
          <p:cNvGraphicFramePr/>
          <p:nvPr/>
        </p:nvGraphicFramePr>
        <p:xfrm>
          <a:off x="6477000" y="1609725"/>
          <a:ext cx="3000000" cy="3000000"/>
        </p:xfrm>
        <a:graphic>
          <a:graphicData uri="http://schemas.openxmlformats.org/drawingml/2006/table">
            <a:tbl>
              <a:tblPr>
                <a:noFill/>
                <a:tableStyleId>{FD1CA7B9-0ED0-4342-BBFB-D95BC0C4817D}</a:tableStyleId>
              </a:tblPr>
              <a:tblGrid>
                <a:gridCol w="381000"/>
              </a:tblGrid>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8</a:t>
                      </a:r>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7</a:t>
                      </a:r>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4</a:t>
                      </a:r>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3</a:t>
                      </a:r>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2</a:t>
                      </a:r>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1</a:t>
                      </a:r>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8" name="Shape 1378"/>
        <p:cNvGrpSpPr/>
        <p:nvPr/>
      </p:nvGrpSpPr>
      <p:grpSpPr>
        <a:xfrm>
          <a:off x="0" y="0"/>
          <a:ext cx="0" cy="0"/>
          <a:chOff x="0" y="0"/>
          <a:chExt cx="0" cy="0"/>
        </a:xfrm>
      </p:grpSpPr>
      <p:sp>
        <p:nvSpPr>
          <p:cNvPr id="1379" name="Google Shape;1379;p44"/>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1" lang="en-US" sz="2400">
                <a:solidFill>
                  <a:srgbClr val="CC3300"/>
                </a:solidFill>
                <a:latin typeface="Tahoma"/>
                <a:ea typeface="Tahoma"/>
                <a:cs typeface="Tahoma"/>
                <a:sym typeface="Tahoma"/>
              </a:rPr>
              <a:t>‹#›</a:t>
            </a:fld>
            <a:endParaRPr b="1" sz="2400">
              <a:solidFill>
                <a:srgbClr val="CC3300"/>
              </a:solidFill>
              <a:latin typeface="Tahoma"/>
              <a:ea typeface="Tahoma"/>
              <a:cs typeface="Tahoma"/>
              <a:sym typeface="Tahoma"/>
            </a:endParaRPr>
          </a:p>
        </p:txBody>
      </p:sp>
      <p:sp>
        <p:nvSpPr>
          <p:cNvPr id="1380" name="Google Shape;1380;p44"/>
          <p:cNvSpPr txBox="1"/>
          <p:nvPr/>
        </p:nvSpPr>
        <p:spPr>
          <a:xfrm>
            <a:off x="342900" y="228600"/>
            <a:ext cx="8458200" cy="1066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3333CC"/>
                </a:solidFill>
                <a:latin typeface="Arial"/>
                <a:ea typeface="Arial"/>
                <a:cs typeface="Arial"/>
                <a:sym typeface="Arial"/>
              </a:rPr>
              <a:t>Boundary Fill Algorithm</a:t>
            </a:r>
            <a:endParaRPr/>
          </a:p>
          <a:p>
            <a:pPr indent="0" lvl="0" marL="0" marR="0" rtl="0" algn="l">
              <a:spcBef>
                <a:spcPts val="0"/>
              </a:spcBef>
              <a:spcAft>
                <a:spcPts val="0"/>
              </a:spcAft>
              <a:buNone/>
            </a:pPr>
            <a:r>
              <a:rPr b="1" lang="en-US" sz="2800">
                <a:solidFill>
                  <a:srgbClr val="FF0000"/>
                </a:solidFill>
                <a:latin typeface="Arial"/>
                <a:ea typeface="Arial"/>
                <a:cs typeface="Arial"/>
                <a:sym typeface="Arial"/>
              </a:rPr>
              <a:t>8-connected (Example)</a:t>
            </a:r>
            <a:r>
              <a:rPr b="1" lang="en-US" sz="3200">
                <a:solidFill>
                  <a:srgbClr val="3333CC"/>
                </a:solidFill>
                <a:latin typeface="Arial"/>
                <a:ea typeface="Arial"/>
                <a:cs typeface="Arial"/>
                <a:sym typeface="Arial"/>
              </a:rPr>
              <a:t> </a:t>
            </a:r>
            <a:r>
              <a:rPr lang="en-US" sz="2800">
                <a:solidFill>
                  <a:srgbClr val="000000"/>
                </a:solidFill>
                <a:latin typeface="Arial"/>
                <a:ea typeface="Arial"/>
                <a:cs typeface="Arial"/>
                <a:sym typeface="Arial"/>
              </a:rPr>
              <a:t> </a:t>
            </a:r>
            <a:endParaRPr/>
          </a:p>
        </p:txBody>
      </p:sp>
      <p:grpSp>
        <p:nvGrpSpPr>
          <p:cNvPr id="1381" name="Google Shape;1381;p44"/>
          <p:cNvGrpSpPr/>
          <p:nvPr/>
        </p:nvGrpSpPr>
        <p:grpSpPr>
          <a:xfrm>
            <a:off x="3656013" y="1827213"/>
            <a:ext cx="2408237" cy="2103437"/>
            <a:chOff x="2303" y="1151"/>
            <a:chExt cx="1517" cy="1325"/>
          </a:xfrm>
        </p:grpSpPr>
        <p:sp>
          <p:nvSpPr>
            <p:cNvPr id="1382" name="Google Shape;1382;p44"/>
            <p:cNvSpPr/>
            <p:nvPr/>
          </p:nvSpPr>
          <p:spPr>
            <a:xfrm>
              <a:off x="2879" y="115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383" name="Google Shape;1383;p44"/>
            <p:cNvSpPr/>
            <p:nvPr/>
          </p:nvSpPr>
          <p:spPr>
            <a:xfrm>
              <a:off x="3071" y="115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384" name="Google Shape;1384;p44"/>
            <p:cNvSpPr/>
            <p:nvPr/>
          </p:nvSpPr>
          <p:spPr>
            <a:xfrm>
              <a:off x="3263" y="115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385" name="Google Shape;1385;p44"/>
            <p:cNvSpPr/>
            <p:nvPr/>
          </p:nvSpPr>
          <p:spPr>
            <a:xfrm>
              <a:off x="3455" y="115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386" name="Google Shape;1386;p44"/>
            <p:cNvSpPr/>
            <p:nvPr/>
          </p:nvSpPr>
          <p:spPr>
            <a:xfrm>
              <a:off x="3647" y="115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387" name="Google Shape;1387;p44"/>
            <p:cNvSpPr/>
            <p:nvPr/>
          </p:nvSpPr>
          <p:spPr>
            <a:xfrm>
              <a:off x="2879" y="134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388" name="Google Shape;1388;p44"/>
            <p:cNvSpPr/>
            <p:nvPr/>
          </p:nvSpPr>
          <p:spPr>
            <a:xfrm>
              <a:off x="3071" y="1343"/>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11</a:t>
              </a:r>
              <a:endParaRPr/>
            </a:p>
          </p:txBody>
        </p:sp>
        <p:sp>
          <p:nvSpPr>
            <p:cNvPr id="1389" name="Google Shape;1389;p44"/>
            <p:cNvSpPr/>
            <p:nvPr/>
          </p:nvSpPr>
          <p:spPr>
            <a:xfrm>
              <a:off x="3263" y="1343"/>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9</a:t>
              </a:r>
              <a:endParaRPr/>
            </a:p>
          </p:txBody>
        </p:sp>
        <p:sp>
          <p:nvSpPr>
            <p:cNvPr id="1390" name="Google Shape;1390;p44"/>
            <p:cNvSpPr/>
            <p:nvPr/>
          </p:nvSpPr>
          <p:spPr>
            <a:xfrm>
              <a:off x="3455" y="1343"/>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12</a:t>
              </a:r>
              <a:endParaRPr/>
            </a:p>
          </p:txBody>
        </p:sp>
        <p:sp>
          <p:nvSpPr>
            <p:cNvPr id="1391" name="Google Shape;1391;p44"/>
            <p:cNvSpPr/>
            <p:nvPr/>
          </p:nvSpPr>
          <p:spPr>
            <a:xfrm>
              <a:off x="3647" y="134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392" name="Google Shape;1392;p44"/>
            <p:cNvSpPr/>
            <p:nvPr/>
          </p:nvSpPr>
          <p:spPr>
            <a:xfrm>
              <a:off x="2879" y="1535"/>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393" name="Google Shape;1393;p44"/>
            <p:cNvSpPr/>
            <p:nvPr/>
          </p:nvSpPr>
          <p:spPr>
            <a:xfrm>
              <a:off x="3072" y="1536"/>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7</a:t>
              </a:r>
              <a:endParaRPr/>
            </a:p>
          </p:txBody>
        </p:sp>
        <p:sp>
          <p:nvSpPr>
            <p:cNvPr id="1394" name="Google Shape;1394;p44"/>
            <p:cNvSpPr/>
            <p:nvPr/>
          </p:nvSpPr>
          <p:spPr>
            <a:xfrm>
              <a:off x="3263" y="1535"/>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395" name="Google Shape;1395;p44"/>
            <p:cNvSpPr/>
            <p:nvPr/>
          </p:nvSpPr>
          <p:spPr>
            <a:xfrm>
              <a:off x="3455" y="1535"/>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10</a:t>
              </a:r>
              <a:endParaRPr/>
            </a:p>
          </p:txBody>
        </p:sp>
        <p:sp>
          <p:nvSpPr>
            <p:cNvPr id="1396" name="Google Shape;1396;p44"/>
            <p:cNvSpPr/>
            <p:nvPr/>
          </p:nvSpPr>
          <p:spPr>
            <a:xfrm>
              <a:off x="3647" y="1535"/>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397" name="Google Shape;1397;p44"/>
            <p:cNvSpPr/>
            <p:nvPr/>
          </p:nvSpPr>
          <p:spPr>
            <a:xfrm>
              <a:off x="2303"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398" name="Google Shape;1398;p44"/>
            <p:cNvSpPr/>
            <p:nvPr/>
          </p:nvSpPr>
          <p:spPr>
            <a:xfrm>
              <a:off x="2495"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399" name="Google Shape;1399;p44"/>
            <p:cNvSpPr/>
            <p:nvPr/>
          </p:nvSpPr>
          <p:spPr>
            <a:xfrm>
              <a:off x="2687"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400" name="Google Shape;1400;p44"/>
            <p:cNvSpPr/>
            <p:nvPr/>
          </p:nvSpPr>
          <p:spPr>
            <a:xfrm>
              <a:off x="2879"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401" name="Google Shape;1401;p44"/>
            <p:cNvSpPr/>
            <p:nvPr/>
          </p:nvSpPr>
          <p:spPr>
            <a:xfrm>
              <a:off x="3071" y="1727"/>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402" name="Google Shape;1402;p44"/>
            <p:cNvSpPr/>
            <p:nvPr/>
          </p:nvSpPr>
          <p:spPr>
            <a:xfrm>
              <a:off x="3263"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403" name="Google Shape;1403;p44"/>
            <p:cNvSpPr/>
            <p:nvPr/>
          </p:nvSpPr>
          <p:spPr>
            <a:xfrm>
              <a:off x="3455"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404" name="Google Shape;1404;p44"/>
            <p:cNvSpPr/>
            <p:nvPr/>
          </p:nvSpPr>
          <p:spPr>
            <a:xfrm>
              <a:off x="3647"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405" name="Google Shape;1405;p44"/>
            <p:cNvSpPr/>
            <p:nvPr/>
          </p:nvSpPr>
          <p:spPr>
            <a:xfrm>
              <a:off x="2303" y="1919"/>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406" name="Google Shape;1406;p44"/>
            <p:cNvSpPr/>
            <p:nvPr/>
          </p:nvSpPr>
          <p:spPr>
            <a:xfrm>
              <a:off x="2495" y="1919"/>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4</a:t>
              </a:r>
              <a:endParaRPr/>
            </a:p>
          </p:txBody>
        </p:sp>
        <p:sp>
          <p:nvSpPr>
            <p:cNvPr id="1407" name="Google Shape;1407;p44"/>
            <p:cNvSpPr/>
            <p:nvPr/>
          </p:nvSpPr>
          <p:spPr>
            <a:xfrm>
              <a:off x="2687" y="1919"/>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1</a:t>
              </a:r>
              <a:endParaRPr/>
            </a:p>
          </p:txBody>
        </p:sp>
        <p:sp>
          <p:nvSpPr>
            <p:cNvPr id="1408" name="Google Shape;1408;p44"/>
            <p:cNvSpPr/>
            <p:nvPr/>
          </p:nvSpPr>
          <p:spPr>
            <a:xfrm>
              <a:off x="2879" y="1919"/>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409" name="Google Shape;1409;p44"/>
            <p:cNvSpPr/>
            <p:nvPr/>
          </p:nvSpPr>
          <p:spPr>
            <a:xfrm>
              <a:off x="3071" y="1919"/>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410" name="Google Shape;1410;p44"/>
            <p:cNvSpPr/>
            <p:nvPr/>
          </p:nvSpPr>
          <p:spPr>
            <a:xfrm>
              <a:off x="3263" y="1919"/>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411" name="Google Shape;1411;p44"/>
            <p:cNvSpPr/>
            <p:nvPr/>
          </p:nvSpPr>
          <p:spPr>
            <a:xfrm>
              <a:off x="2303" y="211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412" name="Google Shape;1412;p44"/>
            <p:cNvSpPr/>
            <p:nvPr/>
          </p:nvSpPr>
          <p:spPr>
            <a:xfrm>
              <a:off x="2495" y="2111"/>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2</a:t>
              </a:r>
              <a:endParaRPr/>
            </a:p>
          </p:txBody>
        </p:sp>
        <p:sp>
          <p:nvSpPr>
            <p:cNvPr id="1413" name="Google Shape;1413;p44"/>
            <p:cNvSpPr/>
            <p:nvPr/>
          </p:nvSpPr>
          <p:spPr>
            <a:xfrm>
              <a:off x="2687" y="2111"/>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414" name="Google Shape;1414;p44"/>
            <p:cNvSpPr/>
            <p:nvPr/>
          </p:nvSpPr>
          <p:spPr>
            <a:xfrm>
              <a:off x="2879" y="2111"/>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3</a:t>
              </a:r>
              <a:endParaRPr/>
            </a:p>
          </p:txBody>
        </p:sp>
        <p:sp>
          <p:nvSpPr>
            <p:cNvPr id="1415" name="Google Shape;1415;p44"/>
            <p:cNvSpPr/>
            <p:nvPr/>
          </p:nvSpPr>
          <p:spPr>
            <a:xfrm>
              <a:off x="3071" y="211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416" name="Google Shape;1416;p44"/>
            <p:cNvSpPr/>
            <p:nvPr/>
          </p:nvSpPr>
          <p:spPr>
            <a:xfrm>
              <a:off x="2303" y="230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417" name="Google Shape;1417;p44"/>
            <p:cNvSpPr/>
            <p:nvPr/>
          </p:nvSpPr>
          <p:spPr>
            <a:xfrm>
              <a:off x="2495" y="230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418" name="Google Shape;1418;p44"/>
            <p:cNvSpPr/>
            <p:nvPr/>
          </p:nvSpPr>
          <p:spPr>
            <a:xfrm>
              <a:off x="2687" y="230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419" name="Google Shape;1419;p44"/>
            <p:cNvSpPr/>
            <p:nvPr/>
          </p:nvSpPr>
          <p:spPr>
            <a:xfrm>
              <a:off x="2879" y="230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420" name="Google Shape;1420;p44"/>
            <p:cNvSpPr/>
            <p:nvPr/>
          </p:nvSpPr>
          <p:spPr>
            <a:xfrm>
              <a:off x="3071" y="230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grpSp>
      <p:graphicFrame>
        <p:nvGraphicFramePr>
          <p:cNvPr id="1421" name="Google Shape;1421;p44"/>
          <p:cNvGraphicFramePr/>
          <p:nvPr/>
        </p:nvGraphicFramePr>
        <p:xfrm>
          <a:off x="6477000" y="1609725"/>
          <a:ext cx="3000000" cy="3000000"/>
        </p:xfrm>
        <a:graphic>
          <a:graphicData uri="http://schemas.openxmlformats.org/drawingml/2006/table">
            <a:tbl>
              <a:tblPr>
                <a:noFill/>
                <a:tableStyleId>{FD1CA7B9-0ED0-4342-BBFB-D95BC0C4817D}</a:tableStyleId>
              </a:tblPr>
              <a:tblGrid>
                <a:gridCol w="381000"/>
              </a:tblGrid>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12</a:t>
                      </a:r>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11</a:t>
                      </a:r>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10</a:t>
                      </a:r>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9</a:t>
                      </a:r>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7</a:t>
                      </a:r>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4</a:t>
                      </a:r>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3</a:t>
                      </a:r>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2</a:t>
                      </a:r>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1</a:t>
                      </a:r>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5" name="Shape 1425"/>
        <p:cNvGrpSpPr/>
        <p:nvPr/>
      </p:nvGrpSpPr>
      <p:grpSpPr>
        <a:xfrm>
          <a:off x="0" y="0"/>
          <a:ext cx="0" cy="0"/>
          <a:chOff x="0" y="0"/>
          <a:chExt cx="0" cy="0"/>
        </a:xfrm>
      </p:grpSpPr>
      <p:sp>
        <p:nvSpPr>
          <p:cNvPr id="1426" name="Google Shape;1426;p45"/>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1" lang="en-US" sz="2400">
                <a:solidFill>
                  <a:srgbClr val="CC3300"/>
                </a:solidFill>
                <a:latin typeface="Tahoma"/>
                <a:ea typeface="Tahoma"/>
                <a:cs typeface="Tahoma"/>
                <a:sym typeface="Tahoma"/>
              </a:rPr>
              <a:t>‹#›</a:t>
            </a:fld>
            <a:endParaRPr b="1" sz="2400">
              <a:solidFill>
                <a:srgbClr val="CC3300"/>
              </a:solidFill>
              <a:latin typeface="Tahoma"/>
              <a:ea typeface="Tahoma"/>
              <a:cs typeface="Tahoma"/>
              <a:sym typeface="Tahoma"/>
            </a:endParaRPr>
          </a:p>
        </p:txBody>
      </p:sp>
      <p:sp>
        <p:nvSpPr>
          <p:cNvPr id="1427" name="Google Shape;1427;p45"/>
          <p:cNvSpPr txBox="1"/>
          <p:nvPr/>
        </p:nvSpPr>
        <p:spPr>
          <a:xfrm>
            <a:off x="342900" y="228600"/>
            <a:ext cx="8458200" cy="1066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3333CC"/>
                </a:solidFill>
                <a:latin typeface="Arial"/>
                <a:ea typeface="Arial"/>
                <a:cs typeface="Arial"/>
                <a:sym typeface="Arial"/>
              </a:rPr>
              <a:t>Boundary Fill Algorithm</a:t>
            </a:r>
            <a:endParaRPr/>
          </a:p>
          <a:p>
            <a:pPr indent="0" lvl="0" marL="0" marR="0" rtl="0" algn="l">
              <a:spcBef>
                <a:spcPts val="0"/>
              </a:spcBef>
              <a:spcAft>
                <a:spcPts val="0"/>
              </a:spcAft>
              <a:buNone/>
            </a:pPr>
            <a:r>
              <a:rPr b="1" lang="en-US" sz="2800">
                <a:solidFill>
                  <a:srgbClr val="FF0000"/>
                </a:solidFill>
                <a:latin typeface="Arial"/>
                <a:ea typeface="Arial"/>
                <a:cs typeface="Arial"/>
                <a:sym typeface="Arial"/>
              </a:rPr>
              <a:t>8-connected (Example)</a:t>
            </a:r>
            <a:r>
              <a:rPr b="1" lang="en-US" sz="3200">
                <a:solidFill>
                  <a:srgbClr val="3333CC"/>
                </a:solidFill>
                <a:latin typeface="Arial"/>
                <a:ea typeface="Arial"/>
                <a:cs typeface="Arial"/>
                <a:sym typeface="Arial"/>
              </a:rPr>
              <a:t> </a:t>
            </a:r>
            <a:r>
              <a:rPr lang="en-US" sz="2800">
                <a:solidFill>
                  <a:srgbClr val="000000"/>
                </a:solidFill>
                <a:latin typeface="Arial"/>
                <a:ea typeface="Arial"/>
                <a:cs typeface="Arial"/>
                <a:sym typeface="Arial"/>
              </a:rPr>
              <a:t> </a:t>
            </a:r>
            <a:endParaRPr/>
          </a:p>
        </p:txBody>
      </p:sp>
      <p:grpSp>
        <p:nvGrpSpPr>
          <p:cNvPr id="1428" name="Google Shape;1428;p45"/>
          <p:cNvGrpSpPr/>
          <p:nvPr/>
        </p:nvGrpSpPr>
        <p:grpSpPr>
          <a:xfrm>
            <a:off x="3656013" y="1827213"/>
            <a:ext cx="2408237" cy="2103437"/>
            <a:chOff x="2303" y="1151"/>
            <a:chExt cx="1517" cy="1325"/>
          </a:xfrm>
        </p:grpSpPr>
        <p:sp>
          <p:nvSpPr>
            <p:cNvPr id="1429" name="Google Shape;1429;p45"/>
            <p:cNvSpPr/>
            <p:nvPr/>
          </p:nvSpPr>
          <p:spPr>
            <a:xfrm>
              <a:off x="2879" y="115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430" name="Google Shape;1430;p45"/>
            <p:cNvSpPr/>
            <p:nvPr/>
          </p:nvSpPr>
          <p:spPr>
            <a:xfrm>
              <a:off x="3071" y="115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431" name="Google Shape;1431;p45"/>
            <p:cNvSpPr/>
            <p:nvPr/>
          </p:nvSpPr>
          <p:spPr>
            <a:xfrm>
              <a:off x="3263" y="115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432" name="Google Shape;1432;p45"/>
            <p:cNvSpPr/>
            <p:nvPr/>
          </p:nvSpPr>
          <p:spPr>
            <a:xfrm>
              <a:off x="3455" y="115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433" name="Google Shape;1433;p45"/>
            <p:cNvSpPr/>
            <p:nvPr/>
          </p:nvSpPr>
          <p:spPr>
            <a:xfrm>
              <a:off x="3647" y="115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434" name="Google Shape;1434;p45"/>
            <p:cNvSpPr/>
            <p:nvPr/>
          </p:nvSpPr>
          <p:spPr>
            <a:xfrm>
              <a:off x="2879" y="134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435" name="Google Shape;1435;p45"/>
            <p:cNvSpPr/>
            <p:nvPr/>
          </p:nvSpPr>
          <p:spPr>
            <a:xfrm>
              <a:off x="3071" y="1343"/>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11</a:t>
              </a:r>
              <a:endParaRPr/>
            </a:p>
          </p:txBody>
        </p:sp>
        <p:sp>
          <p:nvSpPr>
            <p:cNvPr id="1436" name="Google Shape;1436;p45"/>
            <p:cNvSpPr/>
            <p:nvPr/>
          </p:nvSpPr>
          <p:spPr>
            <a:xfrm>
              <a:off x="3263" y="1343"/>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9</a:t>
              </a:r>
              <a:endParaRPr/>
            </a:p>
          </p:txBody>
        </p:sp>
        <p:sp>
          <p:nvSpPr>
            <p:cNvPr id="1437" name="Google Shape;1437;p45"/>
            <p:cNvSpPr/>
            <p:nvPr/>
          </p:nvSpPr>
          <p:spPr>
            <a:xfrm>
              <a:off x="3455" y="1343"/>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438" name="Google Shape;1438;p45"/>
            <p:cNvSpPr/>
            <p:nvPr/>
          </p:nvSpPr>
          <p:spPr>
            <a:xfrm>
              <a:off x="3647" y="134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439" name="Google Shape;1439;p45"/>
            <p:cNvSpPr/>
            <p:nvPr/>
          </p:nvSpPr>
          <p:spPr>
            <a:xfrm>
              <a:off x="2879" y="1535"/>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440" name="Google Shape;1440;p45"/>
            <p:cNvSpPr/>
            <p:nvPr/>
          </p:nvSpPr>
          <p:spPr>
            <a:xfrm>
              <a:off x="3072" y="1536"/>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7</a:t>
              </a:r>
              <a:endParaRPr/>
            </a:p>
          </p:txBody>
        </p:sp>
        <p:sp>
          <p:nvSpPr>
            <p:cNvPr id="1441" name="Google Shape;1441;p45"/>
            <p:cNvSpPr/>
            <p:nvPr/>
          </p:nvSpPr>
          <p:spPr>
            <a:xfrm>
              <a:off x="3263" y="1535"/>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442" name="Google Shape;1442;p45"/>
            <p:cNvSpPr/>
            <p:nvPr/>
          </p:nvSpPr>
          <p:spPr>
            <a:xfrm>
              <a:off x="3455" y="1535"/>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10</a:t>
              </a:r>
              <a:endParaRPr/>
            </a:p>
          </p:txBody>
        </p:sp>
        <p:sp>
          <p:nvSpPr>
            <p:cNvPr id="1443" name="Google Shape;1443;p45"/>
            <p:cNvSpPr/>
            <p:nvPr/>
          </p:nvSpPr>
          <p:spPr>
            <a:xfrm>
              <a:off x="3647" y="1535"/>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444" name="Google Shape;1444;p45"/>
            <p:cNvSpPr/>
            <p:nvPr/>
          </p:nvSpPr>
          <p:spPr>
            <a:xfrm>
              <a:off x="2303"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445" name="Google Shape;1445;p45"/>
            <p:cNvSpPr/>
            <p:nvPr/>
          </p:nvSpPr>
          <p:spPr>
            <a:xfrm>
              <a:off x="2495"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446" name="Google Shape;1446;p45"/>
            <p:cNvSpPr/>
            <p:nvPr/>
          </p:nvSpPr>
          <p:spPr>
            <a:xfrm>
              <a:off x="2687"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447" name="Google Shape;1447;p45"/>
            <p:cNvSpPr/>
            <p:nvPr/>
          </p:nvSpPr>
          <p:spPr>
            <a:xfrm>
              <a:off x="2879"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448" name="Google Shape;1448;p45"/>
            <p:cNvSpPr/>
            <p:nvPr/>
          </p:nvSpPr>
          <p:spPr>
            <a:xfrm>
              <a:off x="3071" y="1727"/>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449" name="Google Shape;1449;p45"/>
            <p:cNvSpPr/>
            <p:nvPr/>
          </p:nvSpPr>
          <p:spPr>
            <a:xfrm>
              <a:off x="3263"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450" name="Google Shape;1450;p45"/>
            <p:cNvSpPr/>
            <p:nvPr/>
          </p:nvSpPr>
          <p:spPr>
            <a:xfrm>
              <a:off x="3455"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451" name="Google Shape;1451;p45"/>
            <p:cNvSpPr/>
            <p:nvPr/>
          </p:nvSpPr>
          <p:spPr>
            <a:xfrm>
              <a:off x="3647"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452" name="Google Shape;1452;p45"/>
            <p:cNvSpPr/>
            <p:nvPr/>
          </p:nvSpPr>
          <p:spPr>
            <a:xfrm>
              <a:off x="2303" y="1919"/>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453" name="Google Shape;1453;p45"/>
            <p:cNvSpPr/>
            <p:nvPr/>
          </p:nvSpPr>
          <p:spPr>
            <a:xfrm>
              <a:off x="2495" y="1919"/>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4</a:t>
              </a:r>
              <a:endParaRPr/>
            </a:p>
          </p:txBody>
        </p:sp>
        <p:sp>
          <p:nvSpPr>
            <p:cNvPr id="1454" name="Google Shape;1454;p45"/>
            <p:cNvSpPr/>
            <p:nvPr/>
          </p:nvSpPr>
          <p:spPr>
            <a:xfrm>
              <a:off x="2687" y="1919"/>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1</a:t>
              </a:r>
              <a:endParaRPr/>
            </a:p>
          </p:txBody>
        </p:sp>
        <p:sp>
          <p:nvSpPr>
            <p:cNvPr id="1455" name="Google Shape;1455;p45"/>
            <p:cNvSpPr/>
            <p:nvPr/>
          </p:nvSpPr>
          <p:spPr>
            <a:xfrm>
              <a:off x="2879" y="1919"/>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456" name="Google Shape;1456;p45"/>
            <p:cNvSpPr/>
            <p:nvPr/>
          </p:nvSpPr>
          <p:spPr>
            <a:xfrm>
              <a:off x="3071" y="1919"/>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457" name="Google Shape;1457;p45"/>
            <p:cNvSpPr/>
            <p:nvPr/>
          </p:nvSpPr>
          <p:spPr>
            <a:xfrm>
              <a:off x="3263" y="1919"/>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458" name="Google Shape;1458;p45"/>
            <p:cNvSpPr/>
            <p:nvPr/>
          </p:nvSpPr>
          <p:spPr>
            <a:xfrm>
              <a:off x="2303" y="211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459" name="Google Shape;1459;p45"/>
            <p:cNvSpPr/>
            <p:nvPr/>
          </p:nvSpPr>
          <p:spPr>
            <a:xfrm>
              <a:off x="2495" y="2111"/>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2</a:t>
              </a:r>
              <a:endParaRPr/>
            </a:p>
          </p:txBody>
        </p:sp>
        <p:sp>
          <p:nvSpPr>
            <p:cNvPr id="1460" name="Google Shape;1460;p45"/>
            <p:cNvSpPr/>
            <p:nvPr/>
          </p:nvSpPr>
          <p:spPr>
            <a:xfrm>
              <a:off x="2687" y="2111"/>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461" name="Google Shape;1461;p45"/>
            <p:cNvSpPr/>
            <p:nvPr/>
          </p:nvSpPr>
          <p:spPr>
            <a:xfrm>
              <a:off x="2879" y="2111"/>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3</a:t>
              </a:r>
              <a:endParaRPr/>
            </a:p>
          </p:txBody>
        </p:sp>
        <p:sp>
          <p:nvSpPr>
            <p:cNvPr id="1462" name="Google Shape;1462;p45"/>
            <p:cNvSpPr/>
            <p:nvPr/>
          </p:nvSpPr>
          <p:spPr>
            <a:xfrm>
              <a:off x="3071" y="211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463" name="Google Shape;1463;p45"/>
            <p:cNvSpPr/>
            <p:nvPr/>
          </p:nvSpPr>
          <p:spPr>
            <a:xfrm>
              <a:off x="2303" y="230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464" name="Google Shape;1464;p45"/>
            <p:cNvSpPr/>
            <p:nvPr/>
          </p:nvSpPr>
          <p:spPr>
            <a:xfrm>
              <a:off x="2495" y="230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465" name="Google Shape;1465;p45"/>
            <p:cNvSpPr/>
            <p:nvPr/>
          </p:nvSpPr>
          <p:spPr>
            <a:xfrm>
              <a:off x="2687" y="230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466" name="Google Shape;1466;p45"/>
            <p:cNvSpPr/>
            <p:nvPr/>
          </p:nvSpPr>
          <p:spPr>
            <a:xfrm>
              <a:off x="2879" y="230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467" name="Google Shape;1467;p45"/>
            <p:cNvSpPr/>
            <p:nvPr/>
          </p:nvSpPr>
          <p:spPr>
            <a:xfrm>
              <a:off x="3071" y="230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grpSp>
      <p:graphicFrame>
        <p:nvGraphicFramePr>
          <p:cNvPr id="1468" name="Google Shape;1468;p45"/>
          <p:cNvGraphicFramePr/>
          <p:nvPr/>
        </p:nvGraphicFramePr>
        <p:xfrm>
          <a:off x="6477000" y="1609725"/>
          <a:ext cx="3000000" cy="3000000"/>
        </p:xfrm>
        <a:graphic>
          <a:graphicData uri="http://schemas.openxmlformats.org/drawingml/2006/table">
            <a:tbl>
              <a:tblPr>
                <a:noFill/>
                <a:tableStyleId>{FD1CA7B9-0ED0-4342-BBFB-D95BC0C4817D}</a:tableStyleId>
              </a:tblPr>
              <a:tblGrid>
                <a:gridCol w="381000"/>
              </a:tblGrid>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11</a:t>
                      </a:r>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10</a:t>
                      </a:r>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9</a:t>
                      </a:r>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7</a:t>
                      </a:r>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4</a:t>
                      </a:r>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3</a:t>
                      </a:r>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2</a:t>
                      </a:r>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1</a:t>
                      </a:r>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2" name="Shape 1472"/>
        <p:cNvGrpSpPr/>
        <p:nvPr/>
      </p:nvGrpSpPr>
      <p:grpSpPr>
        <a:xfrm>
          <a:off x="0" y="0"/>
          <a:ext cx="0" cy="0"/>
          <a:chOff x="0" y="0"/>
          <a:chExt cx="0" cy="0"/>
        </a:xfrm>
      </p:grpSpPr>
      <p:sp>
        <p:nvSpPr>
          <p:cNvPr id="1473" name="Google Shape;1473;p46"/>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1" lang="en-US" sz="2400">
                <a:solidFill>
                  <a:srgbClr val="CC3300"/>
                </a:solidFill>
                <a:latin typeface="Tahoma"/>
                <a:ea typeface="Tahoma"/>
                <a:cs typeface="Tahoma"/>
                <a:sym typeface="Tahoma"/>
              </a:rPr>
              <a:t>‹#›</a:t>
            </a:fld>
            <a:endParaRPr b="1" sz="2400">
              <a:solidFill>
                <a:srgbClr val="CC3300"/>
              </a:solidFill>
              <a:latin typeface="Tahoma"/>
              <a:ea typeface="Tahoma"/>
              <a:cs typeface="Tahoma"/>
              <a:sym typeface="Tahoma"/>
            </a:endParaRPr>
          </a:p>
        </p:txBody>
      </p:sp>
      <p:sp>
        <p:nvSpPr>
          <p:cNvPr id="1474" name="Google Shape;1474;p46"/>
          <p:cNvSpPr txBox="1"/>
          <p:nvPr/>
        </p:nvSpPr>
        <p:spPr>
          <a:xfrm>
            <a:off x="342900" y="228600"/>
            <a:ext cx="8458200" cy="1066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3333CC"/>
                </a:solidFill>
                <a:latin typeface="Arial"/>
                <a:ea typeface="Arial"/>
                <a:cs typeface="Arial"/>
                <a:sym typeface="Arial"/>
              </a:rPr>
              <a:t>Boundary Fill Algorithm</a:t>
            </a:r>
            <a:endParaRPr/>
          </a:p>
          <a:p>
            <a:pPr indent="0" lvl="0" marL="0" marR="0" rtl="0" algn="l">
              <a:spcBef>
                <a:spcPts val="0"/>
              </a:spcBef>
              <a:spcAft>
                <a:spcPts val="0"/>
              </a:spcAft>
              <a:buNone/>
            </a:pPr>
            <a:r>
              <a:rPr b="1" lang="en-US" sz="2800">
                <a:solidFill>
                  <a:srgbClr val="FF0000"/>
                </a:solidFill>
                <a:latin typeface="Arial"/>
                <a:ea typeface="Arial"/>
                <a:cs typeface="Arial"/>
                <a:sym typeface="Arial"/>
              </a:rPr>
              <a:t>8-connected (Example)</a:t>
            </a:r>
            <a:r>
              <a:rPr b="1" lang="en-US" sz="3200">
                <a:solidFill>
                  <a:srgbClr val="3333CC"/>
                </a:solidFill>
                <a:latin typeface="Arial"/>
                <a:ea typeface="Arial"/>
                <a:cs typeface="Arial"/>
                <a:sym typeface="Arial"/>
              </a:rPr>
              <a:t> </a:t>
            </a:r>
            <a:r>
              <a:rPr lang="en-US" sz="2800">
                <a:solidFill>
                  <a:srgbClr val="000000"/>
                </a:solidFill>
                <a:latin typeface="Arial"/>
                <a:ea typeface="Arial"/>
                <a:cs typeface="Arial"/>
                <a:sym typeface="Arial"/>
              </a:rPr>
              <a:t> </a:t>
            </a:r>
            <a:endParaRPr/>
          </a:p>
        </p:txBody>
      </p:sp>
      <p:grpSp>
        <p:nvGrpSpPr>
          <p:cNvPr id="1475" name="Google Shape;1475;p46"/>
          <p:cNvGrpSpPr/>
          <p:nvPr/>
        </p:nvGrpSpPr>
        <p:grpSpPr>
          <a:xfrm>
            <a:off x="3656013" y="1827213"/>
            <a:ext cx="2408237" cy="2103437"/>
            <a:chOff x="2303" y="1151"/>
            <a:chExt cx="1517" cy="1325"/>
          </a:xfrm>
        </p:grpSpPr>
        <p:sp>
          <p:nvSpPr>
            <p:cNvPr id="1476" name="Google Shape;1476;p46"/>
            <p:cNvSpPr/>
            <p:nvPr/>
          </p:nvSpPr>
          <p:spPr>
            <a:xfrm>
              <a:off x="2879" y="115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477" name="Google Shape;1477;p46"/>
            <p:cNvSpPr/>
            <p:nvPr/>
          </p:nvSpPr>
          <p:spPr>
            <a:xfrm>
              <a:off x="3071" y="115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478" name="Google Shape;1478;p46"/>
            <p:cNvSpPr/>
            <p:nvPr/>
          </p:nvSpPr>
          <p:spPr>
            <a:xfrm>
              <a:off x="3263" y="115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479" name="Google Shape;1479;p46"/>
            <p:cNvSpPr/>
            <p:nvPr/>
          </p:nvSpPr>
          <p:spPr>
            <a:xfrm>
              <a:off x="3455" y="115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480" name="Google Shape;1480;p46"/>
            <p:cNvSpPr/>
            <p:nvPr/>
          </p:nvSpPr>
          <p:spPr>
            <a:xfrm>
              <a:off x="3647" y="115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481" name="Google Shape;1481;p46"/>
            <p:cNvSpPr/>
            <p:nvPr/>
          </p:nvSpPr>
          <p:spPr>
            <a:xfrm>
              <a:off x="2879" y="134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482" name="Google Shape;1482;p46"/>
            <p:cNvSpPr/>
            <p:nvPr/>
          </p:nvSpPr>
          <p:spPr>
            <a:xfrm>
              <a:off x="3071" y="1343"/>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483" name="Google Shape;1483;p46"/>
            <p:cNvSpPr/>
            <p:nvPr/>
          </p:nvSpPr>
          <p:spPr>
            <a:xfrm>
              <a:off x="3263" y="1343"/>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9</a:t>
              </a:r>
              <a:endParaRPr/>
            </a:p>
          </p:txBody>
        </p:sp>
        <p:sp>
          <p:nvSpPr>
            <p:cNvPr id="1484" name="Google Shape;1484;p46"/>
            <p:cNvSpPr/>
            <p:nvPr/>
          </p:nvSpPr>
          <p:spPr>
            <a:xfrm>
              <a:off x="3455" y="1343"/>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485" name="Google Shape;1485;p46"/>
            <p:cNvSpPr/>
            <p:nvPr/>
          </p:nvSpPr>
          <p:spPr>
            <a:xfrm>
              <a:off x="3647" y="134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486" name="Google Shape;1486;p46"/>
            <p:cNvSpPr/>
            <p:nvPr/>
          </p:nvSpPr>
          <p:spPr>
            <a:xfrm>
              <a:off x="2879" y="1535"/>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487" name="Google Shape;1487;p46"/>
            <p:cNvSpPr/>
            <p:nvPr/>
          </p:nvSpPr>
          <p:spPr>
            <a:xfrm>
              <a:off x="3072" y="1536"/>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7</a:t>
              </a:r>
              <a:endParaRPr/>
            </a:p>
          </p:txBody>
        </p:sp>
        <p:sp>
          <p:nvSpPr>
            <p:cNvPr id="1488" name="Google Shape;1488;p46"/>
            <p:cNvSpPr/>
            <p:nvPr/>
          </p:nvSpPr>
          <p:spPr>
            <a:xfrm>
              <a:off x="3263" y="1535"/>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489" name="Google Shape;1489;p46"/>
            <p:cNvSpPr/>
            <p:nvPr/>
          </p:nvSpPr>
          <p:spPr>
            <a:xfrm>
              <a:off x="3455" y="1535"/>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10</a:t>
              </a:r>
              <a:endParaRPr/>
            </a:p>
          </p:txBody>
        </p:sp>
        <p:sp>
          <p:nvSpPr>
            <p:cNvPr id="1490" name="Google Shape;1490;p46"/>
            <p:cNvSpPr/>
            <p:nvPr/>
          </p:nvSpPr>
          <p:spPr>
            <a:xfrm>
              <a:off x="3647" y="1535"/>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491" name="Google Shape;1491;p46"/>
            <p:cNvSpPr/>
            <p:nvPr/>
          </p:nvSpPr>
          <p:spPr>
            <a:xfrm>
              <a:off x="2303"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492" name="Google Shape;1492;p46"/>
            <p:cNvSpPr/>
            <p:nvPr/>
          </p:nvSpPr>
          <p:spPr>
            <a:xfrm>
              <a:off x="2495"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493" name="Google Shape;1493;p46"/>
            <p:cNvSpPr/>
            <p:nvPr/>
          </p:nvSpPr>
          <p:spPr>
            <a:xfrm>
              <a:off x="2687"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494" name="Google Shape;1494;p46"/>
            <p:cNvSpPr/>
            <p:nvPr/>
          </p:nvSpPr>
          <p:spPr>
            <a:xfrm>
              <a:off x="2879"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495" name="Google Shape;1495;p46"/>
            <p:cNvSpPr/>
            <p:nvPr/>
          </p:nvSpPr>
          <p:spPr>
            <a:xfrm>
              <a:off x="3071" y="1727"/>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496" name="Google Shape;1496;p46"/>
            <p:cNvSpPr/>
            <p:nvPr/>
          </p:nvSpPr>
          <p:spPr>
            <a:xfrm>
              <a:off x="3263"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497" name="Google Shape;1497;p46"/>
            <p:cNvSpPr/>
            <p:nvPr/>
          </p:nvSpPr>
          <p:spPr>
            <a:xfrm>
              <a:off x="3455"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498" name="Google Shape;1498;p46"/>
            <p:cNvSpPr/>
            <p:nvPr/>
          </p:nvSpPr>
          <p:spPr>
            <a:xfrm>
              <a:off x="3647"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499" name="Google Shape;1499;p46"/>
            <p:cNvSpPr/>
            <p:nvPr/>
          </p:nvSpPr>
          <p:spPr>
            <a:xfrm>
              <a:off x="2303" y="1919"/>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500" name="Google Shape;1500;p46"/>
            <p:cNvSpPr/>
            <p:nvPr/>
          </p:nvSpPr>
          <p:spPr>
            <a:xfrm>
              <a:off x="2495" y="1919"/>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4</a:t>
              </a:r>
              <a:endParaRPr/>
            </a:p>
          </p:txBody>
        </p:sp>
        <p:sp>
          <p:nvSpPr>
            <p:cNvPr id="1501" name="Google Shape;1501;p46"/>
            <p:cNvSpPr/>
            <p:nvPr/>
          </p:nvSpPr>
          <p:spPr>
            <a:xfrm>
              <a:off x="2687" y="1919"/>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1</a:t>
              </a:r>
              <a:endParaRPr/>
            </a:p>
          </p:txBody>
        </p:sp>
        <p:sp>
          <p:nvSpPr>
            <p:cNvPr id="1502" name="Google Shape;1502;p46"/>
            <p:cNvSpPr/>
            <p:nvPr/>
          </p:nvSpPr>
          <p:spPr>
            <a:xfrm>
              <a:off x="2879" y="1919"/>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503" name="Google Shape;1503;p46"/>
            <p:cNvSpPr/>
            <p:nvPr/>
          </p:nvSpPr>
          <p:spPr>
            <a:xfrm>
              <a:off x="3071" y="1919"/>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504" name="Google Shape;1504;p46"/>
            <p:cNvSpPr/>
            <p:nvPr/>
          </p:nvSpPr>
          <p:spPr>
            <a:xfrm>
              <a:off x="3263" y="1919"/>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505" name="Google Shape;1505;p46"/>
            <p:cNvSpPr/>
            <p:nvPr/>
          </p:nvSpPr>
          <p:spPr>
            <a:xfrm>
              <a:off x="2303" y="211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506" name="Google Shape;1506;p46"/>
            <p:cNvSpPr/>
            <p:nvPr/>
          </p:nvSpPr>
          <p:spPr>
            <a:xfrm>
              <a:off x="2495" y="2111"/>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2</a:t>
              </a:r>
              <a:endParaRPr/>
            </a:p>
          </p:txBody>
        </p:sp>
        <p:sp>
          <p:nvSpPr>
            <p:cNvPr id="1507" name="Google Shape;1507;p46"/>
            <p:cNvSpPr/>
            <p:nvPr/>
          </p:nvSpPr>
          <p:spPr>
            <a:xfrm>
              <a:off x="2687" y="2111"/>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508" name="Google Shape;1508;p46"/>
            <p:cNvSpPr/>
            <p:nvPr/>
          </p:nvSpPr>
          <p:spPr>
            <a:xfrm>
              <a:off x="2879" y="2111"/>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3</a:t>
              </a:r>
              <a:endParaRPr/>
            </a:p>
          </p:txBody>
        </p:sp>
        <p:sp>
          <p:nvSpPr>
            <p:cNvPr id="1509" name="Google Shape;1509;p46"/>
            <p:cNvSpPr/>
            <p:nvPr/>
          </p:nvSpPr>
          <p:spPr>
            <a:xfrm>
              <a:off x="3071" y="211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510" name="Google Shape;1510;p46"/>
            <p:cNvSpPr/>
            <p:nvPr/>
          </p:nvSpPr>
          <p:spPr>
            <a:xfrm>
              <a:off x="2303" y="230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511" name="Google Shape;1511;p46"/>
            <p:cNvSpPr/>
            <p:nvPr/>
          </p:nvSpPr>
          <p:spPr>
            <a:xfrm>
              <a:off x="2495" y="230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512" name="Google Shape;1512;p46"/>
            <p:cNvSpPr/>
            <p:nvPr/>
          </p:nvSpPr>
          <p:spPr>
            <a:xfrm>
              <a:off x="2687" y="230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513" name="Google Shape;1513;p46"/>
            <p:cNvSpPr/>
            <p:nvPr/>
          </p:nvSpPr>
          <p:spPr>
            <a:xfrm>
              <a:off x="2879" y="230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514" name="Google Shape;1514;p46"/>
            <p:cNvSpPr/>
            <p:nvPr/>
          </p:nvSpPr>
          <p:spPr>
            <a:xfrm>
              <a:off x="3071" y="230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grpSp>
      <p:graphicFrame>
        <p:nvGraphicFramePr>
          <p:cNvPr id="1515" name="Google Shape;1515;p46"/>
          <p:cNvGraphicFramePr/>
          <p:nvPr/>
        </p:nvGraphicFramePr>
        <p:xfrm>
          <a:off x="6477000" y="1609725"/>
          <a:ext cx="3000000" cy="3000000"/>
        </p:xfrm>
        <a:graphic>
          <a:graphicData uri="http://schemas.openxmlformats.org/drawingml/2006/table">
            <a:tbl>
              <a:tblPr>
                <a:noFill/>
                <a:tableStyleId>{FD1CA7B9-0ED0-4342-BBFB-D95BC0C4817D}</a:tableStyleId>
              </a:tblPr>
              <a:tblGrid>
                <a:gridCol w="381000"/>
              </a:tblGrid>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10</a:t>
                      </a:r>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9</a:t>
                      </a:r>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7</a:t>
                      </a:r>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4</a:t>
                      </a:r>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3</a:t>
                      </a:r>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2</a:t>
                      </a:r>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1</a:t>
                      </a:r>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9" name="Shape 1519"/>
        <p:cNvGrpSpPr/>
        <p:nvPr/>
      </p:nvGrpSpPr>
      <p:grpSpPr>
        <a:xfrm>
          <a:off x="0" y="0"/>
          <a:ext cx="0" cy="0"/>
          <a:chOff x="0" y="0"/>
          <a:chExt cx="0" cy="0"/>
        </a:xfrm>
      </p:grpSpPr>
      <p:sp>
        <p:nvSpPr>
          <p:cNvPr id="1520" name="Google Shape;1520;p47"/>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1" lang="en-US" sz="2400">
                <a:solidFill>
                  <a:srgbClr val="CC3300"/>
                </a:solidFill>
                <a:latin typeface="Tahoma"/>
                <a:ea typeface="Tahoma"/>
                <a:cs typeface="Tahoma"/>
                <a:sym typeface="Tahoma"/>
              </a:rPr>
              <a:t>‹#›</a:t>
            </a:fld>
            <a:endParaRPr b="1" sz="2400">
              <a:solidFill>
                <a:srgbClr val="CC3300"/>
              </a:solidFill>
              <a:latin typeface="Tahoma"/>
              <a:ea typeface="Tahoma"/>
              <a:cs typeface="Tahoma"/>
              <a:sym typeface="Tahoma"/>
            </a:endParaRPr>
          </a:p>
        </p:txBody>
      </p:sp>
      <p:sp>
        <p:nvSpPr>
          <p:cNvPr id="1521" name="Google Shape;1521;p47"/>
          <p:cNvSpPr txBox="1"/>
          <p:nvPr/>
        </p:nvSpPr>
        <p:spPr>
          <a:xfrm>
            <a:off x="342900" y="228600"/>
            <a:ext cx="8458200" cy="1066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3333CC"/>
                </a:solidFill>
                <a:latin typeface="Arial"/>
                <a:ea typeface="Arial"/>
                <a:cs typeface="Arial"/>
                <a:sym typeface="Arial"/>
              </a:rPr>
              <a:t>Boundary Fill Algorithm</a:t>
            </a:r>
            <a:endParaRPr/>
          </a:p>
          <a:p>
            <a:pPr indent="0" lvl="0" marL="0" marR="0" rtl="0" algn="l">
              <a:spcBef>
                <a:spcPts val="0"/>
              </a:spcBef>
              <a:spcAft>
                <a:spcPts val="0"/>
              </a:spcAft>
              <a:buNone/>
            </a:pPr>
            <a:r>
              <a:rPr b="1" lang="en-US" sz="2800">
                <a:solidFill>
                  <a:srgbClr val="FF0000"/>
                </a:solidFill>
                <a:latin typeface="Arial"/>
                <a:ea typeface="Arial"/>
                <a:cs typeface="Arial"/>
                <a:sym typeface="Arial"/>
              </a:rPr>
              <a:t>8-connected (Example)</a:t>
            </a:r>
            <a:r>
              <a:rPr b="1" lang="en-US" sz="3200">
                <a:solidFill>
                  <a:srgbClr val="3333CC"/>
                </a:solidFill>
                <a:latin typeface="Arial"/>
                <a:ea typeface="Arial"/>
                <a:cs typeface="Arial"/>
                <a:sym typeface="Arial"/>
              </a:rPr>
              <a:t> </a:t>
            </a:r>
            <a:r>
              <a:rPr lang="en-US" sz="2800">
                <a:solidFill>
                  <a:srgbClr val="000000"/>
                </a:solidFill>
                <a:latin typeface="Arial"/>
                <a:ea typeface="Arial"/>
                <a:cs typeface="Arial"/>
                <a:sym typeface="Arial"/>
              </a:rPr>
              <a:t> </a:t>
            </a:r>
            <a:endParaRPr/>
          </a:p>
        </p:txBody>
      </p:sp>
      <p:grpSp>
        <p:nvGrpSpPr>
          <p:cNvPr id="1522" name="Google Shape;1522;p47"/>
          <p:cNvGrpSpPr/>
          <p:nvPr/>
        </p:nvGrpSpPr>
        <p:grpSpPr>
          <a:xfrm>
            <a:off x="3656013" y="1827213"/>
            <a:ext cx="2408237" cy="2103437"/>
            <a:chOff x="2303" y="1151"/>
            <a:chExt cx="1517" cy="1325"/>
          </a:xfrm>
        </p:grpSpPr>
        <p:sp>
          <p:nvSpPr>
            <p:cNvPr id="1523" name="Google Shape;1523;p47"/>
            <p:cNvSpPr/>
            <p:nvPr/>
          </p:nvSpPr>
          <p:spPr>
            <a:xfrm>
              <a:off x="2879" y="115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524" name="Google Shape;1524;p47"/>
            <p:cNvSpPr/>
            <p:nvPr/>
          </p:nvSpPr>
          <p:spPr>
            <a:xfrm>
              <a:off x="3071" y="115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525" name="Google Shape;1525;p47"/>
            <p:cNvSpPr/>
            <p:nvPr/>
          </p:nvSpPr>
          <p:spPr>
            <a:xfrm>
              <a:off x="3263" y="115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526" name="Google Shape;1526;p47"/>
            <p:cNvSpPr/>
            <p:nvPr/>
          </p:nvSpPr>
          <p:spPr>
            <a:xfrm>
              <a:off x="3455" y="115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527" name="Google Shape;1527;p47"/>
            <p:cNvSpPr/>
            <p:nvPr/>
          </p:nvSpPr>
          <p:spPr>
            <a:xfrm>
              <a:off x="3647" y="115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528" name="Google Shape;1528;p47"/>
            <p:cNvSpPr/>
            <p:nvPr/>
          </p:nvSpPr>
          <p:spPr>
            <a:xfrm>
              <a:off x="2879" y="134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529" name="Google Shape;1529;p47"/>
            <p:cNvSpPr/>
            <p:nvPr/>
          </p:nvSpPr>
          <p:spPr>
            <a:xfrm>
              <a:off x="3071" y="1343"/>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530" name="Google Shape;1530;p47"/>
            <p:cNvSpPr/>
            <p:nvPr/>
          </p:nvSpPr>
          <p:spPr>
            <a:xfrm>
              <a:off x="3263" y="1343"/>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9</a:t>
              </a:r>
              <a:endParaRPr/>
            </a:p>
          </p:txBody>
        </p:sp>
        <p:sp>
          <p:nvSpPr>
            <p:cNvPr id="1531" name="Google Shape;1531;p47"/>
            <p:cNvSpPr/>
            <p:nvPr/>
          </p:nvSpPr>
          <p:spPr>
            <a:xfrm>
              <a:off x="3455" y="1343"/>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532" name="Google Shape;1532;p47"/>
            <p:cNvSpPr/>
            <p:nvPr/>
          </p:nvSpPr>
          <p:spPr>
            <a:xfrm>
              <a:off x="3647" y="134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533" name="Google Shape;1533;p47"/>
            <p:cNvSpPr/>
            <p:nvPr/>
          </p:nvSpPr>
          <p:spPr>
            <a:xfrm>
              <a:off x="2879" y="1535"/>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534" name="Google Shape;1534;p47"/>
            <p:cNvSpPr/>
            <p:nvPr/>
          </p:nvSpPr>
          <p:spPr>
            <a:xfrm>
              <a:off x="3072" y="1536"/>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7</a:t>
              </a:r>
              <a:endParaRPr/>
            </a:p>
          </p:txBody>
        </p:sp>
        <p:sp>
          <p:nvSpPr>
            <p:cNvPr id="1535" name="Google Shape;1535;p47"/>
            <p:cNvSpPr/>
            <p:nvPr/>
          </p:nvSpPr>
          <p:spPr>
            <a:xfrm>
              <a:off x="3263" y="1535"/>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536" name="Google Shape;1536;p47"/>
            <p:cNvSpPr/>
            <p:nvPr/>
          </p:nvSpPr>
          <p:spPr>
            <a:xfrm>
              <a:off x="3455" y="1535"/>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537" name="Google Shape;1537;p47"/>
            <p:cNvSpPr/>
            <p:nvPr/>
          </p:nvSpPr>
          <p:spPr>
            <a:xfrm>
              <a:off x="3647" y="1535"/>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538" name="Google Shape;1538;p47"/>
            <p:cNvSpPr/>
            <p:nvPr/>
          </p:nvSpPr>
          <p:spPr>
            <a:xfrm>
              <a:off x="2303"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539" name="Google Shape;1539;p47"/>
            <p:cNvSpPr/>
            <p:nvPr/>
          </p:nvSpPr>
          <p:spPr>
            <a:xfrm>
              <a:off x="2495"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540" name="Google Shape;1540;p47"/>
            <p:cNvSpPr/>
            <p:nvPr/>
          </p:nvSpPr>
          <p:spPr>
            <a:xfrm>
              <a:off x="2687"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541" name="Google Shape;1541;p47"/>
            <p:cNvSpPr/>
            <p:nvPr/>
          </p:nvSpPr>
          <p:spPr>
            <a:xfrm>
              <a:off x="2879"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542" name="Google Shape;1542;p47"/>
            <p:cNvSpPr/>
            <p:nvPr/>
          </p:nvSpPr>
          <p:spPr>
            <a:xfrm>
              <a:off x="3071" y="1727"/>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543" name="Google Shape;1543;p47"/>
            <p:cNvSpPr/>
            <p:nvPr/>
          </p:nvSpPr>
          <p:spPr>
            <a:xfrm>
              <a:off x="3263"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544" name="Google Shape;1544;p47"/>
            <p:cNvSpPr/>
            <p:nvPr/>
          </p:nvSpPr>
          <p:spPr>
            <a:xfrm>
              <a:off x="3455"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545" name="Google Shape;1545;p47"/>
            <p:cNvSpPr/>
            <p:nvPr/>
          </p:nvSpPr>
          <p:spPr>
            <a:xfrm>
              <a:off x="3647"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546" name="Google Shape;1546;p47"/>
            <p:cNvSpPr/>
            <p:nvPr/>
          </p:nvSpPr>
          <p:spPr>
            <a:xfrm>
              <a:off x="2303" y="1919"/>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547" name="Google Shape;1547;p47"/>
            <p:cNvSpPr/>
            <p:nvPr/>
          </p:nvSpPr>
          <p:spPr>
            <a:xfrm>
              <a:off x="2495" y="1919"/>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4</a:t>
              </a:r>
              <a:endParaRPr/>
            </a:p>
          </p:txBody>
        </p:sp>
        <p:sp>
          <p:nvSpPr>
            <p:cNvPr id="1548" name="Google Shape;1548;p47"/>
            <p:cNvSpPr/>
            <p:nvPr/>
          </p:nvSpPr>
          <p:spPr>
            <a:xfrm>
              <a:off x="2687" y="1919"/>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1</a:t>
              </a:r>
              <a:endParaRPr/>
            </a:p>
          </p:txBody>
        </p:sp>
        <p:sp>
          <p:nvSpPr>
            <p:cNvPr id="1549" name="Google Shape;1549;p47"/>
            <p:cNvSpPr/>
            <p:nvPr/>
          </p:nvSpPr>
          <p:spPr>
            <a:xfrm>
              <a:off x="2879" y="1919"/>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550" name="Google Shape;1550;p47"/>
            <p:cNvSpPr/>
            <p:nvPr/>
          </p:nvSpPr>
          <p:spPr>
            <a:xfrm>
              <a:off x="3071" y="1919"/>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551" name="Google Shape;1551;p47"/>
            <p:cNvSpPr/>
            <p:nvPr/>
          </p:nvSpPr>
          <p:spPr>
            <a:xfrm>
              <a:off x="3263" y="1919"/>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552" name="Google Shape;1552;p47"/>
            <p:cNvSpPr/>
            <p:nvPr/>
          </p:nvSpPr>
          <p:spPr>
            <a:xfrm>
              <a:off x="2303" y="211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553" name="Google Shape;1553;p47"/>
            <p:cNvSpPr/>
            <p:nvPr/>
          </p:nvSpPr>
          <p:spPr>
            <a:xfrm>
              <a:off x="2495" y="2111"/>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2</a:t>
              </a:r>
              <a:endParaRPr/>
            </a:p>
          </p:txBody>
        </p:sp>
        <p:sp>
          <p:nvSpPr>
            <p:cNvPr id="1554" name="Google Shape;1554;p47"/>
            <p:cNvSpPr/>
            <p:nvPr/>
          </p:nvSpPr>
          <p:spPr>
            <a:xfrm>
              <a:off x="2687" y="2111"/>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555" name="Google Shape;1555;p47"/>
            <p:cNvSpPr/>
            <p:nvPr/>
          </p:nvSpPr>
          <p:spPr>
            <a:xfrm>
              <a:off x="2879" y="2111"/>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3</a:t>
              </a:r>
              <a:endParaRPr/>
            </a:p>
          </p:txBody>
        </p:sp>
        <p:sp>
          <p:nvSpPr>
            <p:cNvPr id="1556" name="Google Shape;1556;p47"/>
            <p:cNvSpPr/>
            <p:nvPr/>
          </p:nvSpPr>
          <p:spPr>
            <a:xfrm>
              <a:off x="3071" y="211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557" name="Google Shape;1557;p47"/>
            <p:cNvSpPr/>
            <p:nvPr/>
          </p:nvSpPr>
          <p:spPr>
            <a:xfrm>
              <a:off x="2303" y="230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558" name="Google Shape;1558;p47"/>
            <p:cNvSpPr/>
            <p:nvPr/>
          </p:nvSpPr>
          <p:spPr>
            <a:xfrm>
              <a:off x="2495" y="230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559" name="Google Shape;1559;p47"/>
            <p:cNvSpPr/>
            <p:nvPr/>
          </p:nvSpPr>
          <p:spPr>
            <a:xfrm>
              <a:off x="2687" y="230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560" name="Google Shape;1560;p47"/>
            <p:cNvSpPr/>
            <p:nvPr/>
          </p:nvSpPr>
          <p:spPr>
            <a:xfrm>
              <a:off x="2879" y="230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561" name="Google Shape;1561;p47"/>
            <p:cNvSpPr/>
            <p:nvPr/>
          </p:nvSpPr>
          <p:spPr>
            <a:xfrm>
              <a:off x="3071" y="230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grpSp>
      <p:graphicFrame>
        <p:nvGraphicFramePr>
          <p:cNvPr id="1562" name="Google Shape;1562;p47"/>
          <p:cNvGraphicFramePr/>
          <p:nvPr/>
        </p:nvGraphicFramePr>
        <p:xfrm>
          <a:off x="6477000" y="1609725"/>
          <a:ext cx="3000000" cy="3000000"/>
        </p:xfrm>
        <a:graphic>
          <a:graphicData uri="http://schemas.openxmlformats.org/drawingml/2006/table">
            <a:tbl>
              <a:tblPr>
                <a:noFill/>
                <a:tableStyleId>{FD1CA7B9-0ED0-4342-BBFB-D95BC0C4817D}</a:tableStyleId>
              </a:tblPr>
              <a:tblGrid>
                <a:gridCol w="381000"/>
              </a:tblGrid>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9</a:t>
                      </a:r>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7</a:t>
                      </a:r>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4</a:t>
                      </a:r>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3</a:t>
                      </a:r>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2</a:t>
                      </a:r>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1</a:t>
                      </a:r>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6" name="Shape 1566"/>
        <p:cNvGrpSpPr/>
        <p:nvPr/>
      </p:nvGrpSpPr>
      <p:grpSpPr>
        <a:xfrm>
          <a:off x="0" y="0"/>
          <a:ext cx="0" cy="0"/>
          <a:chOff x="0" y="0"/>
          <a:chExt cx="0" cy="0"/>
        </a:xfrm>
      </p:grpSpPr>
      <p:sp>
        <p:nvSpPr>
          <p:cNvPr id="1567" name="Google Shape;1567;p48"/>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1" lang="en-US" sz="2400">
                <a:solidFill>
                  <a:srgbClr val="CC3300"/>
                </a:solidFill>
                <a:latin typeface="Tahoma"/>
                <a:ea typeface="Tahoma"/>
                <a:cs typeface="Tahoma"/>
                <a:sym typeface="Tahoma"/>
              </a:rPr>
              <a:t>‹#›</a:t>
            </a:fld>
            <a:endParaRPr b="1" sz="2400">
              <a:solidFill>
                <a:srgbClr val="CC3300"/>
              </a:solidFill>
              <a:latin typeface="Tahoma"/>
              <a:ea typeface="Tahoma"/>
              <a:cs typeface="Tahoma"/>
              <a:sym typeface="Tahoma"/>
            </a:endParaRPr>
          </a:p>
        </p:txBody>
      </p:sp>
      <p:sp>
        <p:nvSpPr>
          <p:cNvPr id="1568" name="Google Shape;1568;p48"/>
          <p:cNvSpPr txBox="1"/>
          <p:nvPr/>
        </p:nvSpPr>
        <p:spPr>
          <a:xfrm>
            <a:off x="342900" y="228600"/>
            <a:ext cx="8458200" cy="1066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3333CC"/>
                </a:solidFill>
                <a:latin typeface="Arial"/>
                <a:ea typeface="Arial"/>
                <a:cs typeface="Arial"/>
                <a:sym typeface="Arial"/>
              </a:rPr>
              <a:t>Boundary Fill Algorithm</a:t>
            </a:r>
            <a:endParaRPr/>
          </a:p>
          <a:p>
            <a:pPr indent="0" lvl="0" marL="0" marR="0" rtl="0" algn="l">
              <a:spcBef>
                <a:spcPts val="0"/>
              </a:spcBef>
              <a:spcAft>
                <a:spcPts val="0"/>
              </a:spcAft>
              <a:buNone/>
            </a:pPr>
            <a:r>
              <a:rPr b="1" lang="en-US" sz="2800">
                <a:solidFill>
                  <a:srgbClr val="FF0000"/>
                </a:solidFill>
                <a:latin typeface="Arial"/>
                <a:ea typeface="Arial"/>
                <a:cs typeface="Arial"/>
                <a:sym typeface="Arial"/>
              </a:rPr>
              <a:t>8-connected (Example)</a:t>
            </a:r>
            <a:r>
              <a:rPr b="1" lang="en-US" sz="3200">
                <a:solidFill>
                  <a:srgbClr val="3333CC"/>
                </a:solidFill>
                <a:latin typeface="Arial"/>
                <a:ea typeface="Arial"/>
                <a:cs typeface="Arial"/>
                <a:sym typeface="Arial"/>
              </a:rPr>
              <a:t> </a:t>
            </a:r>
            <a:r>
              <a:rPr lang="en-US" sz="2800">
                <a:solidFill>
                  <a:srgbClr val="000000"/>
                </a:solidFill>
                <a:latin typeface="Arial"/>
                <a:ea typeface="Arial"/>
                <a:cs typeface="Arial"/>
                <a:sym typeface="Arial"/>
              </a:rPr>
              <a:t> </a:t>
            </a:r>
            <a:endParaRPr/>
          </a:p>
        </p:txBody>
      </p:sp>
      <p:grpSp>
        <p:nvGrpSpPr>
          <p:cNvPr id="1569" name="Google Shape;1569;p48"/>
          <p:cNvGrpSpPr/>
          <p:nvPr/>
        </p:nvGrpSpPr>
        <p:grpSpPr>
          <a:xfrm>
            <a:off x="3656013" y="1827213"/>
            <a:ext cx="2408237" cy="2103437"/>
            <a:chOff x="2303" y="1151"/>
            <a:chExt cx="1517" cy="1325"/>
          </a:xfrm>
        </p:grpSpPr>
        <p:sp>
          <p:nvSpPr>
            <p:cNvPr id="1570" name="Google Shape;1570;p48"/>
            <p:cNvSpPr/>
            <p:nvPr/>
          </p:nvSpPr>
          <p:spPr>
            <a:xfrm>
              <a:off x="2879" y="115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571" name="Google Shape;1571;p48"/>
            <p:cNvSpPr/>
            <p:nvPr/>
          </p:nvSpPr>
          <p:spPr>
            <a:xfrm>
              <a:off x="3071" y="115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572" name="Google Shape;1572;p48"/>
            <p:cNvSpPr/>
            <p:nvPr/>
          </p:nvSpPr>
          <p:spPr>
            <a:xfrm>
              <a:off x="3263" y="115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573" name="Google Shape;1573;p48"/>
            <p:cNvSpPr/>
            <p:nvPr/>
          </p:nvSpPr>
          <p:spPr>
            <a:xfrm>
              <a:off x="3455" y="115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574" name="Google Shape;1574;p48"/>
            <p:cNvSpPr/>
            <p:nvPr/>
          </p:nvSpPr>
          <p:spPr>
            <a:xfrm>
              <a:off x="3647" y="115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575" name="Google Shape;1575;p48"/>
            <p:cNvSpPr/>
            <p:nvPr/>
          </p:nvSpPr>
          <p:spPr>
            <a:xfrm>
              <a:off x="2879" y="134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576" name="Google Shape;1576;p48"/>
            <p:cNvSpPr/>
            <p:nvPr/>
          </p:nvSpPr>
          <p:spPr>
            <a:xfrm>
              <a:off x="3071" y="1343"/>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577" name="Google Shape;1577;p48"/>
            <p:cNvSpPr/>
            <p:nvPr/>
          </p:nvSpPr>
          <p:spPr>
            <a:xfrm>
              <a:off x="3263" y="1343"/>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578" name="Google Shape;1578;p48"/>
            <p:cNvSpPr/>
            <p:nvPr/>
          </p:nvSpPr>
          <p:spPr>
            <a:xfrm>
              <a:off x="3455" y="1343"/>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579" name="Google Shape;1579;p48"/>
            <p:cNvSpPr/>
            <p:nvPr/>
          </p:nvSpPr>
          <p:spPr>
            <a:xfrm>
              <a:off x="3647" y="134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580" name="Google Shape;1580;p48"/>
            <p:cNvSpPr/>
            <p:nvPr/>
          </p:nvSpPr>
          <p:spPr>
            <a:xfrm>
              <a:off x="2879" y="1535"/>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581" name="Google Shape;1581;p48"/>
            <p:cNvSpPr/>
            <p:nvPr/>
          </p:nvSpPr>
          <p:spPr>
            <a:xfrm>
              <a:off x="3072" y="1536"/>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7</a:t>
              </a:r>
              <a:endParaRPr/>
            </a:p>
          </p:txBody>
        </p:sp>
        <p:sp>
          <p:nvSpPr>
            <p:cNvPr id="1582" name="Google Shape;1582;p48"/>
            <p:cNvSpPr/>
            <p:nvPr/>
          </p:nvSpPr>
          <p:spPr>
            <a:xfrm>
              <a:off x="3263" y="1535"/>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583" name="Google Shape;1583;p48"/>
            <p:cNvSpPr/>
            <p:nvPr/>
          </p:nvSpPr>
          <p:spPr>
            <a:xfrm>
              <a:off x="3455" y="1535"/>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584" name="Google Shape;1584;p48"/>
            <p:cNvSpPr/>
            <p:nvPr/>
          </p:nvSpPr>
          <p:spPr>
            <a:xfrm>
              <a:off x="3647" y="1535"/>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585" name="Google Shape;1585;p48"/>
            <p:cNvSpPr/>
            <p:nvPr/>
          </p:nvSpPr>
          <p:spPr>
            <a:xfrm>
              <a:off x="2303"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586" name="Google Shape;1586;p48"/>
            <p:cNvSpPr/>
            <p:nvPr/>
          </p:nvSpPr>
          <p:spPr>
            <a:xfrm>
              <a:off x="2495"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587" name="Google Shape;1587;p48"/>
            <p:cNvSpPr/>
            <p:nvPr/>
          </p:nvSpPr>
          <p:spPr>
            <a:xfrm>
              <a:off x="2687"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588" name="Google Shape;1588;p48"/>
            <p:cNvSpPr/>
            <p:nvPr/>
          </p:nvSpPr>
          <p:spPr>
            <a:xfrm>
              <a:off x="2879"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589" name="Google Shape;1589;p48"/>
            <p:cNvSpPr/>
            <p:nvPr/>
          </p:nvSpPr>
          <p:spPr>
            <a:xfrm>
              <a:off x="3071" y="1727"/>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590" name="Google Shape;1590;p48"/>
            <p:cNvSpPr/>
            <p:nvPr/>
          </p:nvSpPr>
          <p:spPr>
            <a:xfrm>
              <a:off x="3263"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591" name="Google Shape;1591;p48"/>
            <p:cNvSpPr/>
            <p:nvPr/>
          </p:nvSpPr>
          <p:spPr>
            <a:xfrm>
              <a:off x="3455"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592" name="Google Shape;1592;p48"/>
            <p:cNvSpPr/>
            <p:nvPr/>
          </p:nvSpPr>
          <p:spPr>
            <a:xfrm>
              <a:off x="3647"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593" name="Google Shape;1593;p48"/>
            <p:cNvSpPr/>
            <p:nvPr/>
          </p:nvSpPr>
          <p:spPr>
            <a:xfrm>
              <a:off x="2303" y="1919"/>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594" name="Google Shape;1594;p48"/>
            <p:cNvSpPr/>
            <p:nvPr/>
          </p:nvSpPr>
          <p:spPr>
            <a:xfrm>
              <a:off x="2495" y="1919"/>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4</a:t>
              </a:r>
              <a:endParaRPr/>
            </a:p>
          </p:txBody>
        </p:sp>
        <p:sp>
          <p:nvSpPr>
            <p:cNvPr id="1595" name="Google Shape;1595;p48"/>
            <p:cNvSpPr/>
            <p:nvPr/>
          </p:nvSpPr>
          <p:spPr>
            <a:xfrm>
              <a:off x="2687" y="1919"/>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1</a:t>
              </a:r>
              <a:endParaRPr/>
            </a:p>
          </p:txBody>
        </p:sp>
        <p:sp>
          <p:nvSpPr>
            <p:cNvPr id="1596" name="Google Shape;1596;p48"/>
            <p:cNvSpPr/>
            <p:nvPr/>
          </p:nvSpPr>
          <p:spPr>
            <a:xfrm>
              <a:off x="2879" y="1919"/>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597" name="Google Shape;1597;p48"/>
            <p:cNvSpPr/>
            <p:nvPr/>
          </p:nvSpPr>
          <p:spPr>
            <a:xfrm>
              <a:off x="3071" y="1919"/>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598" name="Google Shape;1598;p48"/>
            <p:cNvSpPr/>
            <p:nvPr/>
          </p:nvSpPr>
          <p:spPr>
            <a:xfrm>
              <a:off x="3263" y="1919"/>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599" name="Google Shape;1599;p48"/>
            <p:cNvSpPr/>
            <p:nvPr/>
          </p:nvSpPr>
          <p:spPr>
            <a:xfrm>
              <a:off x="2303" y="211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600" name="Google Shape;1600;p48"/>
            <p:cNvSpPr/>
            <p:nvPr/>
          </p:nvSpPr>
          <p:spPr>
            <a:xfrm>
              <a:off x="2495" y="2111"/>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2</a:t>
              </a:r>
              <a:endParaRPr/>
            </a:p>
          </p:txBody>
        </p:sp>
        <p:sp>
          <p:nvSpPr>
            <p:cNvPr id="1601" name="Google Shape;1601;p48"/>
            <p:cNvSpPr/>
            <p:nvPr/>
          </p:nvSpPr>
          <p:spPr>
            <a:xfrm>
              <a:off x="2687" y="2111"/>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602" name="Google Shape;1602;p48"/>
            <p:cNvSpPr/>
            <p:nvPr/>
          </p:nvSpPr>
          <p:spPr>
            <a:xfrm>
              <a:off x="2879" y="2111"/>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3</a:t>
              </a:r>
              <a:endParaRPr/>
            </a:p>
          </p:txBody>
        </p:sp>
        <p:sp>
          <p:nvSpPr>
            <p:cNvPr id="1603" name="Google Shape;1603;p48"/>
            <p:cNvSpPr/>
            <p:nvPr/>
          </p:nvSpPr>
          <p:spPr>
            <a:xfrm>
              <a:off x="3071" y="211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604" name="Google Shape;1604;p48"/>
            <p:cNvSpPr/>
            <p:nvPr/>
          </p:nvSpPr>
          <p:spPr>
            <a:xfrm>
              <a:off x="2303" y="230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605" name="Google Shape;1605;p48"/>
            <p:cNvSpPr/>
            <p:nvPr/>
          </p:nvSpPr>
          <p:spPr>
            <a:xfrm>
              <a:off x="2495" y="230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606" name="Google Shape;1606;p48"/>
            <p:cNvSpPr/>
            <p:nvPr/>
          </p:nvSpPr>
          <p:spPr>
            <a:xfrm>
              <a:off x="2687" y="230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607" name="Google Shape;1607;p48"/>
            <p:cNvSpPr/>
            <p:nvPr/>
          </p:nvSpPr>
          <p:spPr>
            <a:xfrm>
              <a:off x="2879" y="230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608" name="Google Shape;1608;p48"/>
            <p:cNvSpPr/>
            <p:nvPr/>
          </p:nvSpPr>
          <p:spPr>
            <a:xfrm>
              <a:off x="3071" y="230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grpSp>
      <p:graphicFrame>
        <p:nvGraphicFramePr>
          <p:cNvPr id="1609" name="Google Shape;1609;p48"/>
          <p:cNvGraphicFramePr/>
          <p:nvPr/>
        </p:nvGraphicFramePr>
        <p:xfrm>
          <a:off x="6477000" y="1609725"/>
          <a:ext cx="3000000" cy="3000000"/>
        </p:xfrm>
        <a:graphic>
          <a:graphicData uri="http://schemas.openxmlformats.org/drawingml/2006/table">
            <a:tbl>
              <a:tblPr>
                <a:noFill/>
                <a:tableStyleId>{FD1CA7B9-0ED0-4342-BBFB-D95BC0C4817D}</a:tableStyleId>
              </a:tblPr>
              <a:tblGrid>
                <a:gridCol w="381000"/>
              </a:tblGrid>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7</a:t>
                      </a:r>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4</a:t>
                      </a:r>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3</a:t>
                      </a:r>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2</a:t>
                      </a:r>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1</a:t>
                      </a:r>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3" name="Shape 1613"/>
        <p:cNvGrpSpPr/>
        <p:nvPr/>
      </p:nvGrpSpPr>
      <p:grpSpPr>
        <a:xfrm>
          <a:off x="0" y="0"/>
          <a:ext cx="0" cy="0"/>
          <a:chOff x="0" y="0"/>
          <a:chExt cx="0" cy="0"/>
        </a:xfrm>
      </p:grpSpPr>
      <p:sp>
        <p:nvSpPr>
          <p:cNvPr id="1614" name="Google Shape;1614;p49"/>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1" lang="en-US" sz="2400">
                <a:solidFill>
                  <a:srgbClr val="CC3300"/>
                </a:solidFill>
                <a:latin typeface="Tahoma"/>
                <a:ea typeface="Tahoma"/>
                <a:cs typeface="Tahoma"/>
                <a:sym typeface="Tahoma"/>
              </a:rPr>
              <a:t>‹#›</a:t>
            </a:fld>
            <a:endParaRPr b="1" sz="2400">
              <a:solidFill>
                <a:srgbClr val="CC3300"/>
              </a:solidFill>
              <a:latin typeface="Tahoma"/>
              <a:ea typeface="Tahoma"/>
              <a:cs typeface="Tahoma"/>
              <a:sym typeface="Tahoma"/>
            </a:endParaRPr>
          </a:p>
        </p:txBody>
      </p:sp>
      <p:sp>
        <p:nvSpPr>
          <p:cNvPr id="1615" name="Google Shape;1615;p49"/>
          <p:cNvSpPr txBox="1"/>
          <p:nvPr/>
        </p:nvSpPr>
        <p:spPr>
          <a:xfrm>
            <a:off x="342900" y="228600"/>
            <a:ext cx="8458200" cy="1066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3333CC"/>
                </a:solidFill>
                <a:latin typeface="Arial"/>
                <a:ea typeface="Arial"/>
                <a:cs typeface="Arial"/>
                <a:sym typeface="Arial"/>
              </a:rPr>
              <a:t>Boundary Fill Algorithm</a:t>
            </a:r>
            <a:endParaRPr/>
          </a:p>
          <a:p>
            <a:pPr indent="0" lvl="0" marL="0" marR="0" rtl="0" algn="l">
              <a:spcBef>
                <a:spcPts val="0"/>
              </a:spcBef>
              <a:spcAft>
                <a:spcPts val="0"/>
              </a:spcAft>
              <a:buNone/>
            </a:pPr>
            <a:r>
              <a:rPr b="1" lang="en-US" sz="2800">
                <a:solidFill>
                  <a:srgbClr val="FF0000"/>
                </a:solidFill>
                <a:latin typeface="Arial"/>
                <a:ea typeface="Arial"/>
                <a:cs typeface="Arial"/>
                <a:sym typeface="Arial"/>
              </a:rPr>
              <a:t>8-connected (Example)</a:t>
            </a:r>
            <a:r>
              <a:rPr b="1" lang="en-US" sz="3200">
                <a:solidFill>
                  <a:srgbClr val="3333CC"/>
                </a:solidFill>
                <a:latin typeface="Arial"/>
                <a:ea typeface="Arial"/>
                <a:cs typeface="Arial"/>
                <a:sym typeface="Arial"/>
              </a:rPr>
              <a:t> </a:t>
            </a:r>
            <a:r>
              <a:rPr lang="en-US" sz="2800">
                <a:solidFill>
                  <a:srgbClr val="000000"/>
                </a:solidFill>
                <a:latin typeface="Arial"/>
                <a:ea typeface="Arial"/>
                <a:cs typeface="Arial"/>
                <a:sym typeface="Arial"/>
              </a:rPr>
              <a:t> </a:t>
            </a:r>
            <a:endParaRPr/>
          </a:p>
        </p:txBody>
      </p:sp>
      <p:grpSp>
        <p:nvGrpSpPr>
          <p:cNvPr id="1616" name="Google Shape;1616;p49"/>
          <p:cNvGrpSpPr/>
          <p:nvPr/>
        </p:nvGrpSpPr>
        <p:grpSpPr>
          <a:xfrm>
            <a:off x="3656013" y="1827213"/>
            <a:ext cx="2408237" cy="2103437"/>
            <a:chOff x="2303" y="1151"/>
            <a:chExt cx="1517" cy="1325"/>
          </a:xfrm>
        </p:grpSpPr>
        <p:sp>
          <p:nvSpPr>
            <p:cNvPr id="1617" name="Google Shape;1617;p49"/>
            <p:cNvSpPr/>
            <p:nvPr/>
          </p:nvSpPr>
          <p:spPr>
            <a:xfrm>
              <a:off x="2879" y="115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618" name="Google Shape;1618;p49"/>
            <p:cNvSpPr/>
            <p:nvPr/>
          </p:nvSpPr>
          <p:spPr>
            <a:xfrm>
              <a:off x="3071" y="115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619" name="Google Shape;1619;p49"/>
            <p:cNvSpPr/>
            <p:nvPr/>
          </p:nvSpPr>
          <p:spPr>
            <a:xfrm>
              <a:off x="3263" y="115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620" name="Google Shape;1620;p49"/>
            <p:cNvSpPr/>
            <p:nvPr/>
          </p:nvSpPr>
          <p:spPr>
            <a:xfrm>
              <a:off x="3455" y="115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621" name="Google Shape;1621;p49"/>
            <p:cNvSpPr/>
            <p:nvPr/>
          </p:nvSpPr>
          <p:spPr>
            <a:xfrm>
              <a:off x="3647" y="115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622" name="Google Shape;1622;p49"/>
            <p:cNvSpPr/>
            <p:nvPr/>
          </p:nvSpPr>
          <p:spPr>
            <a:xfrm>
              <a:off x="2879" y="134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623" name="Google Shape;1623;p49"/>
            <p:cNvSpPr/>
            <p:nvPr/>
          </p:nvSpPr>
          <p:spPr>
            <a:xfrm>
              <a:off x="3071" y="1343"/>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624" name="Google Shape;1624;p49"/>
            <p:cNvSpPr/>
            <p:nvPr/>
          </p:nvSpPr>
          <p:spPr>
            <a:xfrm>
              <a:off x="3263" y="1343"/>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625" name="Google Shape;1625;p49"/>
            <p:cNvSpPr/>
            <p:nvPr/>
          </p:nvSpPr>
          <p:spPr>
            <a:xfrm>
              <a:off x="3455" y="1343"/>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626" name="Google Shape;1626;p49"/>
            <p:cNvSpPr/>
            <p:nvPr/>
          </p:nvSpPr>
          <p:spPr>
            <a:xfrm>
              <a:off x="3647" y="134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627" name="Google Shape;1627;p49"/>
            <p:cNvSpPr/>
            <p:nvPr/>
          </p:nvSpPr>
          <p:spPr>
            <a:xfrm>
              <a:off x="2879" y="1535"/>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628" name="Google Shape;1628;p49"/>
            <p:cNvSpPr/>
            <p:nvPr/>
          </p:nvSpPr>
          <p:spPr>
            <a:xfrm>
              <a:off x="3072" y="1536"/>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629" name="Google Shape;1629;p49"/>
            <p:cNvSpPr/>
            <p:nvPr/>
          </p:nvSpPr>
          <p:spPr>
            <a:xfrm>
              <a:off x="3263" y="1535"/>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630" name="Google Shape;1630;p49"/>
            <p:cNvSpPr/>
            <p:nvPr/>
          </p:nvSpPr>
          <p:spPr>
            <a:xfrm>
              <a:off x="3455" y="1535"/>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631" name="Google Shape;1631;p49"/>
            <p:cNvSpPr/>
            <p:nvPr/>
          </p:nvSpPr>
          <p:spPr>
            <a:xfrm>
              <a:off x="3647" y="1535"/>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632" name="Google Shape;1632;p49"/>
            <p:cNvSpPr/>
            <p:nvPr/>
          </p:nvSpPr>
          <p:spPr>
            <a:xfrm>
              <a:off x="2303"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633" name="Google Shape;1633;p49"/>
            <p:cNvSpPr/>
            <p:nvPr/>
          </p:nvSpPr>
          <p:spPr>
            <a:xfrm>
              <a:off x="2495"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634" name="Google Shape;1634;p49"/>
            <p:cNvSpPr/>
            <p:nvPr/>
          </p:nvSpPr>
          <p:spPr>
            <a:xfrm>
              <a:off x="2687"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635" name="Google Shape;1635;p49"/>
            <p:cNvSpPr/>
            <p:nvPr/>
          </p:nvSpPr>
          <p:spPr>
            <a:xfrm>
              <a:off x="2879"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636" name="Google Shape;1636;p49"/>
            <p:cNvSpPr/>
            <p:nvPr/>
          </p:nvSpPr>
          <p:spPr>
            <a:xfrm>
              <a:off x="3071" y="1727"/>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637" name="Google Shape;1637;p49"/>
            <p:cNvSpPr/>
            <p:nvPr/>
          </p:nvSpPr>
          <p:spPr>
            <a:xfrm>
              <a:off x="3263"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638" name="Google Shape;1638;p49"/>
            <p:cNvSpPr/>
            <p:nvPr/>
          </p:nvSpPr>
          <p:spPr>
            <a:xfrm>
              <a:off x="3455"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639" name="Google Shape;1639;p49"/>
            <p:cNvSpPr/>
            <p:nvPr/>
          </p:nvSpPr>
          <p:spPr>
            <a:xfrm>
              <a:off x="3647"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640" name="Google Shape;1640;p49"/>
            <p:cNvSpPr/>
            <p:nvPr/>
          </p:nvSpPr>
          <p:spPr>
            <a:xfrm>
              <a:off x="2303" y="1919"/>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641" name="Google Shape;1641;p49"/>
            <p:cNvSpPr/>
            <p:nvPr/>
          </p:nvSpPr>
          <p:spPr>
            <a:xfrm>
              <a:off x="2495" y="1919"/>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4</a:t>
              </a:r>
              <a:endParaRPr/>
            </a:p>
          </p:txBody>
        </p:sp>
        <p:sp>
          <p:nvSpPr>
            <p:cNvPr id="1642" name="Google Shape;1642;p49"/>
            <p:cNvSpPr/>
            <p:nvPr/>
          </p:nvSpPr>
          <p:spPr>
            <a:xfrm>
              <a:off x="2687" y="1919"/>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1</a:t>
              </a:r>
              <a:endParaRPr/>
            </a:p>
          </p:txBody>
        </p:sp>
        <p:sp>
          <p:nvSpPr>
            <p:cNvPr id="1643" name="Google Shape;1643;p49"/>
            <p:cNvSpPr/>
            <p:nvPr/>
          </p:nvSpPr>
          <p:spPr>
            <a:xfrm>
              <a:off x="2879" y="1919"/>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644" name="Google Shape;1644;p49"/>
            <p:cNvSpPr/>
            <p:nvPr/>
          </p:nvSpPr>
          <p:spPr>
            <a:xfrm>
              <a:off x="3071" y="1919"/>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645" name="Google Shape;1645;p49"/>
            <p:cNvSpPr/>
            <p:nvPr/>
          </p:nvSpPr>
          <p:spPr>
            <a:xfrm>
              <a:off x="3263" y="1919"/>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646" name="Google Shape;1646;p49"/>
            <p:cNvSpPr/>
            <p:nvPr/>
          </p:nvSpPr>
          <p:spPr>
            <a:xfrm>
              <a:off x="2303" y="211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647" name="Google Shape;1647;p49"/>
            <p:cNvSpPr/>
            <p:nvPr/>
          </p:nvSpPr>
          <p:spPr>
            <a:xfrm>
              <a:off x="2495" y="2111"/>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2</a:t>
              </a:r>
              <a:endParaRPr/>
            </a:p>
          </p:txBody>
        </p:sp>
        <p:sp>
          <p:nvSpPr>
            <p:cNvPr id="1648" name="Google Shape;1648;p49"/>
            <p:cNvSpPr/>
            <p:nvPr/>
          </p:nvSpPr>
          <p:spPr>
            <a:xfrm>
              <a:off x="2687" y="2111"/>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649" name="Google Shape;1649;p49"/>
            <p:cNvSpPr/>
            <p:nvPr/>
          </p:nvSpPr>
          <p:spPr>
            <a:xfrm>
              <a:off x="2879" y="2111"/>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3</a:t>
              </a:r>
              <a:endParaRPr/>
            </a:p>
          </p:txBody>
        </p:sp>
        <p:sp>
          <p:nvSpPr>
            <p:cNvPr id="1650" name="Google Shape;1650;p49"/>
            <p:cNvSpPr/>
            <p:nvPr/>
          </p:nvSpPr>
          <p:spPr>
            <a:xfrm>
              <a:off x="3071" y="211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651" name="Google Shape;1651;p49"/>
            <p:cNvSpPr/>
            <p:nvPr/>
          </p:nvSpPr>
          <p:spPr>
            <a:xfrm>
              <a:off x="2303" y="230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652" name="Google Shape;1652;p49"/>
            <p:cNvSpPr/>
            <p:nvPr/>
          </p:nvSpPr>
          <p:spPr>
            <a:xfrm>
              <a:off x="2495" y="230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653" name="Google Shape;1653;p49"/>
            <p:cNvSpPr/>
            <p:nvPr/>
          </p:nvSpPr>
          <p:spPr>
            <a:xfrm>
              <a:off x="2687" y="230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654" name="Google Shape;1654;p49"/>
            <p:cNvSpPr/>
            <p:nvPr/>
          </p:nvSpPr>
          <p:spPr>
            <a:xfrm>
              <a:off x="2879" y="230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655" name="Google Shape;1655;p49"/>
            <p:cNvSpPr/>
            <p:nvPr/>
          </p:nvSpPr>
          <p:spPr>
            <a:xfrm>
              <a:off x="3071" y="230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grpSp>
      <p:graphicFrame>
        <p:nvGraphicFramePr>
          <p:cNvPr id="1656" name="Google Shape;1656;p49"/>
          <p:cNvGraphicFramePr/>
          <p:nvPr/>
        </p:nvGraphicFramePr>
        <p:xfrm>
          <a:off x="6477000" y="1609725"/>
          <a:ext cx="3000000" cy="3000000"/>
        </p:xfrm>
        <a:graphic>
          <a:graphicData uri="http://schemas.openxmlformats.org/drawingml/2006/table">
            <a:tbl>
              <a:tblPr>
                <a:noFill/>
                <a:tableStyleId>{FD1CA7B9-0ED0-4342-BBFB-D95BC0C4817D}</a:tableStyleId>
              </a:tblPr>
              <a:tblGrid>
                <a:gridCol w="381000"/>
              </a:tblGrid>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4</a:t>
                      </a:r>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3</a:t>
                      </a:r>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2</a:t>
                      </a:r>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1</a:t>
                      </a:r>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0" name="Shape 1660"/>
        <p:cNvGrpSpPr/>
        <p:nvPr/>
      </p:nvGrpSpPr>
      <p:grpSpPr>
        <a:xfrm>
          <a:off x="0" y="0"/>
          <a:ext cx="0" cy="0"/>
          <a:chOff x="0" y="0"/>
          <a:chExt cx="0" cy="0"/>
        </a:xfrm>
      </p:grpSpPr>
      <p:sp>
        <p:nvSpPr>
          <p:cNvPr id="1661" name="Google Shape;1661;p50"/>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1" lang="en-US" sz="2400">
                <a:solidFill>
                  <a:srgbClr val="CC3300"/>
                </a:solidFill>
                <a:latin typeface="Tahoma"/>
                <a:ea typeface="Tahoma"/>
                <a:cs typeface="Tahoma"/>
                <a:sym typeface="Tahoma"/>
              </a:rPr>
              <a:t>‹#›</a:t>
            </a:fld>
            <a:endParaRPr b="1" sz="2400">
              <a:solidFill>
                <a:srgbClr val="CC3300"/>
              </a:solidFill>
              <a:latin typeface="Tahoma"/>
              <a:ea typeface="Tahoma"/>
              <a:cs typeface="Tahoma"/>
              <a:sym typeface="Tahoma"/>
            </a:endParaRPr>
          </a:p>
        </p:txBody>
      </p:sp>
      <p:sp>
        <p:nvSpPr>
          <p:cNvPr id="1662" name="Google Shape;1662;p50"/>
          <p:cNvSpPr txBox="1"/>
          <p:nvPr/>
        </p:nvSpPr>
        <p:spPr>
          <a:xfrm>
            <a:off x="342900" y="228600"/>
            <a:ext cx="8458200" cy="1066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3333CC"/>
                </a:solidFill>
                <a:latin typeface="Arial"/>
                <a:ea typeface="Arial"/>
                <a:cs typeface="Arial"/>
                <a:sym typeface="Arial"/>
              </a:rPr>
              <a:t>Boundary Fill Algorithm</a:t>
            </a:r>
            <a:endParaRPr/>
          </a:p>
          <a:p>
            <a:pPr indent="0" lvl="0" marL="0" marR="0" rtl="0" algn="l">
              <a:spcBef>
                <a:spcPts val="0"/>
              </a:spcBef>
              <a:spcAft>
                <a:spcPts val="0"/>
              </a:spcAft>
              <a:buNone/>
            </a:pPr>
            <a:r>
              <a:rPr b="1" lang="en-US" sz="2800">
                <a:solidFill>
                  <a:srgbClr val="FF0000"/>
                </a:solidFill>
                <a:latin typeface="Arial"/>
                <a:ea typeface="Arial"/>
                <a:cs typeface="Arial"/>
                <a:sym typeface="Arial"/>
              </a:rPr>
              <a:t>8-connected (Example)</a:t>
            </a:r>
            <a:r>
              <a:rPr b="1" lang="en-US" sz="3200">
                <a:solidFill>
                  <a:srgbClr val="3333CC"/>
                </a:solidFill>
                <a:latin typeface="Arial"/>
                <a:ea typeface="Arial"/>
                <a:cs typeface="Arial"/>
                <a:sym typeface="Arial"/>
              </a:rPr>
              <a:t> </a:t>
            </a:r>
            <a:r>
              <a:rPr lang="en-US" sz="2800">
                <a:solidFill>
                  <a:srgbClr val="000000"/>
                </a:solidFill>
                <a:latin typeface="Arial"/>
                <a:ea typeface="Arial"/>
                <a:cs typeface="Arial"/>
                <a:sym typeface="Arial"/>
              </a:rPr>
              <a:t> </a:t>
            </a:r>
            <a:endParaRPr/>
          </a:p>
        </p:txBody>
      </p:sp>
      <p:grpSp>
        <p:nvGrpSpPr>
          <p:cNvPr id="1663" name="Google Shape;1663;p50"/>
          <p:cNvGrpSpPr/>
          <p:nvPr/>
        </p:nvGrpSpPr>
        <p:grpSpPr>
          <a:xfrm>
            <a:off x="3656013" y="1827213"/>
            <a:ext cx="2408237" cy="2103437"/>
            <a:chOff x="2303" y="1151"/>
            <a:chExt cx="1517" cy="1325"/>
          </a:xfrm>
        </p:grpSpPr>
        <p:sp>
          <p:nvSpPr>
            <p:cNvPr id="1664" name="Google Shape;1664;p50"/>
            <p:cNvSpPr/>
            <p:nvPr/>
          </p:nvSpPr>
          <p:spPr>
            <a:xfrm>
              <a:off x="2879" y="115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665" name="Google Shape;1665;p50"/>
            <p:cNvSpPr/>
            <p:nvPr/>
          </p:nvSpPr>
          <p:spPr>
            <a:xfrm>
              <a:off x="3071" y="115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666" name="Google Shape;1666;p50"/>
            <p:cNvSpPr/>
            <p:nvPr/>
          </p:nvSpPr>
          <p:spPr>
            <a:xfrm>
              <a:off x="3263" y="115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667" name="Google Shape;1667;p50"/>
            <p:cNvSpPr/>
            <p:nvPr/>
          </p:nvSpPr>
          <p:spPr>
            <a:xfrm>
              <a:off x="3455" y="115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668" name="Google Shape;1668;p50"/>
            <p:cNvSpPr/>
            <p:nvPr/>
          </p:nvSpPr>
          <p:spPr>
            <a:xfrm>
              <a:off x="3647" y="115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669" name="Google Shape;1669;p50"/>
            <p:cNvSpPr/>
            <p:nvPr/>
          </p:nvSpPr>
          <p:spPr>
            <a:xfrm>
              <a:off x="2879" y="134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670" name="Google Shape;1670;p50"/>
            <p:cNvSpPr/>
            <p:nvPr/>
          </p:nvSpPr>
          <p:spPr>
            <a:xfrm>
              <a:off x="3071" y="1343"/>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671" name="Google Shape;1671;p50"/>
            <p:cNvSpPr/>
            <p:nvPr/>
          </p:nvSpPr>
          <p:spPr>
            <a:xfrm>
              <a:off x="3263" y="1343"/>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672" name="Google Shape;1672;p50"/>
            <p:cNvSpPr/>
            <p:nvPr/>
          </p:nvSpPr>
          <p:spPr>
            <a:xfrm>
              <a:off x="3455" y="1343"/>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673" name="Google Shape;1673;p50"/>
            <p:cNvSpPr/>
            <p:nvPr/>
          </p:nvSpPr>
          <p:spPr>
            <a:xfrm>
              <a:off x="3647" y="134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674" name="Google Shape;1674;p50"/>
            <p:cNvSpPr/>
            <p:nvPr/>
          </p:nvSpPr>
          <p:spPr>
            <a:xfrm>
              <a:off x="2879" y="1535"/>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675" name="Google Shape;1675;p50"/>
            <p:cNvSpPr/>
            <p:nvPr/>
          </p:nvSpPr>
          <p:spPr>
            <a:xfrm>
              <a:off x="3072" y="1536"/>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676" name="Google Shape;1676;p50"/>
            <p:cNvSpPr/>
            <p:nvPr/>
          </p:nvSpPr>
          <p:spPr>
            <a:xfrm>
              <a:off x="3263" y="1535"/>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677" name="Google Shape;1677;p50"/>
            <p:cNvSpPr/>
            <p:nvPr/>
          </p:nvSpPr>
          <p:spPr>
            <a:xfrm>
              <a:off x="3455" y="1535"/>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678" name="Google Shape;1678;p50"/>
            <p:cNvSpPr/>
            <p:nvPr/>
          </p:nvSpPr>
          <p:spPr>
            <a:xfrm>
              <a:off x="3647" y="1535"/>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679" name="Google Shape;1679;p50"/>
            <p:cNvSpPr/>
            <p:nvPr/>
          </p:nvSpPr>
          <p:spPr>
            <a:xfrm>
              <a:off x="2303"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680" name="Google Shape;1680;p50"/>
            <p:cNvSpPr/>
            <p:nvPr/>
          </p:nvSpPr>
          <p:spPr>
            <a:xfrm>
              <a:off x="2495"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681" name="Google Shape;1681;p50"/>
            <p:cNvSpPr/>
            <p:nvPr/>
          </p:nvSpPr>
          <p:spPr>
            <a:xfrm>
              <a:off x="2687"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682" name="Google Shape;1682;p50"/>
            <p:cNvSpPr/>
            <p:nvPr/>
          </p:nvSpPr>
          <p:spPr>
            <a:xfrm>
              <a:off x="2879"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683" name="Google Shape;1683;p50"/>
            <p:cNvSpPr/>
            <p:nvPr/>
          </p:nvSpPr>
          <p:spPr>
            <a:xfrm>
              <a:off x="3071" y="1727"/>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684" name="Google Shape;1684;p50"/>
            <p:cNvSpPr/>
            <p:nvPr/>
          </p:nvSpPr>
          <p:spPr>
            <a:xfrm>
              <a:off x="3263"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685" name="Google Shape;1685;p50"/>
            <p:cNvSpPr/>
            <p:nvPr/>
          </p:nvSpPr>
          <p:spPr>
            <a:xfrm>
              <a:off x="3455"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686" name="Google Shape;1686;p50"/>
            <p:cNvSpPr/>
            <p:nvPr/>
          </p:nvSpPr>
          <p:spPr>
            <a:xfrm>
              <a:off x="3647"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687" name="Google Shape;1687;p50"/>
            <p:cNvSpPr/>
            <p:nvPr/>
          </p:nvSpPr>
          <p:spPr>
            <a:xfrm>
              <a:off x="2303" y="1919"/>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688" name="Google Shape;1688;p50"/>
            <p:cNvSpPr/>
            <p:nvPr/>
          </p:nvSpPr>
          <p:spPr>
            <a:xfrm>
              <a:off x="2495" y="1919"/>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689" name="Google Shape;1689;p50"/>
            <p:cNvSpPr/>
            <p:nvPr/>
          </p:nvSpPr>
          <p:spPr>
            <a:xfrm>
              <a:off x="2687" y="1919"/>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1</a:t>
              </a:r>
              <a:endParaRPr/>
            </a:p>
          </p:txBody>
        </p:sp>
        <p:sp>
          <p:nvSpPr>
            <p:cNvPr id="1690" name="Google Shape;1690;p50"/>
            <p:cNvSpPr/>
            <p:nvPr/>
          </p:nvSpPr>
          <p:spPr>
            <a:xfrm>
              <a:off x="2879" y="1919"/>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691" name="Google Shape;1691;p50"/>
            <p:cNvSpPr/>
            <p:nvPr/>
          </p:nvSpPr>
          <p:spPr>
            <a:xfrm>
              <a:off x="3071" y="1919"/>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692" name="Google Shape;1692;p50"/>
            <p:cNvSpPr/>
            <p:nvPr/>
          </p:nvSpPr>
          <p:spPr>
            <a:xfrm>
              <a:off x="3263" y="1919"/>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693" name="Google Shape;1693;p50"/>
            <p:cNvSpPr/>
            <p:nvPr/>
          </p:nvSpPr>
          <p:spPr>
            <a:xfrm>
              <a:off x="2303" y="211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694" name="Google Shape;1694;p50"/>
            <p:cNvSpPr/>
            <p:nvPr/>
          </p:nvSpPr>
          <p:spPr>
            <a:xfrm>
              <a:off x="2495" y="2111"/>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2</a:t>
              </a:r>
              <a:endParaRPr/>
            </a:p>
          </p:txBody>
        </p:sp>
        <p:sp>
          <p:nvSpPr>
            <p:cNvPr id="1695" name="Google Shape;1695;p50"/>
            <p:cNvSpPr/>
            <p:nvPr/>
          </p:nvSpPr>
          <p:spPr>
            <a:xfrm>
              <a:off x="2687" y="2111"/>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696" name="Google Shape;1696;p50"/>
            <p:cNvSpPr/>
            <p:nvPr/>
          </p:nvSpPr>
          <p:spPr>
            <a:xfrm>
              <a:off x="2879" y="2111"/>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3</a:t>
              </a:r>
              <a:endParaRPr/>
            </a:p>
          </p:txBody>
        </p:sp>
        <p:sp>
          <p:nvSpPr>
            <p:cNvPr id="1697" name="Google Shape;1697;p50"/>
            <p:cNvSpPr/>
            <p:nvPr/>
          </p:nvSpPr>
          <p:spPr>
            <a:xfrm>
              <a:off x="3071" y="211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698" name="Google Shape;1698;p50"/>
            <p:cNvSpPr/>
            <p:nvPr/>
          </p:nvSpPr>
          <p:spPr>
            <a:xfrm>
              <a:off x="2303" y="230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699" name="Google Shape;1699;p50"/>
            <p:cNvSpPr/>
            <p:nvPr/>
          </p:nvSpPr>
          <p:spPr>
            <a:xfrm>
              <a:off x="2495" y="230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700" name="Google Shape;1700;p50"/>
            <p:cNvSpPr/>
            <p:nvPr/>
          </p:nvSpPr>
          <p:spPr>
            <a:xfrm>
              <a:off x="2687" y="230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701" name="Google Shape;1701;p50"/>
            <p:cNvSpPr/>
            <p:nvPr/>
          </p:nvSpPr>
          <p:spPr>
            <a:xfrm>
              <a:off x="2879" y="230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702" name="Google Shape;1702;p50"/>
            <p:cNvSpPr/>
            <p:nvPr/>
          </p:nvSpPr>
          <p:spPr>
            <a:xfrm>
              <a:off x="3071" y="230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grpSp>
      <p:graphicFrame>
        <p:nvGraphicFramePr>
          <p:cNvPr id="1703" name="Google Shape;1703;p50"/>
          <p:cNvGraphicFramePr/>
          <p:nvPr/>
        </p:nvGraphicFramePr>
        <p:xfrm>
          <a:off x="6477000" y="1609725"/>
          <a:ext cx="3000000" cy="3000000"/>
        </p:xfrm>
        <a:graphic>
          <a:graphicData uri="http://schemas.openxmlformats.org/drawingml/2006/table">
            <a:tbl>
              <a:tblPr>
                <a:noFill/>
                <a:tableStyleId>{FD1CA7B9-0ED0-4342-BBFB-D95BC0C4817D}</a:tableStyleId>
              </a:tblPr>
              <a:tblGrid>
                <a:gridCol w="381000"/>
              </a:tblGrid>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3</a:t>
                      </a:r>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2</a:t>
                      </a:r>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1</a:t>
                      </a:r>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7" name="Shape 1707"/>
        <p:cNvGrpSpPr/>
        <p:nvPr/>
      </p:nvGrpSpPr>
      <p:grpSpPr>
        <a:xfrm>
          <a:off x="0" y="0"/>
          <a:ext cx="0" cy="0"/>
          <a:chOff x="0" y="0"/>
          <a:chExt cx="0" cy="0"/>
        </a:xfrm>
      </p:grpSpPr>
      <p:sp>
        <p:nvSpPr>
          <p:cNvPr id="1708" name="Google Shape;1708;p51"/>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1" lang="en-US" sz="2400">
                <a:solidFill>
                  <a:srgbClr val="CC3300"/>
                </a:solidFill>
                <a:latin typeface="Tahoma"/>
                <a:ea typeface="Tahoma"/>
                <a:cs typeface="Tahoma"/>
                <a:sym typeface="Tahoma"/>
              </a:rPr>
              <a:t>‹#›</a:t>
            </a:fld>
            <a:endParaRPr b="1" sz="2400">
              <a:solidFill>
                <a:srgbClr val="CC3300"/>
              </a:solidFill>
              <a:latin typeface="Tahoma"/>
              <a:ea typeface="Tahoma"/>
              <a:cs typeface="Tahoma"/>
              <a:sym typeface="Tahoma"/>
            </a:endParaRPr>
          </a:p>
        </p:txBody>
      </p:sp>
      <p:sp>
        <p:nvSpPr>
          <p:cNvPr id="1709" name="Google Shape;1709;p51"/>
          <p:cNvSpPr txBox="1"/>
          <p:nvPr/>
        </p:nvSpPr>
        <p:spPr>
          <a:xfrm>
            <a:off x="342900" y="228600"/>
            <a:ext cx="8458200" cy="1066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3333CC"/>
                </a:solidFill>
                <a:latin typeface="Arial"/>
                <a:ea typeface="Arial"/>
                <a:cs typeface="Arial"/>
                <a:sym typeface="Arial"/>
              </a:rPr>
              <a:t>Boundary Fill Algorithm</a:t>
            </a:r>
            <a:endParaRPr/>
          </a:p>
          <a:p>
            <a:pPr indent="0" lvl="0" marL="0" marR="0" rtl="0" algn="l">
              <a:spcBef>
                <a:spcPts val="0"/>
              </a:spcBef>
              <a:spcAft>
                <a:spcPts val="0"/>
              </a:spcAft>
              <a:buNone/>
            </a:pPr>
            <a:r>
              <a:rPr b="1" lang="en-US" sz="2800">
                <a:solidFill>
                  <a:srgbClr val="FF0000"/>
                </a:solidFill>
                <a:latin typeface="Arial"/>
                <a:ea typeface="Arial"/>
                <a:cs typeface="Arial"/>
                <a:sym typeface="Arial"/>
              </a:rPr>
              <a:t>8-connected (Example)</a:t>
            </a:r>
            <a:r>
              <a:rPr b="1" lang="en-US" sz="3200">
                <a:solidFill>
                  <a:srgbClr val="3333CC"/>
                </a:solidFill>
                <a:latin typeface="Arial"/>
                <a:ea typeface="Arial"/>
                <a:cs typeface="Arial"/>
                <a:sym typeface="Arial"/>
              </a:rPr>
              <a:t> </a:t>
            </a:r>
            <a:r>
              <a:rPr lang="en-US" sz="2800">
                <a:solidFill>
                  <a:srgbClr val="000000"/>
                </a:solidFill>
                <a:latin typeface="Arial"/>
                <a:ea typeface="Arial"/>
                <a:cs typeface="Arial"/>
                <a:sym typeface="Arial"/>
              </a:rPr>
              <a:t> </a:t>
            </a:r>
            <a:endParaRPr/>
          </a:p>
        </p:txBody>
      </p:sp>
      <p:grpSp>
        <p:nvGrpSpPr>
          <p:cNvPr id="1710" name="Google Shape;1710;p51"/>
          <p:cNvGrpSpPr/>
          <p:nvPr/>
        </p:nvGrpSpPr>
        <p:grpSpPr>
          <a:xfrm>
            <a:off x="3656013" y="1827213"/>
            <a:ext cx="2408237" cy="2103437"/>
            <a:chOff x="2303" y="1151"/>
            <a:chExt cx="1517" cy="1325"/>
          </a:xfrm>
        </p:grpSpPr>
        <p:sp>
          <p:nvSpPr>
            <p:cNvPr id="1711" name="Google Shape;1711;p51"/>
            <p:cNvSpPr/>
            <p:nvPr/>
          </p:nvSpPr>
          <p:spPr>
            <a:xfrm>
              <a:off x="2879" y="115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712" name="Google Shape;1712;p51"/>
            <p:cNvSpPr/>
            <p:nvPr/>
          </p:nvSpPr>
          <p:spPr>
            <a:xfrm>
              <a:off x="3071" y="115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713" name="Google Shape;1713;p51"/>
            <p:cNvSpPr/>
            <p:nvPr/>
          </p:nvSpPr>
          <p:spPr>
            <a:xfrm>
              <a:off x="3263" y="115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714" name="Google Shape;1714;p51"/>
            <p:cNvSpPr/>
            <p:nvPr/>
          </p:nvSpPr>
          <p:spPr>
            <a:xfrm>
              <a:off x="3455" y="115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715" name="Google Shape;1715;p51"/>
            <p:cNvSpPr/>
            <p:nvPr/>
          </p:nvSpPr>
          <p:spPr>
            <a:xfrm>
              <a:off x="3647" y="115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716" name="Google Shape;1716;p51"/>
            <p:cNvSpPr/>
            <p:nvPr/>
          </p:nvSpPr>
          <p:spPr>
            <a:xfrm>
              <a:off x="2879" y="134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717" name="Google Shape;1717;p51"/>
            <p:cNvSpPr/>
            <p:nvPr/>
          </p:nvSpPr>
          <p:spPr>
            <a:xfrm>
              <a:off x="3071" y="1343"/>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718" name="Google Shape;1718;p51"/>
            <p:cNvSpPr/>
            <p:nvPr/>
          </p:nvSpPr>
          <p:spPr>
            <a:xfrm>
              <a:off x="3263" y="1343"/>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719" name="Google Shape;1719;p51"/>
            <p:cNvSpPr/>
            <p:nvPr/>
          </p:nvSpPr>
          <p:spPr>
            <a:xfrm>
              <a:off x="3455" y="1343"/>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720" name="Google Shape;1720;p51"/>
            <p:cNvSpPr/>
            <p:nvPr/>
          </p:nvSpPr>
          <p:spPr>
            <a:xfrm>
              <a:off x="3647" y="134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721" name="Google Shape;1721;p51"/>
            <p:cNvSpPr/>
            <p:nvPr/>
          </p:nvSpPr>
          <p:spPr>
            <a:xfrm>
              <a:off x="2879" y="1535"/>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722" name="Google Shape;1722;p51"/>
            <p:cNvSpPr/>
            <p:nvPr/>
          </p:nvSpPr>
          <p:spPr>
            <a:xfrm>
              <a:off x="3072" y="1536"/>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723" name="Google Shape;1723;p51"/>
            <p:cNvSpPr/>
            <p:nvPr/>
          </p:nvSpPr>
          <p:spPr>
            <a:xfrm>
              <a:off x="3263" y="1535"/>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724" name="Google Shape;1724;p51"/>
            <p:cNvSpPr/>
            <p:nvPr/>
          </p:nvSpPr>
          <p:spPr>
            <a:xfrm>
              <a:off x="3455" y="1535"/>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725" name="Google Shape;1725;p51"/>
            <p:cNvSpPr/>
            <p:nvPr/>
          </p:nvSpPr>
          <p:spPr>
            <a:xfrm>
              <a:off x="3647" y="1535"/>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726" name="Google Shape;1726;p51"/>
            <p:cNvSpPr/>
            <p:nvPr/>
          </p:nvSpPr>
          <p:spPr>
            <a:xfrm>
              <a:off x="2303"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727" name="Google Shape;1727;p51"/>
            <p:cNvSpPr/>
            <p:nvPr/>
          </p:nvSpPr>
          <p:spPr>
            <a:xfrm>
              <a:off x="2495"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728" name="Google Shape;1728;p51"/>
            <p:cNvSpPr/>
            <p:nvPr/>
          </p:nvSpPr>
          <p:spPr>
            <a:xfrm>
              <a:off x="2687"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729" name="Google Shape;1729;p51"/>
            <p:cNvSpPr/>
            <p:nvPr/>
          </p:nvSpPr>
          <p:spPr>
            <a:xfrm>
              <a:off x="2879"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730" name="Google Shape;1730;p51"/>
            <p:cNvSpPr/>
            <p:nvPr/>
          </p:nvSpPr>
          <p:spPr>
            <a:xfrm>
              <a:off x="3071" y="1727"/>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731" name="Google Shape;1731;p51"/>
            <p:cNvSpPr/>
            <p:nvPr/>
          </p:nvSpPr>
          <p:spPr>
            <a:xfrm>
              <a:off x="3263"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732" name="Google Shape;1732;p51"/>
            <p:cNvSpPr/>
            <p:nvPr/>
          </p:nvSpPr>
          <p:spPr>
            <a:xfrm>
              <a:off x="3455"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733" name="Google Shape;1733;p51"/>
            <p:cNvSpPr/>
            <p:nvPr/>
          </p:nvSpPr>
          <p:spPr>
            <a:xfrm>
              <a:off x="3647"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734" name="Google Shape;1734;p51"/>
            <p:cNvSpPr/>
            <p:nvPr/>
          </p:nvSpPr>
          <p:spPr>
            <a:xfrm>
              <a:off x="2303" y="1919"/>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735" name="Google Shape;1735;p51"/>
            <p:cNvSpPr/>
            <p:nvPr/>
          </p:nvSpPr>
          <p:spPr>
            <a:xfrm>
              <a:off x="2495" y="1919"/>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736" name="Google Shape;1736;p51"/>
            <p:cNvSpPr/>
            <p:nvPr/>
          </p:nvSpPr>
          <p:spPr>
            <a:xfrm>
              <a:off x="2687" y="1919"/>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1</a:t>
              </a:r>
              <a:endParaRPr/>
            </a:p>
          </p:txBody>
        </p:sp>
        <p:sp>
          <p:nvSpPr>
            <p:cNvPr id="1737" name="Google Shape;1737;p51"/>
            <p:cNvSpPr/>
            <p:nvPr/>
          </p:nvSpPr>
          <p:spPr>
            <a:xfrm>
              <a:off x="2879" y="1919"/>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738" name="Google Shape;1738;p51"/>
            <p:cNvSpPr/>
            <p:nvPr/>
          </p:nvSpPr>
          <p:spPr>
            <a:xfrm>
              <a:off x="3071" y="1919"/>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739" name="Google Shape;1739;p51"/>
            <p:cNvSpPr/>
            <p:nvPr/>
          </p:nvSpPr>
          <p:spPr>
            <a:xfrm>
              <a:off x="3263" y="1919"/>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740" name="Google Shape;1740;p51"/>
            <p:cNvSpPr/>
            <p:nvPr/>
          </p:nvSpPr>
          <p:spPr>
            <a:xfrm>
              <a:off x="2303" y="211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741" name="Google Shape;1741;p51"/>
            <p:cNvSpPr/>
            <p:nvPr/>
          </p:nvSpPr>
          <p:spPr>
            <a:xfrm>
              <a:off x="2495" y="2111"/>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2</a:t>
              </a:r>
              <a:endParaRPr/>
            </a:p>
          </p:txBody>
        </p:sp>
        <p:sp>
          <p:nvSpPr>
            <p:cNvPr id="1742" name="Google Shape;1742;p51"/>
            <p:cNvSpPr/>
            <p:nvPr/>
          </p:nvSpPr>
          <p:spPr>
            <a:xfrm>
              <a:off x="2687" y="2111"/>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743" name="Google Shape;1743;p51"/>
            <p:cNvSpPr/>
            <p:nvPr/>
          </p:nvSpPr>
          <p:spPr>
            <a:xfrm>
              <a:off x="2879" y="2111"/>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744" name="Google Shape;1744;p51"/>
            <p:cNvSpPr/>
            <p:nvPr/>
          </p:nvSpPr>
          <p:spPr>
            <a:xfrm>
              <a:off x="3071" y="211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745" name="Google Shape;1745;p51"/>
            <p:cNvSpPr/>
            <p:nvPr/>
          </p:nvSpPr>
          <p:spPr>
            <a:xfrm>
              <a:off x="2303" y="230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746" name="Google Shape;1746;p51"/>
            <p:cNvSpPr/>
            <p:nvPr/>
          </p:nvSpPr>
          <p:spPr>
            <a:xfrm>
              <a:off x="2495" y="230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747" name="Google Shape;1747;p51"/>
            <p:cNvSpPr/>
            <p:nvPr/>
          </p:nvSpPr>
          <p:spPr>
            <a:xfrm>
              <a:off x="2687" y="230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748" name="Google Shape;1748;p51"/>
            <p:cNvSpPr/>
            <p:nvPr/>
          </p:nvSpPr>
          <p:spPr>
            <a:xfrm>
              <a:off x="2879" y="230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749" name="Google Shape;1749;p51"/>
            <p:cNvSpPr/>
            <p:nvPr/>
          </p:nvSpPr>
          <p:spPr>
            <a:xfrm>
              <a:off x="3071" y="230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grpSp>
      <p:graphicFrame>
        <p:nvGraphicFramePr>
          <p:cNvPr id="1750" name="Google Shape;1750;p51"/>
          <p:cNvGraphicFramePr/>
          <p:nvPr/>
        </p:nvGraphicFramePr>
        <p:xfrm>
          <a:off x="6477000" y="1609725"/>
          <a:ext cx="3000000" cy="3000000"/>
        </p:xfrm>
        <a:graphic>
          <a:graphicData uri="http://schemas.openxmlformats.org/drawingml/2006/table">
            <a:tbl>
              <a:tblPr>
                <a:noFill/>
                <a:tableStyleId>{FD1CA7B9-0ED0-4342-BBFB-D95BC0C4817D}</a:tableStyleId>
              </a:tblPr>
              <a:tblGrid>
                <a:gridCol w="381000"/>
              </a:tblGrid>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2</a:t>
                      </a:r>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1</a:t>
                      </a:r>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4" name="Shape 1754"/>
        <p:cNvGrpSpPr/>
        <p:nvPr/>
      </p:nvGrpSpPr>
      <p:grpSpPr>
        <a:xfrm>
          <a:off x="0" y="0"/>
          <a:ext cx="0" cy="0"/>
          <a:chOff x="0" y="0"/>
          <a:chExt cx="0" cy="0"/>
        </a:xfrm>
      </p:grpSpPr>
      <p:sp>
        <p:nvSpPr>
          <p:cNvPr id="1755" name="Google Shape;1755;p52"/>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1" lang="en-US" sz="2400">
                <a:solidFill>
                  <a:srgbClr val="CC3300"/>
                </a:solidFill>
                <a:latin typeface="Tahoma"/>
                <a:ea typeface="Tahoma"/>
                <a:cs typeface="Tahoma"/>
                <a:sym typeface="Tahoma"/>
              </a:rPr>
              <a:t>‹#›</a:t>
            </a:fld>
            <a:endParaRPr b="1" sz="2400">
              <a:solidFill>
                <a:srgbClr val="CC3300"/>
              </a:solidFill>
              <a:latin typeface="Tahoma"/>
              <a:ea typeface="Tahoma"/>
              <a:cs typeface="Tahoma"/>
              <a:sym typeface="Tahoma"/>
            </a:endParaRPr>
          </a:p>
        </p:txBody>
      </p:sp>
      <p:sp>
        <p:nvSpPr>
          <p:cNvPr id="1756" name="Google Shape;1756;p52"/>
          <p:cNvSpPr txBox="1"/>
          <p:nvPr/>
        </p:nvSpPr>
        <p:spPr>
          <a:xfrm>
            <a:off x="342900" y="228600"/>
            <a:ext cx="8458200" cy="1066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3333CC"/>
                </a:solidFill>
                <a:latin typeface="Arial"/>
                <a:ea typeface="Arial"/>
                <a:cs typeface="Arial"/>
                <a:sym typeface="Arial"/>
              </a:rPr>
              <a:t>Boundary Fill Algorithm</a:t>
            </a:r>
            <a:endParaRPr/>
          </a:p>
          <a:p>
            <a:pPr indent="0" lvl="0" marL="0" marR="0" rtl="0" algn="l">
              <a:spcBef>
                <a:spcPts val="0"/>
              </a:spcBef>
              <a:spcAft>
                <a:spcPts val="0"/>
              </a:spcAft>
              <a:buNone/>
            </a:pPr>
            <a:r>
              <a:rPr b="1" lang="en-US" sz="2800">
                <a:solidFill>
                  <a:srgbClr val="FF0000"/>
                </a:solidFill>
                <a:latin typeface="Arial"/>
                <a:ea typeface="Arial"/>
                <a:cs typeface="Arial"/>
                <a:sym typeface="Arial"/>
              </a:rPr>
              <a:t>8-connected (Example)</a:t>
            </a:r>
            <a:r>
              <a:rPr b="1" lang="en-US" sz="3200">
                <a:solidFill>
                  <a:srgbClr val="3333CC"/>
                </a:solidFill>
                <a:latin typeface="Arial"/>
                <a:ea typeface="Arial"/>
                <a:cs typeface="Arial"/>
                <a:sym typeface="Arial"/>
              </a:rPr>
              <a:t> </a:t>
            </a:r>
            <a:r>
              <a:rPr lang="en-US" sz="2800">
                <a:solidFill>
                  <a:srgbClr val="000000"/>
                </a:solidFill>
                <a:latin typeface="Arial"/>
                <a:ea typeface="Arial"/>
                <a:cs typeface="Arial"/>
                <a:sym typeface="Arial"/>
              </a:rPr>
              <a:t> </a:t>
            </a:r>
            <a:endParaRPr/>
          </a:p>
        </p:txBody>
      </p:sp>
      <p:grpSp>
        <p:nvGrpSpPr>
          <p:cNvPr id="1757" name="Google Shape;1757;p52"/>
          <p:cNvGrpSpPr/>
          <p:nvPr/>
        </p:nvGrpSpPr>
        <p:grpSpPr>
          <a:xfrm>
            <a:off x="3656013" y="1827213"/>
            <a:ext cx="2408237" cy="2103437"/>
            <a:chOff x="2303" y="1151"/>
            <a:chExt cx="1517" cy="1325"/>
          </a:xfrm>
        </p:grpSpPr>
        <p:sp>
          <p:nvSpPr>
            <p:cNvPr id="1758" name="Google Shape;1758;p52"/>
            <p:cNvSpPr/>
            <p:nvPr/>
          </p:nvSpPr>
          <p:spPr>
            <a:xfrm>
              <a:off x="2879" y="115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759" name="Google Shape;1759;p52"/>
            <p:cNvSpPr/>
            <p:nvPr/>
          </p:nvSpPr>
          <p:spPr>
            <a:xfrm>
              <a:off x="3071" y="115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760" name="Google Shape;1760;p52"/>
            <p:cNvSpPr/>
            <p:nvPr/>
          </p:nvSpPr>
          <p:spPr>
            <a:xfrm>
              <a:off x="3263" y="115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761" name="Google Shape;1761;p52"/>
            <p:cNvSpPr/>
            <p:nvPr/>
          </p:nvSpPr>
          <p:spPr>
            <a:xfrm>
              <a:off x="3455" y="115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762" name="Google Shape;1762;p52"/>
            <p:cNvSpPr/>
            <p:nvPr/>
          </p:nvSpPr>
          <p:spPr>
            <a:xfrm>
              <a:off x="3647" y="115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763" name="Google Shape;1763;p52"/>
            <p:cNvSpPr/>
            <p:nvPr/>
          </p:nvSpPr>
          <p:spPr>
            <a:xfrm>
              <a:off x="2879" y="134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764" name="Google Shape;1764;p52"/>
            <p:cNvSpPr/>
            <p:nvPr/>
          </p:nvSpPr>
          <p:spPr>
            <a:xfrm>
              <a:off x="3071" y="1343"/>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765" name="Google Shape;1765;p52"/>
            <p:cNvSpPr/>
            <p:nvPr/>
          </p:nvSpPr>
          <p:spPr>
            <a:xfrm>
              <a:off x="3263" y="1343"/>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766" name="Google Shape;1766;p52"/>
            <p:cNvSpPr/>
            <p:nvPr/>
          </p:nvSpPr>
          <p:spPr>
            <a:xfrm>
              <a:off x="3455" y="1343"/>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767" name="Google Shape;1767;p52"/>
            <p:cNvSpPr/>
            <p:nvPr/>
          </p:nvSpPr>
          <p:spPr>
            <a:xfrm>
              <a:off x="3647" y="134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768" name="Google Shape;1768;p52"/>
            <p:cNvSpPr/>
            <p:nvPr/>
          </p:nvSpPr>
          <p:spPr>
            <a:xfrm>
              <a:off x="2879" y="1535"/>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769" name="Google Shape;1769;p52"/>
            <p:cNvSpPr/>
            <p:nvPr/>
          </p:nvSpPr>
          <p:spPr>
            <a:xfrm>
              <a:off x="3072" y="1536"/>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770" name="Google Shape;1770;p52"/>
            <p:cNvSpPr/>
            <p:nvPr/>
          </p:nvSpPr>
          <p:spPr>
            <a:xfrm>
              <a:off x="3263" y="1535"/>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771" name="Google Shape;1771;p52"/>
            <p:cNvSpPr/>
            <p:nvPr/>
          </p:nvSpPr>
          <p:spPr>
            <a:xfrm>
              <a:off x="3455" y="1535"/>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772" name="Google Shape;1772;p52"/>
            <p:cNvSpPr/>
            <p:nvPr/>
          </p:nvSpPr>
          <p:spPr>
            <a:xfrm>
              <a:off x="3647" y="1535"/>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773" name="Google Shape;1773;p52"/>
            <p:cNvSpPr/>
            <p:nvPr/>
          </p:nvSpPr>
          <p:spPr>
            <a:xfrm>
              <a:off x="2303"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774" name="Google Shape;1774;p52"/>
            <p:cNvSpPr/>
            <p:nvPr/>
          </p:nvSpPr>
          <p:spPr>
            <a:xfrm>
              <a:off x="2495"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775" name="Google Shape;1775;p52"/>
            <p:cNvSpPr/>
            <p:nvPr/>
          </p:nvSpPr>
          <p:spPr>
            <a:xfrm>
              <a:off x="2687"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776" name="Google Shape;1776;p52"/>
            <p:cNvSpPr/>
            <p:nvPr/>
          </p:nvSpPr>
          <p:spPr>
            <a:xfrm>
              <a:off x="2879"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777" name="Google Shape;1777;p52"/>
            <p:cNvSpPr/>
            <p:nvPr/>
          </p:nvSpPr>
          <p:spPr>
            <a:xfrm>
              <a:off x="3071" y="1727"/>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778" name="Google Shape;1778;p52"/>
            <p:cNvSpPr/>
            <p:nvPr/>
          </p:nvSpPr>
          <p:spPr>
            <a:xfrm>
              <a:off x="3263"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779" name="Google Shape;1779;p52"/>
            <p:cNvSpPr/>
            <p:nvPr/>
          </p:nvSpPr>
          <p:spPr>
            <a:xfrm>
              <a:off x="3455"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780" name="Google Shape;1780;p52"/>
            <p:cNvSpPr/>
            <p:nvPr/>
          </p:nvSpPr>
          <p:spPr>
            <a:xfrm>
              <a:off x="3647"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781" name="Google Shape;1781;p52"/>
            <p:cNvSpPr/>
            <p:nvPr/>
          </p:nvSpPr>
          <p:spPr>
            <a:xfrm>
              <a:off x="2303" y="1919"/>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782" name="Google Shape;1782;p52"/>
            <p:cNvSpPr/>
            <p:nvPr/>
          </p:nvSpPr>
          <p:spPr>
            <a:xfrm>
              <a:off x="2495" y="1919"/>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783" name="Google Shape;1783;p52"/>
            <p:cNvSpPr/>
            <p:nvPr/>
          </p:nvSpPr>
          <p:spPr>
            <a:xfrm>
              <a:off x="2687" y="1919"/>
              <a:ext cx="173" cy="173"/>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1</a:t>
              </a:r>
              <a:endParaRPr/>
            </a:p>
          </p:txBody>
        </p:sp>
        <p:sp>
          <p:nvSpPr>
            <p:cNvPr id="1784" name="Google Shape;1784;p52"/>
            <p:cNvSpPr/>
            <p:nvPr/>
          </p:nvSpPr>
          <p:spPr>
            <a:xfrm>
              <a:off x="2879" y="1919"/>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785" name="Google Shape;1785;p52"/>
            <p:cNvSpPr/>
            <p:nvPr/>
          </p:nvSpPr>
          <p:spPr>
            <a:xfrm>
              <a:off x="3071" y="1919"/>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786" name="Google Shape;1786;p52"/>
            <p:cNvSpPr/>
            <p:nvPr/>
          </p:nvSpPr>
          <p:spPr>
            <a:xfrm>
              <a:off x="3263" y="1919"/>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787" name="Google Shape;1787;p52"/>
            <p:cNvSpPr/>
            <p:nvPr/>
          </p:nvSpPr>
          <p:spPr>
            <a:xfrm>
              <a:off x="2303" y="211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788" name="Google Shape;1788;p52"/>
            <p:cNvSpPr/>
            <p:nvPr/>
          </p:nvSpPr>
          <p:spPr>
            <a:xfrm>
              <a:off x="2495" y="2111"/>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789" name="Google Shape;1789;p52"/>
            <p:cNvSpPr/>
            <p:nvPr/>
          </p:nvSpPr>
          <p:spPr>
            <a:xfrm>
              <a:off x="2687" y="2111"/>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790" name="Google Shape;1790;p52"/>
            <p:cNvSpPr/>
            <p:nvPr/>
          </p:nvSpPr>
          <p:spPr>
            <a:xfrm>
              <a:off x="2879" y="2111"/>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791" name="Google Shape;1791;p52"/>
            <p:cNvSpPr/>
            <p:nvPr/>
          </p:nvSpPr>
          <p:spPr>
            <a:xfrm>
              <a:off x="3071" y="211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792" name="Google Shape;1792;p52"/>
            <p:cNvSpPr/>
            <p:nvPr/>
          </p:nvSpPr>
          <p:spPr>
            <a:xfrm>
              <a:off x="2303" y="230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793" name="Google Shape;1793;p52"/>
            <p:cNvSpPr/>
            <p:nvPr/>
          </p:nvSpPr>
          <p:spPr>
            <a:xfrm>
              <a:off x="2495" y="230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794" name="Google Shape;1794;p52"/>
            <p:cNvSpPr/>
            <p:nvPr/>
          </p:nvSpPr>
          <p:spPr>
            <a:xfrm>
              <a:off x="2687" y="230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795" name="Google Shape;1795;p52"/>
            <p:cNvSpPr/>
            <p:nvPr/>
          </p:nvSpPr>
          <p:spPr>
            <a:xfrm>
              <a:off x="2879" y="230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796" name="Google Shape;1796;p52"/>
            <p:cNvSpPr/>
            <p:nvPr/>
          </p:nvSpPr>
          <p:spPr>
            <a:xfrm>
              <a:off x="3071" y="230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grpSp>
      <p:graphicFrame>
        <p:nvGraphicFramePr>
          <p:cNvPr id="1797" name="Google Shape;1797;p52"/>
          <p:cNvGraphicFramePr/>
          <p:nvPr/>
        </p:nvGraphicFramePr>
        <p:xfrm>
          <a:off x="6477000" y="1609725"/>
          <a:ext cx="3000000" cy="3000000"/>
        </p:xfrm>
        <a:graphic>
          <a:graphicData uri="http://schemas.openxmlformats.org/drawingml/2006/table">
            <a:tbl>
              <a:tblPr>
                <a:noFill/>
                <a:tableStyleId>{FD1CA7B9-0ED0-4342-BBFB-D95BC0C4817D}</a:tableStyleId>
              </a:tblPr>
              <a:tblGrid>
                <a:gridCol w="381000"/>
              </a:tblGrid>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1</a:t>
                      </a:r>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1" name="Shape 1801"/>
        <p:cNvGrpSpPr/>
        <p:nvPr/>
      </p:nvGrpSpPr>
      <p:grpSpPr>
        <a:xfrm>
          <a:off x="0" y="0"/>
          <a:ext cx="0" cy="0"/>
          <a:chOff x="0" y="0"/>
          <a:chExt cx="0" cy="0"/>
        </a:xfrm>
      </p:grpSpPr>
      <p:sp>
        <p:nvSpPr>
          <p:cNvPr id="1802" name="Google Shape;1802;p53"/>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1" lang="en-US" sz="2400">
                <a:solidFill>
                  <a:srgbClr val="CC3300"/>
                </a:solidFill>
                <a:latin typeface="Tahoma"/>
                <a:ea typeface="Tahoma"/>
                <a:cs typeface="Tahoma"/>
                <a:sym typeface="Tahoma"/>
              </a:rPr>
              <a:t>‹#›</a:t>
            </a:fld>
            <a:endParaRPr b="1" sz="2400">
              <a:solidFill>
                <a:srgbClr val="CC3300"/>
              </a:solidFill>
              <a:latin typeface="Tahoma"/>
              <a:ea typeface="Tahoma"/>
              <a:cs typeface="Tahoma"/>
              <a:sym typeface="Tahoma"/>
            </a:endParaRPr>
          </a:p>
        </p:txBody>
      </p:sp>
      <p:grpSp>
        <p:nvGrpSpPr>
          <p:cNvPr id="1803" name="Google Shape;1803;p53"/>
          <p:cNvGrpSpPr/>
          <p:nvPr/>
        </p:nvGrpSpPr>
        <p:grpSpPr>
          <a:xfrm>
            <a:off x="3656013" y="1827213"/>
            <a:ext cx="2408237" cy="2103437"/>
            <a:chOff x="2303" y="1151"/>
            <a:chExt cx="1517" cy="1325"/>
          </a:xfrm>
        </p:grpSpPr>
        <p:sp>
          <p:nvSpPr>
            <p:cNvPr id="1804" name="Google Shape;1804;p53"/>
            <p:cNvSpPr/>
            <p:nvPr/>
          </p:nvSpPr>
          <p:spPr>
            <a:xfrm>
              <a:off x="2879" y="115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805" name="Google Shape;1805;p53"/>
            <p:cNvSpPr/>
            <p:nvPr/>
          </p:nvSpPr>
          <p:spPr>
            <a:xfrm>
              <a:off x="3071" y="115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806" name="Google Shape;1806;p53"/>
            <p:cNvSpPr/>
            <p:nvPr/>
          </p:nvSpPr>
          <p:spPr>
            <a:xfrm>
              <a:off x="3263" y="115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807" name="Google Shape;1807;p53"/>
            <p:cNvSpPr/>
            <p:nvPr/>
          </p:nvSpPr>
          <p:spPr>
            <a:xfrm>
              <a:off x="3455" y="115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808" name="Google Shape;1808;p53"/>
            <p:cNvSpPr/>
            <p:nvPr/>
          </p:nvSpPr>
          <p:spPr>
            <a:xfrm>
              <a:off x="3647" y="115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809" name="Google Shape;1809;p53"/>
            <p:cNvSpPr/>
            <p:nvPr/>
          </p:nvSpPr>
          <p:spPr>
            <a:xfrm>
              <a:off x="2879" y="134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810" name="Google Shape;1810;p53"/>
            <p:cNvSpPr/>
            <p:nvPr/>
          </p:nvSpPr>
          <p:spPr>
            <a:xfrm>
              <a:off x="3071" y="1343"/>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811" name="Google Shape;1811;p53"/>
            <p:cNvSpPr/>
            <p:nvPr/>
          </p:nvSpPr>
          <p:spPr>
            <a:xfrm>
              <a:off x="3263" y="1343"/>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812" name="Google Shape;1812;p53"/>
            <p:cNvSpPr/>
            <p:nvPr/>
          </p:nvSpPr>
          <p:spPr>
            <a:xfrm>
              <a:off x="3455" y="1343"/>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813" name="Google Shape;1813;p53"/>
            <p:cNvSpPr/>
            <p:nvPr/>
          </p:nvSpPr>
          <p:spPr>
            <a:xfrm>
              <a:off x="3647" y="134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814" name="Google Shape;1814;p53"/>
            <p:cNvSpPr/>
            <p:nvPr/>
          </p:nvSpPr>
          <p:spPr>
            <a:xfrm>
              <a:off x="2879" y="1535"/>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815" name="Google Shape;1815;p53"/>
            <p:cNvSpPr/>
            <p:nvPr/>
          </p:nvSpPr>
          <p:spPr>
            <a:xfrm>
              <a:off x="3071" y="1535"/>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816" name="Google Shape;1816;p53"/>
            <p:cNvSpPr/>
            <p:nvPr/>
          </p:nvSpPr>
          <p:spPr>
            <a:xfrm>
              <a:off x="3263" y="1535"/>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817" name="Google Shape;1817;p53"/>
            <p:cNvSpPr/>
            <p:nvPr/>
          </p:nvSpPr>
          <p:spPr>
            <a:xfrm>
              <a:off x="3455" y="1535"/>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818" name="Google Shape;1818;p53"/>
            <p:cNvSpPr/>
            <p:nvPr/>
          </p:nvSpPr>
          <p:spPr>
            <a:xfrm>
              <a:off x="3647" y="1535"/>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819" name="Google Shape;1819;p53"/>
            <p:cNvSpPr/>
            <p:nvPr/>
          </p:nvSpPr>
          <p:spPr>
            <a:xfrm>
              <a:off x="2303"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820" name="Google Shape;1820;p53"/>
            <p:cNvSpPr/>
            <p:nvPr/>
          </p:nvSpPr>
          <p:spPr>
            <a:xfrm>
              <a:off x="2495"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821" name="Google Shape;1821;p53"/>
            <p:cNvSpPr/>
            <p:nvPr/>
          </p:nvSpPr>
          <p:spPr>
            <a:xfrm>
              <a:off x="2687"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822" name="Google Shape;1822;p53"/>
            <p:cNvSpPr/>
            <p:nvPr/>
          </p:nvSpPr>
          <p:spPr>
            <a:xfrm>
              <a:off x="2879"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823" name="Google Shape;1823;p53"/>
            <p:cNvSpPr/>
            <p:nvPr/>
          </p:nvSpPr>
          <p:spPr>
            <a:xfrm>
              <a:off x="3071" y="1727"/>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824" name="Google Shape;1824;p53"/>
            <p:cNvSpPr/>
            <p:nvPr/>
          </p:nvSpPr>
          <p:spPr>
            <a:xfrm>
              <a:off x="3263"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825" name="Google Shape;1825;p53"/>
            <p:cNvSpPr/>
            <p:nvPr/>
          </p:nvSpPr>
          <p:spPr>
            <a:xfrm>
              <a:off x="3455"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826" name="Google Shape;1826;p53"/>
            <p:cNvSpPr/>
            <p:nvPr/>
          </p:nvSpPr>
          <p:spPr>
            <a:xfrm>
              <a:off x="3647" y="1727"/>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827" name="Google Shape;1827;p53"/>
            <p:cNvSpPr/>
            <p:nvPr/>
          </p:nvSpPr>
          <p:spPr>
            <a:xfrm>
              <a:off x="2303" y="1919"/>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828" name="Google Shape;1828;p53"/>
            <p:cNvSpPr/>
            <p:nvPr/>
          </p:nvSpPr>
          <p:spPr>
            <a:xfrm>
              <a:off x="2495" y="1919"/>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829" name="Google Shape;1829;p53"/>
            <p:cNvSpPr/>
            <p:nvPr/>
          </p:nvSpPr>
          <p:spPr>
            <a:xfrm>
              <a:off x="2687" y="1919"/>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830" name="Google Shape;1830;p53"/>
            <p:cNvSpPr/>
            <p:nvPr/>
          </p:nvSpPr>
          <p:spPr>
            <a:xfrm>
              <a:off x="2879" y="1919"/>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831" name="Google Shape;1831;p53"/>
            <p:cNvSpPr/>
            <p:nvPr/>
          </p:nvSpPr>
          <p:spPr>
            <a:xfrm>
              <a:off x="3071" y="1919"/>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832" name="Google Shape;1832;p53"/>
            <p:cNvSpPr/>
            <p:nvPr/>
          </p:nvSpPr>
          <p:spPr>
            <a:xfrm>
              <a:off x="3263" y="1919"/>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833" name="Google Shape;1833;p53"/>
            <p:cNvSpPr/>
            <p:nvPr/>
          </p:nvSpPr>
          <p:spPr>
            <a:xfrm>
              <a:off x="2303" y="211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834" name="Google Shape;1834;p53"/>
            <p:cNvSpPr/>
            <p:nvPr/>
          </p:nvSpPr>
          <p:spPr>
            <a:xfrm>
              <a:off x="2495" y="2111"/>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835" name="Google Shape;1835;p53"/>
            <p:cNvSpPr/>
            <p:nvPr/>
          </p:nvSpPr>
          <p:spPr>
            <a:xfrm>
              <a:off x="2687" y="2111"/>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836" name="Google Shape;1836;p53"/>
            <p:cNvSpPr/>
            <p:nvPr/>
          </p:nvSpPr>
          <p:spPr>
            <a:xfrm>
              <a:off x="2879" y="2111"/>
              <a:ext cx="173" cy="173"/>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1837" name="Google Shape;1837;p53"/>
            <p:cNvSpPr/>
            <p:nvPr/>
          </p:nvSpPr>
          <p:spPr>
            <a:xfrm>
              <a:off x="3071" y="2111"/>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838" name="Google Shape;1838;p53"/>
            <p:cNvSpPr/>
            <p:nvPr/>
          </p:nvSpPr>
          <p:spPr>
            <a:xfrm>
              <a:off x="2303" y="230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839" name="Google Shape;1839;p53"/>
            <p:cNvSpPr/>
            <p:nvPr/>
          </p:nvSpPr>
          <p:spPr>
            <a:xfrm>
              <a:off x="2495" y="230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840" name="Google Shape;1840;p53"/>
            <p:cNvSpPr/>
            <p:nvPr/>
          </p:nvSpPr>
          <p:spPr>
            <a:xfrm>
              <a:off x="2687" y="230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841" name="Google Shape;1841;p53"/>
            <p:cNvSpPr/>
            <p:nvPr/>
          </p:nvSpPr>
          <p:spPr>
            <a:xfrm>
              <a:off x="2879" y="230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1842" name="Google Shape;1842;p53"/>
            <p:cNvSpPr/>
            <p:nvPr/>
          </p:nvSpPr>
          <p:spPr>
            <a:xfrm>
              <a:off x="3071" y="2303"/>
              <a:ext cx="173" cy="173"/>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grpSp>
      <p:sp>
        <p:nvSpPr>
          <p:cNvPr id="1843" name="Google Shape;1843;p53"/>
          <p:cNvSpPr txBox="1"/>
          <p:nvPr/>
        </p:nvSpPr>
        <p:spPr>
          <a:xfrm>
            <a:off x="342900" y="228600"/>
            <a:ext cx="8458200" cy="1066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3333CC"/>
                </a:solidFill>
                <a:latin typeface="Arial"/>
                <a:ea typeface="Arial"/>
                <a:cs typeface="Arial"/>
                <a:sym typeface="Arial"/>
              </a:rPr>
              <a:t>Boundary Fill Algorithm</a:t>
            </a:r>
            <a:endParaRPr/>
          </a:p>
          <a:p>
            <a:pPr indent="0" lvl="0" marL="0" marR="0" rtl="0" algn="l">
              <a:spcBef>
                <a:spcPts val="0"/>
              </a:spcBef>
              <a:spcAft>
                <a:spcPts val="0"/>
              </a:spcAft>
              <a:buNone/>
            </a:pPr>
            <a:r>
              <a:rPr b="1" lang="en-US" sz="2800">
                <a:solidFill>
                  <a:srgbClr val="FF0000"/>
                </a:solidFill>
                <a:latin typeface="Arial"/>
                <a:ea typeface="Arial"/>
                <a:cs typeface="Arial"/>
                <a:sym typeface="Arial"/>
              </a:rPr>
              <a:t>8-connected (Example)</a:t>
            </a:r>
            <a:r>
              <a:rPr b="1" lang="en-US" sz="3200">
                <a:solidFill>
                  <a:srgbClr val="3333CC"/>
                </a:solidFill>
                <a:latin typeface="Arial"/>
                <a:ea typeface="Arial"/>
                <a:cs typeface="Arial"/>
                <a:sym typeface="Arial"/>
              </a:rPr>
              <a:t> </a:t>
            </a:r>
            <a:r>
              <a:rPr lang="en-US" sz="2800">
                <a:solidFill>
                  <a:srgbClr val="000000"/>
                </a:solidFill>
                <a:latin typeface="Arial"/>
                <a:ea typeface="Arial"/>
                <a:cs typeface="Arial"/>
                <a:sym typeface="Arial"/>
              </a:rPr>
              <a:t> </a:t>
            </a:r>
            <a:endParaRPr/>
          </a:p>
        </p:txBody>
      </p:sp>
      <p:graphicFrame>
        <p:nvGraphicFramePr>
          <p:cNvPr id="1844" name="Google Shape;1844;p53"/>
          <p:cNvGraphicFramePr/>
          <p:nvPr/>
        </p:nvGraphicFramePr>
        <p:xfrm>
          <a:off x="6477000" y="1609725"/>
          <a:ext cx="3000000" cy="3000000"/>
        </p:xfrm>
        <a:graphic>
          <a:graphicData uri="http://schemas.openxmlformats.org/drawingml/2006/table">
            <a:tbl>
              <a:tblPr>
                <a:noFill/>
                <a:tableStyleId>{FD1CA7B9-0ED0-4342-BBFB-D95BC0C4817D}</a:tableStyleId>
              </a:tblPr>
              <a:tblGrid>
                <a:gridCol w="381000"/>
              </a:tblGrid>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097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1" i="0" sz="14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8" name="Shape 1848"/>
        <p:cNvGrpSpPr/>
        <p:nvPr/>
      </p:nvGrpSpPr>
      <p:grpSpPr>
        <a:xfrm>
          <a:off x="0" y="0"/>
          <a:ext cx="0" cy="0"/>
          <a:chOff x="0" y="0"/>
          <a:chExt cx="0" cy="0"/>
        </a:xfrm>
      </p:grpSpPr>
      <p:sp>
        <p:nvSpPr>
          <p:cNvPr id="1849" name="Google Shape;1849;p54"/>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1" lang="en-US" sz="2400">
                <a:solidFill>
                  <a:srgbClr val="CC3300"/>
                </a:solidFill>
                <a:latin typeface="Tahoma"/>
                <a:ea typeface="Tahoma"/>
                <a:cs typeface="Tahoma"/>
                <a:sym typeface="Tahoma"/>
              </a:rPr>
              <a:t>‹#›</a:t>
            </a:fld>
            <a:endParaRPr b="1" sz="2400">
              <a:solidFill>
                <a:srgbClr val="CC3300"/>
              </a:solidFill>
              <a:latin typeface="Tahoma"/>
              <a:ea typeface="Tahoma"/>
              <a:cs typeface="Tahoma"/>
              <a:sym typeface="Tahoma"/>
            </a:endParaRPr>
          </a:p>
        </p:txBody>
      </p:sp>
      <p:sp>
        <p:nvSpPr>
          <p:cNvPr id="1850" name="Google Shape;1850;p54"/>
          <p:cNvSpPr txBox="1"/>
          <p:nvPr/>
        </p:nvSpPr>
        <p:spPr>
          <a:xfrm>
            <a:off x="342900" y="228600"/>
            <a:ext cx="8458200" cy="61928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3333CC"/>
                </a:solidFill>
                <a:latin typeface="Arial"/>
                <a:ea typeface="Arial"/>
                <a:cs typeface="Arial"/>
                <a:sym typeface="Arial"/>
              </a:rPr>
              <a:t>Boundary Fill Algorithm</a:t>
            </a:r>
            <a:endParaRPr/>
          </a:p>
          <a:p>
            <a:pPr indent="0" lvl="0" marL="0" marR="0" rtl="0" algn="l">
              <a:spcBef>
                <a:spcPts val="0"/>
              </a:spcBef>
              <a:spcAft>
                <a:spcPts val="0"/>
              </a:spcAft>
              <a:buNone/>
            </a:pPr>
            <a:r>
              <a:t/>
            </a:r>
            <a:endParaRPr sz="2800">
              <a:solidFill>
                <a:srgbClr val="000000"/>
              </a:solidFill>
              <a:latin typeface="Arial"/>
              <a:ea typeface="Arial"/>
              <a:cs typeface="Arial"/>
              <a:sym typeface="Arial"/>
            </a:endParaRPr>
          </a:p>
          <a:p>
            <a:pPr indent="0" lvl="0" marL="0" marR="0" rtl="0" algn="just">
              <a:spcBef>
                <a:spcPts val="0"/>
              </a:spcBef>
              <a:spcAft>
                <a:spcPts val="0"/>
              </a:spcAft>
              <a:buNone/>
            </a:pPr>
            <a:r>
              <a:rPr lang="en-US" sz="2800">
                <a:solidFill>
                  <a:srgbClr val="000000"/>
                </a:solidFill>
                <a:latin typeface="Arial"/>
                <a:ea typeface="Arial"/>
                <a:cs typeface="Arial"/>
                <a:sym typeface="Arial"/>
              </a:rPr>
              <a:t>Since the previous procedure requires considerable stacking of neighboring pixels, more </a:t>
            </a:r>
            <a:r>
              <a:rPr b="1" lang="en-US" sz="2800">
                <a:solidFill>
                  <a:srgbClr val="000000"/>
                </a:solidFill>
                <a:latin typeface="Arial"/>
                <a:ea typeface="Arial"/>
                <a:cs typeface="Arial"/>
                <a:sym typeface="Arial"/>
              </a:rPr>
              <a:t>efficient methods</a:t>
            </a:r>
            <a:r>
              <a:rPr lang="en-US" sz="2800">
                <a:solidFill>
                  <a:srgbClr val="000000"/>
                </a:solidFill>
                <a:latin typeface="Arial"/>
                <a:ea typeface="Arial"/>
                <a:cs typeface="Arial"/>
                <a:sym typeface="Arial"/>
              </a:rPr>
              <a:t> are generally employed. </a:t>
            </a:r>
            <a:endParaRPr/>
          </a:p>
          <a:p>
            <a:pPr indent="0" lvl="0" marL="0" marR="0" rtl="0" algn="just">
              <a:spcBef>
                <a:spcPts val="0"/>
              </a:spcBef>
              <a:spcAft>
                <a:spcPts val="0"/>
              </a:spcAft>
              <a:buNone/>
            </a:pPr>
            <a:r>
              <a:t/>
            </a:r>
            <a:endParaRPr sz="1600">
              <a:solidFill>
                <a:srgbClr val="000000"/>
              </a:solidFill>
              <a:latin typeface="Arial"/>
              <a:ea typeface="Arial"/>
              <a:cs typeface="Arial"/>
              <a:sym typeface="Arial"/>
            </a:endParaRPr>
          </a:p>
          <a:p>
            <a:pPr indent="0" lvl="0" marL="0" marR="0" rtl="0" algn="just">
              <a:spcBef>
                <a:spcPts val="0"/>
              </a:spcBef>
              <a:spcAft>
                <a:spcPts val="0"/>
              </a:spcAft>
              <a:buNone/>
            </a:pPr>
            <a:r>
              <a:rPr lang="en-US" sz="2800">
                <a:solidFill>
                  <a:srgbClr val="000000"/>
                </a:solidFill>
                <a:latin typeface="Arial"/>
                <a:ea typeface="Arial"/>
                <a:cs typeface="Arial"/>
                <a:sym typeface="Arial"/>
              </a:rPr>
              <a:t>These methods (</a:t>
            </a:r>
            <a:r>
              <a:rPr b="1" lang="en-US" sz="2800">
                <a:solidFill>
                  <a:srgbClr val="FF0000"/>
                </a:solidFill>
                <a:latin typeface="Arial"/>
                <a:ea typeface="Arial"/>
                <a:cs typeface="Arial"/>
                <a:sym typeface="Arial"/>
              </a:rPr>
              <a:t>Span Flood-Fill</a:t>
            </a:r>
            <a:r>
              <a:rPr lang="en-US" sz="2800">
                <a:solidFill>
                  <a:srgbClr val="000000"/>
                </a:solidFill>
                <a:latin typeface="Arial"/>
                <a:ea typeface="Arial"/>
                <a:cs typeface="Arial"/>
                <a:sym typeface="Arial"/>
              </a:rPr>
              <a:t>) </a:t>
            </a:r>
            <a:r>
              <a:rPr b="1" lang="en-US" sz="2800">
                <a:solidFill>
                  <a:srgbClr val="000000"/>
                </a:solidFill>
                <a:latin typeface="Arial"/>
                <a:ea typeface="Arial"/>
                <a:cs typeface="Arial"/>
                <a:sym typeface="Arial"/>
              </a:rPr>
              <a:t>fill horizontal pixel spans across scan lines</a:t>
            </a:r>
            <a:r>
              <a:rPr lang="en-US" sz="2800">
                <a:solidFill>
                  <a:srgbClr val="000000"/>
                </a:solidFill>
                <a:latin typeface="Arial"/>
                <a:ea typeface="Arial"/>
                <a:cs typeface="Arial"/>
                <a:sym typeface="Arial"/>
              </a:rPr>
              <a:t>, instead of proceeding to 4-connected or 8-connected neighboring pixels. </a:t>
            </a:r>
            <a:endParaRPr/>
          </a:p>
          <a:p>
            <a:pPr indent="0" lvl="0" marL="0" marR="0" rtl="0" algn="just">
              <a:spcBef>
                <a:spcPts val="0"/>
              </a:spcBef>
              <a:spcAft>
                <a:spcPts val="0"/>
              </a:spcAft>
              <a:buNone/>
            </a:pPr>
            <a:r>
              <a:t/>
            </a:r>
            <a:endParaRPr sz="1600">
              <a:solidFill>
                <a:srgbClr val="000000"/>
              </a:solidFill>
              <a:latin typeface="Arial"/>
              <a:ea typeface="Arial"/>
              <a:cs typeface="Arial"/>
              <a:sym typeface="Arial"/>
            </a:endParaRPr>
          </a:p>
          <a:p>
            <a:pPr indent="0" lvl="0" marL="0" marR="0" rtl="0" algn="just">
              <a:spcBef>
                <a:spcPts val="0"/>
              </a:spcBef>
              <a:spcAft>
                <a:spcPts val="0"/>
              </a:spcAft>
              <a:buNone/>
            </a:pPr>
            <a:r>
              <a:rPr lang="en-US" sz="2800">
                <a:solidFill>
                  <a:srgbClr val="000000"/>
                </a:solidFill>
                <a:latin typeface="Arial"/>
                <a:ea typeface="Arial"/>
                <a:cs typeface="Arial"/>
                <a:sym typeface="Arial"/>
              </a:rPr>
              <a:t>Then we need only stack a beginning position for each horizontal pixel spans, instead of stacking all unprocessed neighboring positions around the current position.</a:t>
            </a:r>
            <a:endParaRPr sz="2800">
              <a:solidFill>
                <a:srgbClr val="000000"/>
              </a:solidFill>
              <a:latin typeface="Arial"/>
              <a:ea typeface="Arial"/>
              <a:cs typeface="Arial"/>
              <a:sym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854" name="Shape 1854"/>
        <p:cNvGrpSpPr/>
        <p:nvPr/>
      </p:nvGrpSpPr>
      <p:grpSpPr>
        <a:xfrm>
          <a:off x="0" y="0"/>
          <a:ext cx="0" cy="0"/>
          <a:chOff x="0" y="0"/>
          <a:chExt cx="0" cy="0"/>
        </a:xfrm>
      </p:grpSpPr>
      <p:sp>
        <p:nvSpPr>
          <p:cNvPr id="1855" name="Google Shape;1855;p55"/>
          <p:cNvSpPr txBox="1"/>
          <p:nvPr>
            <p:ph type="title"/>
          </p:nvPr>
        </p:nvSpPr>
        <p:spPr>
          <a:xfrm>
            <a:off x="0" y="76200"/>
            <a:ext cx="9144000" cy="1143000"/>
          </a:xfrm>
          <a:prstGeom prst="rect">
            <a:avLst/>
          </a:prstGeom>
          <a:noFill/>
          <a:ln>
            <a:noFill/>
          </a:ln>
        </p:spPr>
        <p:txBody>
          <a:bodyPr anchorCtr="0" anchor="ctr" bIns="46025" lIns="92075" spcFirstLastPara="1" rIns="92075" wrap="square" tIns="46025">
            <a:noAutofit/>
          </a:bodyPr>
          <a:lstStyle/>
          <a:p>
            <a:pPr indent="0" lvl="0" marL="0" rtl="0" algn="ctr">
              <a:spcBef>
                <a:spcPts val="0"/>
              </a:spcBef>
              <a:spcAft>
                <a:spcPts val="0"/>
              </a:spcAft>
              <a:buNone/>
            </a:pPr>
            <a:r>
              <a:rPr lang="en-US"/>
              <a:t>Polygon Filling  Algorithm</a:t>
            </a:r>
            <a:br>
              <a:rPr lang="en-US"/>
            </a:br>
            <a:endParaRPr/>
          </a:p>
        </p:txBody>
      </p:sp>
      <p:sp>
        <p:nvSpPr>
          <p:cNvPr id="1856" name="Google Shape;1856;p55"/>
          <p:cNvSpPr txBox="1"/>
          <p:nvPr>
            <p:ph idx="1" type="body"/>
          </p:nvPr>
        </p:nvSpPr>
        <p:spPr>
          <a:xfrm>
            <a:off x="267195" y="838200"/>
            <a:ext cx="8267205" cy="4572000"/>
          </a:xfrm>
          <a:prstGeom prst="rect">
            <a:avLst/>
          </a:prstGeom>
          <a:solidFill>
            <a:srgbClr val="2D3DCF"/>
          </a:solidFill>
          <a:ln>
            <a:noFill/>
          </a:ln>
        </p:spPr>
        <p:txBody>
          <a:bodyPr anchorCtr="0" anchor="t" bIns="45700" lIns="91425" spcFirstLastPara="1" rIns="91425" wrap="square" tIns="45700">
            <a:noAutofit/>
          </a:bodyPr>
          <a:lstStyle/>
          <a:p>
            <a:pPr indent="0" lvl="0" marL="0" rtl="0" algn="l">
              <a:spcBef>
                <a:spcPts val="0"/>
              </a:spcBef>
              <a:spcAft>
                <a:spcPts val="0"/>
              </a:spcAft>
              <a:buSzPts val="2400"/>
              <a:buNone/>
            </a:pPr>
            <a:r>
              <a:rPr lang="en-US"/>
              <a:t>void boundary_fill (x, y, fc, bc){</a:t>
            </a:r>
            <a:endParaRPr/>
          </a:p>
          <a:p>
            <a:pPr indent="0" lvl="0" marL="0" rtl="0" algn="l">
              <a:spcBef>
                <a:spcPts val="480"/>
              </a:spcBef>
              <a:spcAft>
                <a:spcPts val="0"/>
              </a:spcAft>
              <a:buSzPts val="2400"/>
              <a:buNone/>
            </a:pPr>
            <a:r>
              <a:rPr lang="en-US"/>
              <a:t> </a:t>
            </a:r>
            <a:endParaRPr/>
          </a:p>
          <a:p>
            <a:pPr indent="0" lvl="0" marL="0" rtl="0" algn="l">
              <a:spcBef>
                <a:spcPts val="480"/>
              </a:spcBef>
              <a:spcAft>
                <a:spcPts val="0"/>
              </a:spcAft>
              <a:buSzPts val="2400"/>
              <a:buNone/>
            </a:pPr>
            <a:r>
              <a:rPr lang="en-US"/>
              <a:t> if(getpixel(x,y) != bc &amp;&amp; getpixel(x,y) !=fc){</a:t>
            </a:r>
            <a:endParaRPr/>
          </a:p>
          <a:p>
            <a:pPr indent="0" lvl="0" marL="0" rtl="0" algn="l">
              <a:spcBef>
                <a:spcPts val="480"/>
              </a:spcBef>
              <a:spcAft>
                <a:spcPts val="0"/>
              </a:spcAft>
              <a:buSzPts val="2400"/>
              <a:buNone/>
            </a:pPr>
            <a:r>
              <a:rPr lang="en-US"/>
              <a:t>   putpixel(x,y,fc);</a:t>
            </a:r>
            <a:endParaRPr/>
          </a:p>
          <a:p>
            <a:pPr indent="0" lvl="0" marL="0" rtl="0" algn="l">
              <a:spcBef>
                <a:spcPts val="480"/>
              </a:spcBef>
              <a:spcAft>
                <a:spcPts val="0"/>
              </a:spcAft>
              <a:buSzPts val="2400"/>
              <a:buNone/>
            </a:pPr>
            <a:r>
              <a:rPr lang="en-US"/>
              <a:t>   boundary_fill(x+1, y, fc,bc);</a:t>
            </a:r>
            <a:endParaRPr/>
          </a:p>
          <a:p>
            <a:pPr indent="0" lvl="0" marL="0" rtl="0" algn="l">
              <a:spcBef>
                <a:spcPts val="480"/>
              </a:spcBef>
              <a:spcAft>
                <a:spcPts val="0"/>
              </a:spcAft>
              <a:buSzPts val="2400"/>
              <a:buNone/>
            </a:pPr>
            <a:r>
              <a:rPr lang="en-US"/>
              <a:t>   boundary_fill(x, y+1, fc,bc);</a:t>
            </a:r>
            <a:endParaRPr/>
          </a:p>
          <a:p>
            <a:pPr indent="0" lvl="0" marL="0" rtl="0" algn="l">
              <a:spcBef>
                <a:spcPts val="480"/>
              </a:spcBef>
              <a:spcAft>
                <a:spcPts val="0"/>
              </a:spcAft>
              <a:buSzPts val="2400"/>
              <a:buNone/>
            </a:pPr>
            <a:r>
              <a:rPr lang="en-US"/>
              <a:t>   boundary_fill(x-1, y, fc,bc);</a:t>
            </a:r>
            <a:endParaRPr/>
          </a:p>
          <a:p>
            <a:pPr indent="0" lvl="0" marL="0" rtl="0" algn="l">
              <a:spcBef>
                <a:spcPts val="480"/>
              </a:spcBef>
              <a:spcAft>
                <a:spcPts val="0"/>
              </a:spcAft>
              <a:buSzPts val="2400"/>
              <a:buNone/>
            </a:pPr>
            <a:r>
              <a:rPr lang="en-US"/>
              <a:t>   boundary_fill(x, y-1, fc,bc);</a:t>
            </a:r>
            <a:endParaRPr/>
          </a:p>
          <a:p>
            <a:pPr indent="0" lvl="0" marL="0" rtl="0" algn="l">
              <a:spcBef>
                <a:spcPts val="480"/>
              </a:spcBef>
              <a:spcAft>
                <a:spcPts val="0"/>
              </a:spcAft>
              <a:buSzPts val="2400"/>
              <a:buNone/>
            </a:pPr>
            <a:r>
              <a:rPr lang="en-US"/>
              <a:t>  }</a:t>
            </a:r>
            <a:endParaRPr/>
          </a:p>
          <a:p>
            <a:pPr indent="0" lvl="0" marL="0" rtl="0" algn="l">
              <a:spcBef>
                <a:spcPts val="480"/>
              </a:spcBef>
              <a:spcAft>
                <a:spcPts val="0"/>
              </a:spcAft>
              <a:buSzPts val="2400"/>
              <a:buNone/>
            </a:pPr>
            <a:r>
              <a:rPr lang="en-US"/>
              <a:t>}</a:t>
            </a:r>
            <a:endParaRPr/>
          </a:p>
        </p:txBody>
      </p:sp>
      <p:sp>
        <p:nvSpPr>
          <p:cNvPr id="1857" name="Google Shape;1857;p55"/>
          <p:cNvSpPr txBox="1"/>
          <p:nvPr/>
        </p:nvSpPr>
        <p:spPr>
          <a:xfrm>
            <a:off x="533400" y="5562600"/>
            <a:ext cx="2885726" cy="138499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FFFF00"/>
                </a:solidFill>
                <a:latin typeface="Times New Roman"/>
                <a:ea typeface="Times New Roman"/>
                <a:cs typeface="Times New Roman"/>
                <a:sym typeface="Times New Roman"/>
              </a:rPr>
              <a:t>(x,y): current pixel</a:t>
            </a:r>
            <a:endParaRPr/>
          </a:p>
          <a:p>
            <a:pPr indent="0" lvl="0" marL="0" marR="0" rtl="0" algn="l">
              <a:spcBef>
                <a:spcPts val="0"/>
              </a:spcBef>
              <a:spcAft>
                <a:spcPts val="0"/>
              </a:spcAft>
              <a:buNone/>
            </a:pPr>
            <a:r>
              <a:rPr lang="en-US" sz="2800">
                <a:solidFill>
                  <a:srgbClr val="FFFF00"/>
                </a:solidFill>
                <a:latin typeface="Times New Roman"/>
                <a:ea typeface="Times New Roman"/>
                <a:cs typeface="Times New Roman"/>
                <a:sym typeface="Times New Roman"/>
              </a:rPr>
              <a:t>fc: new color</a:t>
            </a:r>
            <a:endParaRPr/>
          </a:p>
          <a:p>
            <a:pPr indent="0" lvl="0" marL="0" marR="0" rtl="0" algn="l">
              <a:spcBef>
                <a:spcPts val="0"/>
              </a:spcBef>
              <a:spcAft>
                <a:spcPts val="0"/>
              </a:spcAft>
              <a:buNone/>
            </a:pPr>
            <a:r>
              <a:rPr lang="en-US" sz="2800">
                <a:solidFill>
                  <a:srgbClr val="FFFF00"/>
                </a:solidFill>
                <a:latin typeface="Times New Roman"/>
                <a:ea typeface="Times New Roman"/>
                <a:cs typeface="Times New Roman"/>
                <a:sym typeface="Times New Roman"/>
              </a:rPr>
              <a:t>bc: boundary color</a:t>
            </a:r>
            <a:endParaRPr/>
          </a:p>
        </p:txBody>
      </p:sp>
      <p:sp>
        <p:nvSpPr>
          <p:cNvPr id="1858" name="Google Shape;1858;p55"/>
          <p:cNvSpPr txBox="1"/>
          <p:nvPr/>
        </p:nvSpPr>
        <p:spPr>
          <a:xfrm>
            <a:off x="3581400" y="5638800"/>
            <a:ext cx="5289333" cy="9541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FF3300"/>
                </a:solidFill>
                <a:latin typeface="Times New Roman"/>
                <a:ea typeface="Times New Roman"/>
                <a:cs typeface="Times New Roman"/>
                <a:sym typeface="Times New Roman"/>
              </a:rPr>
              <a:t>getpixel(x,y)</a:t>
            </a:r>
            <a:r>
              <a:rPr lang="en-US" sz="2800">
                <a:solidFill>
                  <a:srgbClr val="FFFF00"/>
                </a:solidFill>
                <a:latin typeface="Times New Roman"/>
                <a:ea typeface="Times New Roman"/>
                <a:cs typeface="Times New Roman"/>
                <a:sym typeface="Times New Roman"/>
              </a:rPr>
              <a:t>: returns color of (x,y)</a:t>
            </a:r>
            <a:endParaRPr/>
          </a:p>
          <a:p>
            <a:pPr indent="0" lvl="0" marL="0" marR="0" rtl="0" algn="l">
              <a:spcBef>
                <a:spcPts val="0"/>
              </a:spcBef>
              <a:spcAft>
                <a:spcPts val="0"/>
              </a:spcAft>
              <a:buNone/>
            </a:pPr>
            <a:r>
              <a:rPr lang="en-US" sz="2800">
                <a:solidFill>
                  <a:srgbClr val="FF3300"/>
                </a:solidFill>
                <a:latin typeface="Times New Roman"/>
                <a:ea typeface="Times New Roman"/>
                <a:cs typeface="Times New Roman"/>
                <a:sym typeface="Times New Roman"/>
              </a:rPr>
              <a:t>putpixel(x,y,c)</a:t>
            </a:r>
            <a:r>
              <a:rPr lang="en-US" sz="2800">
                <a:solidFill>
                  <a:srgbClr val="FFFF00"/>
                </a:solidFill>
                <a:latin typeface="Times New Roman"/>
                <a:ea typeface="Times New Roman"/>
                <a:cs typeface="Times New Roman"/>
                <a:sym typeface="Times New Roman"/>
              </a:rPr>
              <a:t>: </a:t>
            </a:r>
            <a:r>
              <a:rPr lang="en-US" sz="2400">
                <a:solidFill>
                  <a:srgbClr val="FFFF00"/>
                </a:solidFill>
                <a:latin typeface="Times New Roman"/>
                <a:ea typeface="Times New Roman"/>
                <a:cs typeface="Times New Roman"/>
                <a:sym typeface="Times New Roman"/>
              </a:rPr>
              <a:t>paint (x,y) with color c</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862" name="Shape 1862"/>
        <p:cNvGrpSpPr/>
        <p:nvPr/>
      </p:nvGrpSpPr>
      <p:grpSpPr>
        <a:xfrm>
          <a:off x="0" y="0"/>
          <a:ext cx="0" cy="0"/>
          <a:chOff x="0" y="0"/>
          <a:chExt cx="0" cy="0"/>
        </a:xfrm>
      </p:grpSpPr>
      <p:sp>
        <p:nvSpPr>
          <p:cNvPr id="1863" name="Google Shape;1863;p56"/>
          <p:cNvSpPr txBox="1"/>
          <p:nvPr>
            <p:ph type="title"/>
          </p:nvPr>
        </p:nvSpPr>
        <p:spPr>
          <a:xfrm>
            <a:off x="0" y="76200"/>
            <a:ext cx="9144000" cy="1143000"/>
          </a:xfrm>
          <a:prstGeom prst="rect">
            <a:avLst/>
          </a:prstGeom>
          <a:noFill/>
          <a:ln>
            <a:noFill/>
          </a:ln>
        </p:spPr>
        <p:txBody>
          <a:bodyPr anchorCtr="0" anchor="ctr" bIns="46025" lIns="92075" spcFirstLastPara="1" rIns="92075" wrap="square" tIns="46025">
            <a:noAutofit/>
          </a:bodyPr>
          <a:lstStyle/>
          <a:p>
            <a:pPr indent="0" lvl="0" marL="0" rtl="0" algn="ctr">
              <a:spcBef>
                <a:spcPts val="0"/>
              </a:spcBef>
              <a:spcAft>
                <a:spcPts val="0"/>
              </a:spcAft>
              <a:buNone/>
            </a:pPr>
            <a:r>
              <a:rPr lang="en-US"/>
              <a:t>Polygon Filling </a:t>
            </a:r>
            <a:br>
              <a:rPr lang="en-US"/>
            </a:br>
            <a:endParaRPr/>
          </a:p>
        </p:txBody>
      </p:sp>
      <p:sp>
        <p:nvSpPr>
          <p:cNvPr id="1864" name="Google Shape;1864;p56"/>
          <p:cNvSpPr txBox="1"/>
          <p:nvPr>
            <p:ph idx="1" type="body"/>
          </p:nvPr>
        </p:nvSpPr>
        <p:spPr>
          <a:xfrm>
            <a:off x="304800" y="838200"/>
            <a:ext cx="8839200" cy="11430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400"/>
              <a:buChar char="⬥"/>
            </a:pPr>
            <a:r>
              <a:rPr b="1" lang="en-US"/>
              <a:t>Seed Fill</a:t>
            </a:r>
            <a:r>
              <a:rPr lang="en-US"/>
              <a:t>: </a:t>
            </a:r>
            <a:endParaRPr/>
          </a:p>
          <a:p>
            <a:pPr indent="-285750" lvl="1" marL="742950" rtl="0" algn="l">
              <a:spcBef>
                <a:spcPts val="480"/>
              </a:spcBef>
              <a:spcAft>
                <a:spcPts val="0"/>
              </a:spcAft>
              <a:buClr>
                <a:srgbClr val="E5948C"/>
              </a:buClr>
              <a:buSzPts val="2280"/>
              <a:buFont typeface="Arial"/>
              <a:buChar char="–"/>
            </a:pPr>
            <a:r>
              <a:rPr lang="en-US">
                <a:solidFill>
                  <a:srgbClr val="E5948C"/>
                </a:solidFill>
              </a:rPr>
              <a:t>Flood Filling</a:t>
            </a:r>
            <a:r>
              <a:rPr lang="en-US"/>
              <a:t>:  starts from seed, old color replace by</a:t>
            </a:r>
            <a:endParaRPr/>
          </a:p>
          <a:p>
            <a:pPr indent="0" lvl="1" marL="457200" rtl="0" algn="l">
              <a:spcBef>
                <a:spcPts val="480"/>
              </a:spcBef>
              <a:spcAft>
                <a:spcPts val="0"/>
              </a:spcAft>
              <a:buClr>
                <a:srgbClr val="FFFFFF"/>
              </a:buClr>
              <a:buSzPts val="2280"/>
              <a:buFont typeface="Arial"/>
              <a:buNone/>
            </a:pPr>
            <a:r>
              <a:rPr lang="en-US"/>
              <a:t>   new color. Here old color is black and new color is yellow</a:t>
            </a:r>
            <a:endParaRPr/>
          </a:p>
          <a:p>
            <a:pPr indent="0" lvl="1" marL="457200" rtl="0" algn="l">
              <a:spcBef>
                <a:spcPts val="480"/>
              </a:spcBef>
              <a:spcAft>
                <a:spcPts val="0"/>
              </a:spcAft>
              <a:buClr>
                <a:srgbClr val="FFFFFF"/>
              </a:buClr>
              <a:buSzPts val="2280"/>
              <a:buFont typeface="Arial"/>
              <a:buNone/>
            </a:pPr>
            <a:r>
              <a:rPr lang="en-US"/>
              <a:t>   border color is while</a:t>
            </a:r>
            <a:endParaRPr/>
          </a:p>
          <a:p>
            <a:pPr indent="0" lvl="0" marL="0" rtl="0" algn="l">
              <a:spcBef>
                <a:spcPts val="480"/>
              </a:spcBef>
              <a:spcAft>
                <a:spcPts val="0"/>
              </a:spcAft>
              <a:buSzPts val="2400"/>
              <a:buNone/>
            </a:pPr>
            <a:r>
              <a:t/>
            </a:r>
            <a:endParaRPr/>
          </a:p>
        </p:txBody>
      </p:sp>
      <p:sp>
        <p:nvSpPr>
          <p:cNvPr id="1865" name="Google Shape;1865;p56"/>
          <p:cNvSpPr/>
          <p:nvPr/>
        </p:nvSpPr>
        <p:spPr>
          <a:xfrm>
            <a:off x="7010400" y="3354779"/>
            <a:ext cx="1600200" cy="1151907"/>
          </a:xfrm>
          <a:prstGeom prst="rect">
            <a:avLst/>
          </a:prstGeom>
          <a:solidFill>
            <a:schemeClr val="dk1"/>
          </a:solidFill>
          <a:ln cap="sq" cmpd="sng" w="12700">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Times New Roman"/>
              <a:buNone/>
            </a:pPr>
            <a:r>
              <a:t/>
            </a:r>
            <a:endParaRPr b="0" i="0" sz="2800" u="none" cap="none" strike="noStrike">
              <a:solidFill>
                <a:schemeClr val="dk1"/>
              </a:solidFill>
              <a:latin typeface="Times New Roman"/>
              <a:ea typeface="Times New Roman"/>
              <a:cs typeface="Times New Roman"/>
              <a:sym typeface="Times New Roman"/>
            </a:endParaRPr>
          </a:p>
        </p:txBody>
      </p:sp>
      <p:sp>
        <p:nvSpPr>
          <p:cNvPr id="1866" name="Google Shape;1866;p56"/>
          <p:cNvSpPr/>
          <p:nvPr/>
        </p:nvSpPr>
        <p:spPr>
          <a:xfrm>
            <a:off x="7024750" y="3354778"/>
            <a:ext cx="381000" cy="379021"/>
          </a:xfrm>
          <a:prstGeom prst="ellipse">
            <a:avLst/>
          </a:prstGeom>
          <a:solidFill>
            <a:srgbClr val="FFB827"/>
          </a:solidFill>
          <a:ln cap="sq"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Times New Roman"/>
              <a:buNone/>
            </a:pPr>
            <a:r>
              <a:t/>
            </a:r>
            <a:endParaRPr b="0" i="0" sz="2800" u="none" cap="none" strike="noStrike">
              <a:solidFill>
                <a:schemeClr val="dk1"/>
              </a:solidFill>
              <a:latin typeface="Times New Roman"/>
              <a:ea typeface="Times New Roman"/>
              <a:cs typeface="Times New Roman"/>
              <a:sym typeface="Times New Roman"/>
            </a:endParaRPr>
          </a:p>
        </p:txBody>
      </p:sp>
      <p:sp>
        <p:nvSpPr>
          <p:cNvPr id="1867" name="Google Shape;1867;p56"/>
          <p:cNvSpPr/>
          <p:nvPr/>
        </p:nvSpPr>
        <p:spPr>
          <a:xfrm>
            <a:off x="7405750" y="3354779"/>
            <a:ext cx="381000" cy="379021"/>
          </a:xfrm>
          <a:prstGeom prst="ellipse">
            <a:avLst/>
          </a:prstGeom>
          <a:solidFill>
            <a:srgbClr val="FFB827"/>
          </a:solidFill>
          <a:ln cap="sq"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Times New Roman"/>
              <a:buNone/>
            </a:pPr>
            <a:r>
              <a:t/>
            </a:r>
            <a:endParaRPr b="0" i="0" sz="2800" u="none" cap="none" strike="noStrike">
              <a:solidFill>
                <a:schemeClr val="dk1"/>
              </a:solidFill>
              <a:latin typeface="Times New Roman"/>
              <a:ea typeface="Times New Roman"/>
              <a:cs typeface="Times New Roman"/>
              <a:sym typeface="Times New Roman"/>
            </a:endParaRPr>
          </a:p>
        </p:txBody>
      </p:sp>
      <p:sp>
        <p:nvSpPr>
          <p:cNvPr id="1868" name="Google Shape;1868;p56"/>
          <p:cNvSpPr/>
          <p:nvPr/>
        </p:nvSpPr>
        <p:spPr>
          <a:xfrm>
            <a:off x="7810500" y="3354779"/>
            <a:ext cx="381000" cy="379021"/>
          </a:xfrm>
          <a:prstGeom prst="ellipse">
            <a:avLst/>
          </a:prstGeom>
          <a:solidFill>
            <a:srgbClr val="FFB827"/>
          </a:solidFill>
          <a:ln cap="sq"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Times New Roman"/>
              <a:buNone/>
            </a:pPr>
            <a:r>
              <a:t/>
            </a:r>
            <a:endParaRPr b="0" i="0" sz="2800" u="none" cap="none" strike="noStrike">
              <a:solidFill>
                <a:schemeClr val="dk1"/>
              </a:solidFill>
              <a:latin typeface="Times New Roman"/>
              <a:ea typeface="Times New Roman"/>
              <a:cs typeface="Times New Roman"/>
              <a:sym typeface="Times New Roman"/>
            </a:endParaRPr>
          </a:p>
        </p:txBody>
      </p:sp>
      <p:sp>
        <p:nvSpPr>
          <p:cNvPr id="1869" name="Google Shape;1869;p56"/>
          <p:cNvSpPr/>
          <p:nvPr/>
        </p:nvSpPr>
        <p:spPr>
          <a:xfrm>
            <a:off x="8214754" y="3369623"/>
            <a:ext cx="381000" cy="379021"/>
          </a:xfrm>
          <a:prstGeom prst="ellipse">
            <a:avLst/>
          </a:prstGeom>
          <a:solidFill>
            <a:srgbClr val="FFB827"/>
          </a:solidFill>
          <a:ln cap="sq"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Times New Roman"/>
              <a:buNone/>
            </a:pPr>
            <a:r>
              <a:t/>
            </a:r>
            <a:endParaRPr b="0" i="0" sz="2800" u="none" cap="none" strike="noStrike">
              <a:solidFill>
                <a:schemeClr val="dk1"/>
              </a:solidFill>
              <a:latin typeface="Times New Roman"/>
              <a:ea typeface="Times New Roman"/>
              <a:cs typeface="Times New Roman"/>
              <a:sym typeface="Times New Roman"/>
            </a:endParaRPr>
          </a:p>
        </p:txBody>
      </p:sp>
      <p:sp>
        <p:nvSpPr>
          <p:cNvPr id="1870" name="Google Shape;1870;p56"/>
          <p:cNvSpPr/>
          <p:nvPr/>
        </p:nvSpPr>
        <p:spPr>
          <a:xfrm>
            <a:off x="7024750" y="3733799"/>
            <a:ext cx="381000" cy="379021"/>
          </a:xfrm>
          <a:prstGeom prst="ellipse">
            <a:avLst/>
          </a:prstGeom>
          <a:solidFill>
            <a:srgbClr val="FFB827"/>
          </a:solidFill>
          <a:ln cap="sq"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Times New Roman"/>
              <a:buNone/>
            </a:pPr>
            <a:r>
              <a:t/>
            </a:r>
            <a:endParaRPr b="0" i="0" sz="2800" u="none" cap="none" strike="noStrike">
              <a:solidFill>
                <a:schemeClr val="dk1"/>
              </a:solidFill>
              <a:latin typeface="Times New Roman"/>
              <a:ea typeface="Times New Roman"/>
              <a:cs typeface="Times New Roman"/>
              <a:sym typeface="Times New Roman"/>
            </a:endParaRPr>
          </a:p>
        </p:txBody>
      </p:sp>
      <p:sp>
        <p:nvSpPr>
          <p:cNvPr id="1871" name="Google Shape;1871;p56"/>
          <p:cNvSpPr/>
          <p:nvPr/>
        </p:nvSpPr>
        <p:spPr>
          <a:xfrm>
            <a:off x="7405750" y="3733800"/>
            <a:ext cx="381000" cy="379021"/>
          </a:xfrm>
          <a:prstGeom prst="ellipse">
            <a:avLst/>
          </a:prstGeom>
          <a:solidFill>
            <a:srgbClr val="FFB827"/>
          </a:solidFill>
          <a:ln cap="sq"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Times New Roman"/>
              <a:buNone/>
            </a:pPr>
            <a:r>
              <a:t/>
            </a:r>
            <a:endParaRPr b="0" i="0" sz="2800" u="none" cap="none" strike="noStrike">
              <a:solidFill>
                <a:schemeClr val="dk1"/>
              </a:solidFill>
              <a:latin typeface="Times New Roman"/>
              <a:ea typeface="Times New Roman"/>
              <a:cs typeface="Times New Roman"/>
              <a:sym typeface="Times New Roman"/>
            </a:endParaRPr>
          </a:p>
        </p:txBody>
      </p:sp>
      <p:sp>
        <p:nvSpPr>
          <p:cNvPr id="1872" name="Google Shape;1872;p56"/>
          <p:cNvSpPr/>
          <p:nvPr/>
        </p:nvSpPr>
        <p:spPr>
          <a:xfrm>
            <a:off x="7810500" y="3733800"/>
            <a:ext cx="381000" cy="379021"/>
          </a:xfrm>
          <a:prstGeom prst="ellipse">
            <a:avLst/>
          </a:prstGeom>
          <a:solidFill>
            <a:srgbClr val="FFB827"/>
          </a:solidFill>
          <a:ln cap="sq"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Times New Roman"/>
              <a:buNone/>
            </a:pPr>
            <a:r>
              <a:t/>
            </a:r>
            <a:endParaRPr b="0" i="0" sz="2800" u="none" cap="none" strike="noStrike">
              <a:solidFill>
                <a:schemeClr val="dk1"/>
              </a:solidFill>
              <a:latin typeface="Times New Roman"/>
              <a:ea typeface="Times New Roman"/>
              <a:cs typeface="Times New Roman"/>
              <a:sym typeface="Times New Roman"/>
            </a:endParaRPr>
          </a:p>
        </p:txBody>
      </p:sp>
      <p:sp>
        <p:nvSpPr>
          <p:cNvPr id="1873" name="Google Shape;1873;p56"/>
          <p:cNvSpPr/>
          <p:nvPr/>
        </p:nvSpPr>
        <p:spPr>
          <a:xfrm>
            <a:off x="8214754" y="3748644"/>
            <a:ext cx="381000" cy="379021"/>
          </a:xfrm>
          <a:prstGeom prst="ellipse">
            <a:avLst/>
          </a:prstGeom>
          <a:solidFill>
            <a:srgbClr val="FFB827"/>
          </a:solidFill>
          <a:ln cap="sq"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Times New Roman"/>
              <a:buNone/>
            </a:pPr>
            <a:r>
              <a:t/>
            </a:r>
            <a:endParaRPr b="0" i="0" sz="2800" u="none" cap="none" strike="noStrike">
              <a:solidFill>
                <a:schemeClr val="dk1"/>
              </a:solidFill>
              <a:latin typeface="Times New Roman"/>
              <a:ea typeface="Times New Roman"/>
              <a:cs typeface="Times New Roman"/>
              <a:sym typeface="Times New Roman"/>
            </a:endParaRPr>
          </a:p>
        </p:txBody>
      </p:sp>
      <p:sp>
        <p:nvSpPr>
          <p:cNvPr id="1874" name="Google Shape;1874;p56"/>
          <p:cNvSpPr/>
          <p:nvPr/>
        </p:nvSpPr>
        <p:spPr>
          <a:xfrm>
            <a:off x="7039596" y="4112820"/>
            <a:ext cx="381000" cy="379021"/>
          </a:xfrm>
          <a:prstGeom prst="ellipse">
            <a:avLst/>
          </a:prstGeom>
          <a:solidFill>
            <a:srgbClr val="FFB827"/>
          </a:solidFill>
          <a:ln cap="sq"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Times New Roman"/>
              <a:buNone/>
            </a:pPr>
            <a:r>
              <a:t/>
            </a:r>
            <a:endParaRPr b="0" i="0" sz="2800" u="none" cap="none" strike="noStrike">
              <a:solidFill>
                <a:schemeClr val="dk1"/>
              </a:solidFill>
              <a:latin typeface="Times New Roman"/>
              <a:ea typeface="Times New Roman"/>
              <a:cs typeface="Times New Roman"/>
              <a:sym typeface="Times New Roman"/>
            </a:endParaRPr>
          </a:p>
        </p:txBody>
      </p:sp>
      <p:sp>
        <p:nvSpPr>
          <p:cNvPr id="1875" name="Google Shape;1875;p56"/>
          <p:cNvSpPr/>
          <p:nvPr/>
        </p:nvSpPr>
        <p:spPr>
          <a:xfrm>
            <a:off x="7420596" y="4112821"/>
            <a:ext cx="381000" cy="379021"/>
          </a:xfrm>
          <a:prstGeom prst="ellipse">
            <a:avLst/>
          </a:prstGeom>
          <a:solidFill>
            <a:srgbClr val="FFB827"/>
          </a:solidFill>
          <a:ln cap="sq"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Times New Roman"/>
              <a:buNone/>
            </a:pPr>
            <a:r>
              <a:t/>
            </a:r>
            <a:endParaRPr b="0" i="0" sz="2800" u="none" cap="none" strike="noStrike">
              <a:solidFill>
                <a:schemeClr val="dk1"/>
              </a:solidFill>
              <a:latin typeface="Times New Roman"/>
              <a:ea typeface="Times New Roman"/>
              <a:cs typeface="Times New Roman"/>
              <a:sym typeface="Times New Roman"/>
            </a:endParaRPr>
          </a:p>
        </p:txBody>
      </p:sp>
      <p:sp>
        <p:nvSpPr>
          <p:cNvPr id="1876" name="Google Shape;1876;p56"/>
          <p:cNvSpPr/>
          <p:nvPr/>
        </p:nvSpPr>
        <p:spPr>
          <a:xfrm>
            <a:off x="7825346" y="4112821"/>
            <a:ext cx="381000" cy="379021"/>
          </a:xfrm>
          <a:prstGeom prst="ellipse">
            <a:avLst/>
          </a:prstGeom>
          <a:solidFill>
            <a:srgbClr val="FFB827"/>
          </a:solidFill>
          <a:ln cap="sq"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Times New Roman"/>
              <a:buNone/>
            </a:pPr>
            <a:r>
              <a:t/>
            </a:r>
            <a:endParaRPr b="0" i="0" sz="2800" u="none" cap="none" strike="noStrike">
              <a:solidFill>
                <a:schemeClr val="dk1"/>
              </a:solidFill>
              <a:latin typeface="Times New Roman"/>
              <a:ea typeface="Times New Roman"/>
              <a:cs typeface="Times New Roman"/>
              <a:sym typeface="Times New Roman"/>
            </a:endParaRPr>
          </a:p>
        </p:txBody>
      </p:sp>
      <p:sp>
        <p:nvSpPr>
          <p:cNvPr id="1877" name="Google Shape;1877;p56"/>
          <p:cNvSpPr/>
          <p:nvPr/>
        </p:nvSpPr>
        <p:spPr>
          <a:xfrm>
            <a:off x="8229600" y="4127665"/>
            <a:ext cx="381000" cy="379021"/>
          </a:xfrm>
          <a:prstGeom prst="ellipse">
            <a:avLst/>
          </a:prstGeom>
          <a:solidFill>
            <a:srgbClr val="FFB827"/>
          </a:solidFill>
          <a:ln cap="sq"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Times New Roman"/>
              <a:buNone/>
            </a:pPr>
            <a:r>
              <a:t/>
            </a:r>
            <a:endParaRPr b="0" i="0" sz="2800" u="none" cap="none" strike="noStrike">
              <a:solidFill>
                <a:schemeClr val="dk1"/>
              </a:solidFill>
              <a:latin typeface="Times New Roman"/>
              <a:ea typeface="Times New Roman"/>
              <a:cs typeface="Times New Roman"/>
              <a:sym typeface="Times New Roman"/>
            </a:endParaRPr>
          </a:p>
        </p:txBody>
      </p:sp>
      <p:sp>
        <p:nvSpPr>
          <p:cNvPr id="1878" name="Google Shape;1878;p56"/>
          <p:cNvSpPr/>
          <p:nvPr/>
        </p:nvSpPr>
        <p:spPr>
          <a:xfrm>
            <a:off x="4252354" y="3194956"/>
            <a:ext cx="381000" cy="379021"/>
          </a:xfrm>
          <a:prstGeom prst="ellipse">
            <a:avLst/>
          </a:prstGeom>
          <a:solidFill>
            <a:srgbClr val="FFB827"/>
          </a:solidFill>
          <a:ln cap="sq"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Times New Roman"/>
              <a:buNone/>
            </a:pPr>
            <a:r>
              <a:t/>
            </a:r>
            <a:endParaRPr b="0" i="0" sz="2800" u="none" cap="none" strike="noStrike">
              <a:solidFill>
                <a:schemeClr val="dk1"/>
              </a:solidFill>
              <a:latin typeface="Times New Roman"/>
              <a:ea typeface="Times New Roman"/>
              <a:cs typeface="Times New Roman"/>
              <a:sym typeface="Times New Roman"/>
            </a:endParaRPr>
          </a:p>
        </p:txBody>
      </p:sp>
      <p:sp>
        <p:nvSpPr>
          <p:cNvPr id="1879" name="Google Shape;1879;p56"/>
          <p:cNvSpPr/>
          <p:nvPr/>
        </p:nvSpPr>
        <p:spPr>
          <a:xfrm>
            <a:off x="3871354" y="3573976"/>
            <a:ext cx="381000" cy="379021"/>
          </a:xfrm>
          <a:prstGeom prst="ellipse">
            <a:avLst/>
          </a:prstGeom>
          <a:solidFill>
            <a:srgbClr val="FFB827"/>
          </a:solidFill>
          <a:ln cap="sq"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Times New Roman"/>
              <a:buNone/>
            </a:pPr>
            <a:r>
              <a:t/>
            </a:r>
            <a:endParaRPr b="0" i="0" sz="2800" u="none" cap="none" strike="noStrike">
              <a:solidFill>
                <a:schemeClr val="dk1"/>
              </a:solidFill>
              <a:latin typeface="Times New Roman"/>
              <a:ea typeface="Times New Roman"/>
              <a:cs typeface="Times New Roman"/>
              <a:sym typeface="Times New Roman"/>
            </a:endParaRPr>
          </a:p>
        </p:txBody>
      </p:sp>
      <p:sp>
        <p:nvSpPr>
          <p:cNvPr id="1880" name="Google Shape;1880;p56"/>
          <p:cNvSpPr/>
          <p:nvPr/>
        </p:nvSpPr>
        <p:spPr>
          <a:xfrm>
            <a:off x="4252354" y="3573977"/>
            <a:ext cx="381000" cy="379021"/>
          </a:xfrm>
          <a:prstGeom prst="ellipse">
            <a:avLst/>
          </a:prstGeom>
          <a:solidFill>
            <a:srgbClr val="FFB827"/>
          </a:solidFill>
          <a:ln cap="sq"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Times New Roman"/>
              <a:buNone/>
            </a:pPr>
            <a:r>
              <a:t/>
            </a:r>
            <a:endParaRPr b="0" i="0" sz="2800" u="none" cap="none" strike="noStrike">
              <a:solidFill>
                <a:schemeClr val="dk1"/>
              </a:solidFill>
              <a:latin typeface="Times New Roman"/>
              <a:ea typeface="Times New Roman"/>
              <a:cs typeface="Times New Roman"/>
              <a:sym typeface="Times New Roman"/>
            </a:endParaRPr>
          </a:p>
        </p:txBody>
      </p:sp>
      <p:sp>
        <p:nvSpPr>
          <p:cNvPr id="1881" name="Google Shape;1881;p56"/>
          <p:cNvSpPr/>
          <p:nvPr/>
        </p:nvSpPr>
        <p:spPr>
          <a:xfrm>
            <a:off x="4657104" y="3573977"/>
            <a:ext cx="381000" cy="379021"/>
          </a:xfrm>
          <a:prstGeom prst="ellipse">
            <a:avLst/>
          </a:prstGeom>
          <a:solidFill>
            <a:srgbClr val="FFB827"/>
          </a:solidFill>
          <a:ln cap="sq"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Times New Roman"/>
              <a:buNone/>
            </a:pPr>
            <a:r>
              <a:t/>
            </a:r>
            <a:endParaRPr b="0" i="0" sz="2800" u="none" cap="none" strike="noStrike">
              <a:solidFill>
                <a:schemeClr val="dk1"/>
              </a:solidFill>
              <a:latin typeface="Times New Roman"/>
              <a:ea typeface="Times New Roman"/>
              <a:cs typeface="Times New Roman"/>
              <a:sym typeface="Times New Roman"/>
            </a:endParaRPr>
          </a:p>
        </p:txBody>
      </p:sp>
      <p:sp>
        <p:nvSpPr>
          <p:cNvPr id="1882" name="Google Shape;1882;p56"/>
          <p:cNvSpPr/>
          <p:nvPr/>
        </p:nvSpPr>
        <p:spPr>
          <a:xfrm>
            <a:off x="4267200" y="3952998"/>
            <a:ext cx="381000" cy="379021"/>
          </a:xfrm>
          <a:prstGeom prst="ellipse">
            <a:avLst/>
          </a:prstGeom>
          <a:solidFill>
            <a:srgbClr val="FFB827"/>
          </a:solidFill>
          <a:ln cap="sq"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Times New Roman"/>
              <a:buNone/>
            </a:pPr>
            <a:r>
              <a:t/>
            </a:r>
            <a:endParaRPr b="0" i="0" sz="2800" u="none" cap="none" strike="noStrike">
              <a:solidFill>
                <a:schemeClr val="dk1"/>
              </a:solidFill>
              <a:latin typeface="Times New Roman"/>
              <a:ea typeface="Times New Roman"/>
              <a:cs typeface="Times New Roman"/>
              <a:sym typeface="Times New Roman"/>
            </a:endParaRPr>
          </a:p>
        </p:txBody>
      </p:sp>
      <p:sp>
        <p:nvSpPr>
          <p:cNvPr id="1883" name="Google Shape;1883;p56"/>
          <p:cNvSpPr/>
          <p:nvPr/>
        </p:nvSpPr>
        <p:spPr>
          <a:xfrm>
            <a:off x="3642754" y="3165267"/>
            <a:ext cx="1600200" cy="1151907"/>
          </a:xfrm>
          <a:prstGeom prst="rect">
            <a:avLst/>
          </a:prstGeom>
          <a:noFill/>
          <a:ln cap="sq" cmpd="sng" w="12700">
            <a:solidFill>
              <a:srgbClr val="FFFF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Times New Roman"/>
              <a:buNone/>
            </a:pPr>
            <a:r>
              <a:t/>
            </a:r>
            <a:endParaRPr b="0" i="0" sz="28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7" name="Shape 1887"/>
        <p:cNvGrpSpPr/>
        <p:nvPr/>
      </p:nvGrpSpPr>
      <p:grpSpPr>
        <a:xfrm>
          <a:off x="0" y="0"/>
          <a:ext cx="0" cy="0"/>
          <a:chOff x="0" y="0"/>
          <a:chExt cx="0" cy="0"/>
        </a:xfrm>
      </p:grpSpPr>
      <p:sp>
        <p:nvSpPr>
          <p:cNvPr id="1888" name="Google Shape;1888;p57"/>
          <p:cNvSpPr txBox="1"/>
          <p:nvPr>
            <p:ph type="title"/>
          </p:nvPr>
        </p:nvSpPr>
        <p:spPr>
          <a:xfrm>
            <a:off x="609600" y="381000"/>
            <a:ext cx="7543800" cy="1143000"/>
          </a:xfrm>
          <a:prstGeom prst="rect">
            <a:avLst/>
          </a:prstGeom>
          <a:noFill/>
          <a:ln>
            <a:noFill/>
          </a:ln>
        </p:spPr>
        <p:txBody>
          <a:bodyPr anchorCtr="0" anchor="ctr" bIns="46025" lIns="92075" spcFirstLastPara="1" rIns="92075" wrap="square" tIns="46025">
            <a:noAutofit/>
          </a:bodyPr>
          <a:lstStyle/>
          <a:p>
            <a:pPr indent="0" lvl="0" marL="0" rtl="0" algn="ctr">
              <a:spcBef>
                <a:spcPts val="0"/>
              </a:spcBef>
              <a:spcAft>
                <a:spcPts val="0"/>
              </a:spcAft>
              <a:buNone/>
            </a:pPr>
            <a:r>
              <a:rPr lang="en-US">
                <a:solidFill>
                  <a:srgbClr val="FFFF00"/>
                </a:solidFill>
              </a:rPr>
              <a:t>Flood fill</a:t>
            </a:r>
            <a:r>
              <a:rPr lang="en-US"/>
              <a:t> Function</a:t>
            </a:r>
            <a:endParaRPr/>
          </a:p>
        </p:txBody>
      </p:sp>
      <p:sp>
        <p:nvSpPr>
          <p:cNvPr id="1889" name="Google Shape;1889;p57"/>
          <p:cNvSpPr/>
          <p:nvPr/>
        </p:nvSpPr>
        <p:spPr>
          <a:xfrm>
            <a:off x="1295400" y="1600200"/>
            <a:ext cx="6400800" cy="3908762"/>
          </a:xfrm>
          <a:prstGeom prst="rect">
            <a:avLst/>
          </a:prstGeom>
          <a:solidFill>
            <a:srgbClr val="A9B0EC"/>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void flood_fill(int x,int y,int newc,int oldc){</a:t>
            </a:r>
            <a:endParaRPr/>
          </a:p>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 if(getpixel(x,y)==oldc){</a:t>
            </a:r>
            <a:endParaRPr/>
          </a:p>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    putpixel(x,y,newc);</a:t>
            </a:r>
            <a:endParaRPr/>
          </a:p>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    flood_fill(x+1,y,newc,oldc);</a:t>
            </a:r>
            <a:endParaRPr/>
          </a:p>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    flood_fill(x,y+1,newc,oldc);</a:t>
            </a:r>
            <a:endParaRPr/>
          </a:p>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    flood_fill(x-1,y, newc,oldc);</a:t>
            </a:r>
            <a:endParaRPr/>
          </a:p>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    flood_fill(x,y-1, newc,oldc);</a:t>
            </a:r>
            <a:endParaRPr/>
          </a:p>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 }</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3" name="Shape 1893"/>
        <p:cNvGrpSpPr/>
        <p:nvPr/>
      </p:nvGrpSpPr>
      <p:grpSpPr>
        <a:xfrm>
          <a:off x="0" y="0"/>
          <a:ext cx="0" cy="0"/>
          <a:chOff x="0" y="0"/>
          <a:chExt cx="0" cy="0"/>
        </a:xfrm>
      </p:grpSpPr>
      <p:sp>
        <p:nvSpPr>
          <p:cNvPr id="1894" name="Google Shape;1894;p58"/>
          <p:cNvSpPr txBox="1"/>
          <p:nvPr>
            <p:ph type="title"/>
          </p:nvPr>
        </p:nvSpPr>
        <p:spPr>
          <a:xfrm>
            <a:off x="762000" y="3124200"/>
            <a:ext cx="7543800" cy="1143000"/>
          </a:xfrm>
          <a:prstGeom prst="rect">
            <a:avLst/>
          </a:prstGeom>
          <a:noFill/>
          <a:ln>
            <a:noFill/>
          </a:ln>
        </p:spPr>
        <p:txBody>
          <a:bodyPr anchorCtr="0" anchor="ctr" bIns="46025" lIns="92075" spcFirstLastPara="1" rIns="92075" wrap="square" tIns="46025">
            <a:noAutofit/>
          </a:bodyPr>
          <a:lstStyle/>
          <a:p>
            <a:pPr indent="0" lvl="0" marL="0" rtl="0" algn="ctr">
              <a:spcBef>
                <a:spcPts val="0"/>
              </a:spcBef>
              <a:spcAft>
                <a:spcPts val="0"/>
              </a:spcAft>
              <a:buNone/>
            </a:pPr>
            <a:r>
              <a:rPr lang="en-US"/>
              <a:t>The End</a:t>
            </a:r>
            <a:endParaRPr/>
          </a:p>
        </p:txBody>
      </p:sp>
    </p:spTree>
  </p:cSld>
  <p:clrMapOvr>
    <a:masterClrMapping/>
  </p:clrMapOvr>
</p:sld>
</file>

<file path=ppt/theme/theme1.xml><?xml version="1.0" encoding="utf-8"?>
<a:theme xmlns:a="http://schemas.openxmlformats.org/drawingml/2006/main" xmlns:r="http://schemas.openxmlformats.org/officeDocument/2006/relationships" name="2_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3_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eco">
  <a:themeElements>
    <a:clrScheme name="eco 2">
      <a:dk1>
        <a:srgbClr val="000000"/>
      </a:dk1>
      <a:lt1>
        <a:srgbClr val="E9E2B6"/>
      </a:lt1>
      <a:dk2>
        <a:srgbClr val="996600"/>
      </a:dk2>
      <a:lt2>
        <a:srgbClr val="786950"/>
      </a:lt2>
      <a:accent1>
        <a:srgbClr val="727DE0"/>
      </a:accent1>
      <a:accent2>
        <a:srgbClr val="D54F41"/>
      </a:accent2>
      <a:accent3>
        <a:srgbClr val="F2EED7"/>
      </a:accent3>
      <a:accent4>
        <a:srgbClr val="000000"/>
      </a:accent4>
      <a:accent5>
        <a:srgbClr val="BCBFED"/>
      </a:accent5>
      <a:accent6>
        <a:srgbClr val="C1473A"/>
      </a:accent6>
      <a:hlink>
        <a:srgbClr val="003300"/>
      </a:hlink>
      <a:folHlink>
        <a:srgbClr val="33993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2003-07-02T09:49:30Z</dcterms:created>
  <dc:creator>Hammad Khalid Khan</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0x0101001080C9663D03F84C9E18669B69DF9042</vt:lpwstr>
  </property>
</Properties>
</file>