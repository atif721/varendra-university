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Set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0100" y="2057400"/>
            <a:ext cx="7543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kumimoji="1" lang="en-US" altLang="ja-JP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In C++, sets are associative container which stores unique elements in some sorted order. </a:t>
            </a:r>
          </a:p>
          <a:p>
            <a:endParaRPr kumimoji="1" lang="en-US" altLang="ja-JP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kumimoji="1" lang="en-US" altLang="ja-JP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By default, it is sorted ascending order of the keys</a:t>
            </a:r>
            <a:endParaRPr kumimoji="1" lang="ja-JP" altLang="en-US" sz="2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94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Creating a set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0" y="55626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1 2 3 5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1582341"/>
            <a:ext cx="4572000" cy="40934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iostream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&lt;set&gt;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endParaRPr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Creating a set of integers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set&lt;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 s = {3, 5, 2, 1};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for (auto x : s)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x &lt;&lt; " ";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69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Inserting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0" y="47244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1 2 3 4 5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00200" y="1853148"/>
            <a:ext cx="4223336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#include &lt;bits/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stdc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++.h&gt;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endParaRPr kumimoji="1" lang="en-GB" altLang="ja-JP" sz="2000" dirty="0">
              <a:latin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set&lt;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&gt; s = {1, 4, 2};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// Insert elements into set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s.insert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(5);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s.emplace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(3);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s.insert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(5);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for (auto x: s)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&lt;&lt; x &lt;&lt; " ";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78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Accessing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1 3 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1073289"/>
            <a:ext cx="5638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&lt;bits/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stdc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++.h&gt;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endParaRPr kumimoji="1"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set&lt;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 s = {1, 4, 2, 3, 5};</a:t>
            </a:r>
          </a:p>
          <a:p>
            <a:endParaRPr kumimoji="1"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Accessing first element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auto it1 =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s.begin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();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Accessing third element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auto it2 = next(it1, 2);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*it1 &lt;&lt; " " &lt;&lt; *it2;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881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Finding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/>
              <a:t>3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1621572"/>
            <a:ext cx="6096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&lt;bits/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stdc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++.h&gt;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endParaRPr kumimoji="1"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set&lt;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 s = {1, 4, 2, 3, 5};</a:t>
            </a:r>
          </a:p>
          <a:p>
            <a:endParaRPr kumimoji="1"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Finding 3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auto it =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s.find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(3);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if (it !=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s.end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())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*it;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else </a:t>
            </a:r>
            <a:r>
              <a:rPr kumimoji="1"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"Element not Found!";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Traversing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/>
              <a:t>1 2 3 4 5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1398925"/>
            <a:ext cx="6096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#include &lt;bits/</a:t>
            </a:r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stdc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++.h&gt;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using namespace </a:t>
            </a:r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std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endParaRPr kumimoji="1" lang="en-US" altLang="ja-JP" sz="2000" dirty="0">
              <a:latin typeface="Tahoma" pitchFamily="34" charset="0"/>
              <a:cs typeface="Tahoma" pitchFamily="34" charset="0"/>
            </a:endParaRPr>
          </a:p>
          <a:p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   set&lt;</a:t>
            </a:r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&gt; s = {5, 1, 4, 3, 2};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   // Traversing using traditional for loop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   for(auto it = </a:t>
            </a:r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s.begin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(); it != </a:t>
            </a:r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s.end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(); it++)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       </a:t>
            </a:r>
            <a:r>
              <a:rPr kumimoji="1" lang="en-US" altLang="ja-JP" sz="2000" dirty="0" err="1">
                <a:latin typeface="Tahoma" pitchFamily="34" charset="0"/>
                <a:cs typeface="Tahoma" pitchFamily="34" charset="0"/>
              </a:rPr>
              <a:t>cout</a:t>
            </a:r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&lt;&lt; *it &lt;&lt; " ";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US" altLang="ja-JP" sz="2000" dirty="0">
                <a:latin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23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228600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Deleting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kumimoji="1" lang="en-GB" altLang="ja-JP" dirty="0">
                <a:latin typeface="Tahoma" pitchFamily="34" charset="0"/>
                <a:cs typeface="Tahoma" pitchFamily="34" charset="0"/>
              </a:rPr>
              <a:t>2 3 4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1082219"/>
            <a:ext cx="60960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#include &lt;bits/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stdc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++.h&gt;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endParaRPr kumimoji="1" lang="en-GB" altLang="ja-JP" sz="2000" dirty="0">
              <a:latin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set&lt;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&gt; s = {1, 4, 2, 3, 5};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// Deleting elements by value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s.erase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(5);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// Deleting first element by iterator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s.erase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s.begin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());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for (auto x: s)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&lt;&lt; x &lt;&lt; " ";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314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8E3A4-79B4-85C6-FFF3-39203635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0B3F25-41CE-32E7-B5E4-6BC320254EAC}"/>
              </a:ext>
            </a:extLst>
          </p:cNvPr>
          <p:cNvSpPr txBox="1"/>
          <p:nvPr/>
        </p:nvSpPr>
        <p:spPr>
          <a:xfrm>
            <a:off x="381000" y="5334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Tahoma" pitchFamily="34" charset="0"/>
                <a:cs typeface="Tahoma" pitchFamily="34" charset="0"/>
              </a:rPr>
              <a:t>#if an element in a given set is even, delete it</a:t>
            </a:r>
            <a:endParaRPr kumimoji="1" lang="ja-JP" altLang="en-US" sz="24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F7FDE-75D1-C609-37BB-506E9AABE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9" y="1295400"/>
            <a:ext cx="8229600" cy="520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6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228600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Updating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236220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ja-JP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We cannot change the value of elements once they are stored in the set.</a:t>
            </a:r>
            <a:endParaRPr kumimoji="1" lang="ja-JP" altLang="en-US" sz="2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57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0f8789c33b017b36607d7f3840ade195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1bffa80e1bfbb8796faf8a5db825784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158AA7C-04CB-40F7-A844-89A9A7D0DDAF}"/>
</file>

<file path=customXml/itemProps2.xml><?xml version="1.0" encoding="utf-8"?>
<ds:datastoreItem xmlns:ds="http://schemas.openxmlformats.org/officeDocument/2006/customXml" ds:itemID="{9008ADDF-D1DD-4076-88A9-C94F67AD1BDA}"/>
</file>

<file path=customXml/itemProps3.xml><?xml version="1.0" encoding="utf-8"?>
<ds:datastoreItem xmlns:ds="http://schemas.openxmlformats.org/officeDocument/2006/customXml" ds:itemID="{0BDDA733-A2D1-4D99-AB08-E84F7D01F18B}"/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559</Words>
  <Application>Microsoft Office PowerPoint</Application>
  <PresentationFormat>On-screen Show (4:3)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ishida</dc:creator>
  <cp:lastModifiedBy>Sumaiya Tasnim</cp:lastModifiedBy>
  <cp:revision>25</cp:revision>
  <dcterms:created xsi:type="dcterms:W3CDTF">2006-08-16T00:00:00Z</dcterms:created>
  <dcterms:modified xsi:type="dcterms:W3CDTF">2025-11-17T01:16:34Z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