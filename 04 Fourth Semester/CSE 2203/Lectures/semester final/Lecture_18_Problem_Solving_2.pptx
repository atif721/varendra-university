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86" r:id="rId5"/>
    <p:sldId id="256" r:id="rId6"/>
    <p:sldId id="257" r:id="rId7"/>
    <p:sldId id="275" r:id="rId8"/>
    <p:sldId id="266" r:id="rId9"/>
    <p:sldId id="276" r:id="rId10"/>
    <p:sldId id="277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7" r:id="rId19"/>
    <p:sldId id="288" r:id="rId20"/>
    <p:sldId id="289" r:id="rId21"/>
    <p:sldId id="290" r:id="rId22"/>
    <p:sldId id="291" r:id="rId23"/>
    <p:sldId id="29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deforces.com/problemset/problem/2147/A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deforces.com/problemset/problem/2140/A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codeforces.com/problemset/problem/2126/A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B8E1-838B-C5D0-E486-A3CADA4C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CA12-5824-94D8-F884-A29C090F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03" y="887216"/>
            <a:ext cx="4359897" cy="684704"/>
          </a:xfrm>
        </p:spPr>
        <p:txBody>
          <a:bodyPr>
            <a:normAutofit/>
          </a:bodyPr>
          <a:lstStyle/>
          <a:p>
            <a:r>
              <a:rPr lang="en-US" sz="2800" dirty="0"/>
              <a:t>Solutions designed by:</a:t>
            </a:r>
            <a:endParaRPr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640B44-7BB5-81BA-912C-6B661A246B5E}"/>
              </a:ext>
            </a:extLst>
          </p:cNvPr>
          <p:cNvSpPr txBox="1">
            <a:spLocks/>
          </p:cNvSpPr>
          <p:nvPr/>
        </p:nvSpPr>
        <p:spPr>
          <a:xfrm>
            <a:off x="1781666" y="2233563"/>
            <a:ext cx="5326145" cy="28192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Daniel Rozario</a:t>
            </a:r>
          </a:p>
          <a:p>
            <a:r>
              <a:rPr lang="en-US" sz="3200" dirty="0"/>
              <a:t>Md. Abdullah Al Mahfuz</a:t>
            </a:r>
          </a:p>
          <a:p>
            <a:r>
              <a:rPr lang="en-US" sz="3200" dirty="0"/>
              <a:t>Md Abu Raihan</a:t>
            </a:r>
          </a:p>
          <a:p>
            <a:r>
              <a:rPr lang="en-US" sz="3200" dirty="0" err="1"/>
              <a:t>Bornita</a:t>
            </a:r>
            <a:r>
              <a:rPr lang="en-US" sz="3200" dirty="0"/>
              <a:t> Ghosh</a:t>
            </a:r>
          </a:p>
          <a:p>
            <a:r>
              <a:rPr lang="en-US" sz="3200" dirty="0"/>
              <a:t>Rafiul Islam Rafi</a:t>
            </a:r>
          </a:p>
          <a:p>
            <a:r>
              <a:rPr lang="en-US" sz="3200" dirty="0"/>
              <a:t>Atia Sanjida Saba</a:t>
            </a:r>
          </a:p>
        </p:txBody>
      </p:sp>
    </p:spTree>
    <p:extLst>
      <p:ext uri="{BB962C8B-B14F-4D97-AF65-F5344CB8AC3E}">
        <p14:creationId xmlns:p14="http://schemas.microsoft.com/office/powerpoint/2010/main" val="174668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615" y="2181209"/>
            <a:ext cx="8229600" cy="1143000"/>
          </a:xfrm>
        </p:spPr>
        <p:txBody>
          <a:bodyPr/>
          <a:lstStyle/>
          <a:p>
            <a:r>
              <a:rPr lang="en-US" dirty="0"/>
              <a:t>Problem Solving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Problem-05: Shortest Increasing Path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804A00-24FC-36A1-C5AF-FA6FFB3B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64" y="1018095"/>
            <a:ext cx="8347435" cy="6956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</a:t>
            </a:r>
            <a:r>
              <a:rPr lang="en-US" altLang="en-US" sz="2000" dirty="0">
                <a:solidFill>
                  <a:srgbClr val="222222"/>
                </a:solidFill>
                <a:latin typeface="+mj-lt"/>
                <a:hlinkClick r:id="rId2"/>
              </a:rPr>
              <a:t>https://codeforces.com/problemset/problem/2147/A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  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DD0DF-2FE1-B69B-C533-FE87D610D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77" y="1526602"/>
            <a:ext cx="8818775" cy="5081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977A9-3700-D4D8-93A8-A5981959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700F07-E465-E238-AFDC-AF09B08A2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58"/>
          <a:stretch>
            <a:fillRect/>
          </a:stretch>
        </p:blipFill>
        <p:spPr>
          <a:xfrm>
            <a:off x="307518" y="208151"/>
            <a:ext cx="8818775" cy="2652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56DBCF-739D-0D78-CC58-652F7EF558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057"/>
          <a:stretch>
            <a:fillRect/>
          </a:stretch>
        </p:blipFill>
        <p:spPr>
          <a:xfrm>
            <a:off x="1440636" y="3079469"/>
            <a:ext cx="2254671" cy="3570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1543B3-7B43-B9E7-9A67-0082048305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270"/>
          <a:stretch>
            <a:fillRect/>
          </a:stretch>
        </p:blipFill>
        <p:spPr>
          <a:xfrm>
            <a:off x="4572000" y="3429000"/>
            <a:ext cx="2343710" cy="31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5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B4F9-DC74-FC34-A05A-5F0DE2D6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FCCD0B-5AB4-E82B-6746-E744E9924AE9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72772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15860-1882-99C1-953C-E5A63B9CD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A178B-4E1F-201C-72AB-86174D15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74" y="307920"/>
            <a:ext cx="6540833" cy="63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0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976-18AB-B973-CC23-4E4D2506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F2B0-7BAA-59BF-5A6C-0E096415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Problem-06: Shift Sort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E6F377-C9E8-25C3-E364-E0F21B290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47" y="1042659"/>
            <a:ext cx="8347435" cy="6956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</a:t>
            </a:r>
            <a:r>
              <a:rPr lang="en-US" altLang="en-US" sz="2000" dirty="0">
                <a:solidFill>
                  <a:srgbClr val="222222"/>
                </a:solidFill>
                <a:latin typeface="+mj-lt"/>
                <a:hlinkClick r:id="rId2"/>
              </a:rPr>
              <a:t>https://codeforces.com/problemset/problem/2140/A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 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27F7F-F4BE-0565-FB2F-88512A47F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8337"/>
            <a:ext cx="9144000" cy="492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9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4F36-051D-472B-8ACC-F29D31C1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959D1D-D23F-CD37-733C-333005C5D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74"/>
          <a:stretch>
            <a:fillRect/>
          </a:stretch>
        </p:blipFill>
        <p:spPr>
          <a:xfrm>
            <a:off x="0" y="179110"/>
            <a:ext cx="9144000" cy="2479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3E5D84-2043-2514-37F4-F0616651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" b="32299"/>
          <a:stretch>
            <a:fillRect/>
          </a:stretch>
        </p:blipFill>
        <p:spPr>
          <a:xfrm>
            <a:off x="273322" y="3012913"/>
            <a:ext cx="3073194" cy="31514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123A93-B917-25C0-7A2B-1CD9E01B6A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711"/>
          <a:stretch>
            <a:fillRect/>
          </a:stretch>
        </p:blipFill>
        <p:spPr>
          <a:xfrm>
            <a:off x="3654375" y="3453456"/>
            <a:ext cx="5216303" cy="271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7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FBF3-A7C6-A720-BBAD-23DE6BC6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B52C26-8D97-6E73-F768-F3E5928E03EB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786722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EE4E-D5FF-2F9B-B287-0064B25F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166847-A69D-4975-538C-0B0ED9137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74" y="1093267"/>
            <a:ext cx="8207451" cy="4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84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6F79-854A-A11F-95A8-FE09A110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61050-7BC3-5C38-7A32-B61F5115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420828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Problem-07: Only One Digit</a:t>
            </a:r>
            <a:endParaRPr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EA4952-0D8C-9C7F-FD32-1D767C31A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47" y="1033230"/>
            <a:ext cx="8347435" cy="6956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7935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(Problem Source: </a:t>
            </a:r>
            <a:r>
              <a:rPr lang="en-US" altLang="en-US" sz="2000" dirty="0">
                <a:solidFill>
                  <a:srgbClr val="222222"/>
                </a:solidFill>
                <a:latin typeface="+mj-lt"/>
                <a:hlinkClick r:id="rId2"/>
              </a:rPr>
              <a:t>https://codeforces.com/problemset/problem/2126/A</a:t>
            </a:r>
            <a:r>
              <a:rPr lang="en-US" altLang="en-US" sz="2000" dirty="0">
                <a:solidFill>
                  <a:srgbClr val="222222"/>
                </a:solidFill>
                <a:latin typeface="+mj-lt"/>
              </a:rPr>
              <a:t> )</a:t>
            </a:r>
          </a:p>
          <a:p>
            <a:pPr lvl="0" algn="ctr"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91967-A5E0-584C-8AB3-84D046379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6272"/>
            <a:ext cx="9144000" cy="478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09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5C42-D38D-DF1C-BFBE-690D41D10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E8274B-1751-D682-D147-8570215BE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706"/>
          <a:stretch>
            <a:fillRect/>
          </a:stretch>
        </p:blipFill>
        <p:spPr>
          <a:xfrm>
            <a:off x="169683" y="329938"/>
            <a:ext cx="8437359" cy="3017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CBBDA0-953E-89DB-98E4-0274200B9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975"/>
          <a:stretch>
            <a:fillRect/>
          </a:stretch>
        </p:blipFill>
        <p:spPr>
          <a:xfrm>
            <a:off x="383647" y="3606557"/>
            <a:ext cx="2755479" cy="21249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B8E98-3BE1-F9AD-A8D1-E1EE1BFD2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378"/>
          <a:stretch>
            <a:fillRect/>
          </a:stretch>
        </p:blipFill>
        <p:spPr>
          <a:xfrm>
            <a:off x="4031819" y="3955349"/>
            <a:ext cx="3751215" cy="212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35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399BA-12BD-E521-F560-89F1E449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67ED7D-3611-9B5E-B26A-721509F6428E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71594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573FE-7A1C-EEE7-97DB-E687334C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8641EE-FE68-0076-4DBD-AC70B0DBE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913" y="763893"/>
            <a:ext cx="7024174" cy="53302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3065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F102-B0DE-C0A2-5DCF-2553AF65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E746-B784-F57C-BDE6-B3D234C5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279426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Problem-08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79FF4-9877-0FA6-42D0-A12DE7675E0D}"/>
              </a:ext>
            </a:extLst>
          </p:cNvPr>
          <p:cNvSpPr txBox="1"/>
          <p:nvPr/>
        </p:nvSpPr>
        <p:spPr>
          <a:xfrm rot="10800000" flipV="1">
            <a:off x="522834" y="713704"/>
            <a:ext cx="76853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You are given an array of characters, and each character can only be one of theses: 'b', ‘o', or 'd’.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Suppose, a word "bod" is written on a mirror. When looking at the </a:t>
            </a:r>
            <a:r>
              <a:rPr lang="en-US" i="1" dirty="0"/>
              <a:t>other side</a:t>
            </a:r>
            <a:r>
              <a:rPr lang="en-US" dirty="0"/>
              <a:t> of the mirror, the characters appear reversed and each character becomes its mirrored version.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Given the input array (which always contains any or all from the characters ‘b’, ’o’ or ‘d’), determine what the string looks like from the other side of the mirror.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Example: 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030A8F-6E95-78DD-3EC2-1CFD5A7AF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92746"/>
              </p:ext>
            </p:extLst>
          </p:nvPr>
        </p:nvGraphicFramePr>
        <p:xfrm>
          <a:off x="1524000" y="3883382"/>
          <a:ext cx="6096000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620089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3525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0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Case: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77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84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bdoo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oobd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830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obbbo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odddo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057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dddddbb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ddbbbbb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42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7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7B1BD-C23D-3C36-0C43-183C1AB4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BDBBBF-5E93-C8B0-598F-CA796C945E21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174234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22A31-349C-D869-7CC3-ECF111F5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DD128-CA80-E31C-B30F-280CB364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624" y="384700"/>
            <a:ext cx="5572295" cy="628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01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0E1A-DFFA-6059-46CB-3D124D0F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195B-25CC-6DD5-1462-BC051260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82" y="279426"/>
            <a:ext cx="8229600" cy="597267"/>
          </a:xfrm>
        </p:spPr>
        <p:txBody>
          <a:bodyPr>
            <a:normAutofit/>
          </a:bodyPr>
          <a:lstStyle/>
          <a:p>
            <a:r>
              <a:rPr lang="en-US" sz="2400" dirty="0"/>
              <a:t>Problem-09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2F86B-295C-0374-2186-C112567DD3DC}"/>
              </a:ext>
            </a:extLst>
          </p:cNvPr>
          <p:cNvSpPr txBox="1"/>
          <p:nvPr/>
        </p:nvSpPr>
        <p:spPr>
          <a:xfrm rot="10800000" flipV="1">
            <a:off x="522834" y="876693"/>
            <a:ext cx="7685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are given an array of </a:t>
            </a:r>
            <a:r>
              <a:rPr lang="en-US" b="1" dirty="0"/>
              <a:t>n</a:t>
            </a:r>
            <a:r>
              <a:rPr lang="en-US" dirty="0"/>
              <a:t> integers.</a:t>
            </a:r>
            <a:br>
              <a:rPr lang="en-US" dirty="0"/>
            </a:br>
            <a:r>
              <a:rPr lang="en-US" dirty="0"/>
              <a:t>You will also be given an integer </a:t>
            </a:r>
            <a:r>
              <a:rPr lang="en-US" b="1" dirty="0"/>
              <a:t>target</a:t>
            </a:r>
            <a:r>
              <a:rPr lang="en-US" dirty="0"/>
              <a:t>.</a:t>
            </a:r>
          </a:p>
          <a:p>
            <a:r>
              <a:rPr lang="en-US" dirty="0"/>
              <a:t>Your task is to check whether </a:t>
            </a:r>
            <a:r>
              <a:rPr lang="en-US" b="1" dirty="0"/>
              <a:t>any two elements</a:t>
            </a:r>
            <a:r>
              <a:rPr lang="en-US" dirty="0"/>
              <a:t> in the array add up to the target value.</a:t>
            </a:r>
          </a:p>
          <a:p>
            <a:r>
              <a:rPr lang="en-US" dirty="0"/>
              <a:t>If such a pair exists → print </a:t>
            </a:r>
            <a:r>
              <a:rPr lang="en-US" b="1" dirty="0"/>
              <a:t>1</a:t>
            </a:r>
            <a:endParaRPr lang="en-US" dirty="0"/>
          </a:p>
          <a:p>
            <a:r>
              <a:rPr lang="en-US" dirty="0"/>
              <a:t>Otherwise → print </a:t>
            </a:r>
            <a:r>
              <a:rPr lang="en-US" b="1" dirty="0"/>
              <a:t>0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Example: 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2FC824-D925-84F2-60A2-72EC9BF1D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890"/>
              </p:ext>
            </p:extLst>
          </p:nvPr>
        </p:nvGraphicFramePr>
        <p:xfrm>
          <a:off x="1914144" y="3093694"/>
          <a:ext cx="6096000" cy="34848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6200894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53525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0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Case: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77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 Size: 5</a:t>
                      </a:r>
                      <a:br>
                        <a:rPr lang="en-US" dirty="0"/>
                      </a:br>
                      <a:r>
                        <a:rPr lang="en-US" dirty="0"/>
                        <a:t>Array Elements: 2 7 4 1 8</a:t>
                      </a:r>
                      <a:br>
                        <a:rPr lang="en-US" dirty="0"/>
                      </a:br>
                      <a:r>
                        <a:rPr lang="en-US" dirty="0"/>
                        <a:t>Target: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84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 Size: 4</a:t>
                      </a:r>
                      <a:br>
                        <a:rPr lang="en-US" dirty="0"/>
                      </a:br>
                      <a:r>
                        <a:rPr lang="en-US" dirty="0"/>
                        <a:t>Array Elements: 1 2 3 4</a:t>
                      </a:r>
                      <a:br>
                        <a:rPr lang="en-US" dirty="0"/>
                      </a:br>
                      <a:r>
                        <a:rPr lang="en-US" dirty="0"/>
                        <a:t>Target: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830226"/>
                  </a:ext>
                </a:extLst>
              </a:tr>
              <a:tr h="1542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 Size: 5</a:t>
                      </a:r>
                      <a:br>
                        <a:rPr lang="en-US" dirty="0"/>
                      </a:br>
                      <a:r>
                        <a:rPr lang="en-US" dirty="0"/>
                        <a:t>Array Elements: 0 -1 2 -3 1</a:t>
                      </a:r>
                      <a:br>
                        <a:rPr lang="en-US" dirty="0"/>
                      </a:br>
                      <a:r>
                        <a:rPr lang="en-US" dirty="0"/>
                        <a:t>Target: 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42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211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DFE22-C5D2-FEC3-54C3-B474E85E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08A8A6-DAA2-9B23-770A-938460B4CF3F}"/>
              </a:ext>
            </a:extLst>
          </p:cNvPr>
          <p:cNvSpPr txBox="1"/>
          <p:nvPr/>
        </p:nvSpPr>
        <p:spPr>
          <a:xfrm>
            <a:off x="3261674" y="2580846"/>
            <a:ext cx="28861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The Solution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9346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2A34-F5DD-30D9-15F7-704F9F8F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AAC84-26D8-F08E-F68F-6302D03D8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7" y="32947"/>
            <a:ext cx="4986779" cy="680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6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0f8789c33b017b36607d7f3840ade195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1bffa80e1bfbb8796faf8a5db825784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0D1B6C-B515-481D-9CF5-6974D5ACB47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009841F-1C4B-4B02-AE4E-20938669E9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2F1F40-FE45-4D29-8D1F-79D5AD80B11A}"/>
</file>

<file path=docProps/app.xml><?xml version="1.0" encoding="utf-8"?>
<Properties xmlns="http://schemas.openxmlformats.org/officeDocument/2006/extended-properties" xmlns:vt="http://schemas.openxmlformats.org/officeDocument/2006/docPropsVTypes">
  <TotalTime>2657</TotalTime>
  <Words>332</Words>
  <Application>Microsoft Office PowerPoint</Application>
  <PresentationFormat>On-screen Show (4:3)</PresentationFormat>
  <Paragraphs>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Solutions designed by:</vt:lpstr>
      <vt:lpstr>Problem Solving</vt:lpstr>
      <vt:lpstr>Problem-05: Shortest Increasing Path</vt:lpstr>
      <vt:lpstr>PowerPoint Presentation</vt:lpstr>
      <vt:lpstr>PowerPoint Presentation</vt:lpstr>
      <vt:lpstr>PowerPoint Presentation</vt:lpstr>
      <vt:lpstr>Problem-06: Shift Sort</vt:lpstr>
      <vt:lpstr>PowerPoint Presentation</vt:lpstr>
      <vt:lpstr>PowerPoint Presentation</vt:lpstr>
      <vt:lpstr>PowerPoint Presentation</vt:lpstr>
      <vt:lpstr>Problem-07: Only One Digit</vt:lpstr>
      <vt:lpstr>PowerPoint Presentation</vt:lpstr>
      <vt:lpstr>PowerPoint Presentation</vt:lpstr>
      <vt:lpstr>PowerPoint Presentation</vt:lpstr>
      <vt:lpstr>Problem-08</vt:lpstr>
      <vt:lpstr>PowerPoint Presentation</vt:lpstr>
      <vt:lpstr>PowerPoint Presentation</vt:lpstr>
      <vt:lpstr>Problem-09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Sumaiya Tasnim</cp:lastModifiedBy>
  <cp:revision>24</cp:revision>
  <dcterms:created xsi:type="dcterms:W3CDTF">2013-01-27T09:14:16Z</dcterms:created>
  <dcterms:modified xsi:type="dcterms:W3CDTF">2025-11-18T05:55:48Z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